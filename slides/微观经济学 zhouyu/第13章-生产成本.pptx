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3"/>
  </p:handoutMasterIdLst>
  <p:sldIdLst>
    <p:sldId id="266" r:id="rId3"/>
    <p:sldId id="385" r:id="rId5"/>
    <p:sldId id="268" r:id="rId6"/>
    <p:sldId id="319" r:id="rId7"/>
    <p:sldId id="324" r:id="rId8"/>
    <p:sldId id="325" r:id="rId9"/>
    <p:sldId id="382" r:id="rId10"/>
    <p:sldId id="383" r:id="rId11"/>
    <p:sldId id="269" r:id="rId12"/>
    <p:sldId id="270" r:id="rId13"/>
    <p:sldId id="335" r:id="rId14"/>
    <p:sldId id="271" r:id="rId15"/>
    <p:sldId id="273" r:id="rId16"/>
    <p:sldId id="327" r:id="rId17"/>
    <p:sldId id="277" r:id="rId18"/>
    <p:sldId id="275" r:id="rId19"/>
    <p:sldId id="336" r:id="rId20"/>
    <p:sldId id="276" r:id="rId21"/>
    <p:sldId id="334" r:id="rId22"/>
    <p:sldId id="337" r:id="rId23"/>
    <p:sldId id="279" r:id="rId24"/>
    <p:sldId id="280" r:id="rId25"/>
    <p:sldId id="287" r:id="rId26"/>
    <p:sldId id="281" r:id="rId27"/>
    <p:sldId id="282" r:id="rId28"/>
    <p:sldId id="283" r:id="rId29"/>
    <p:sldId id="316" r:id="rId30"/>
    <p:sldId id="339" r:id="rId31"/>
    <p:sldId id="338" r:id="rId32"/>
    <p:sldId id="284" r:id="rId33"/>
    <p:sldId id="288" r:id="rId34"/>
    <p:sldId id="289" r:id="rId35"/>
    <p:sldId id="290" r:id="rId36"/>
    <p:sldId id="387" r:id="rId37"/>
    <p:sldId id="285" r:id="rId38"/>
    <p:sldId id="286" r:id="rId39"/>
    <p:sldId id="298" r:id="rId40"/>
    <p:sldId id="299" r:id="rId41"/>
    <p:sldId id="297" r:id="rId42"/>
    <p:sldId id="296" r:id="rId43"/>
    <p:sldId id="295" r:id="rId44"/>
    <p:sldId id="303" r:id="rId45"/>
    <p:sldId id="304" r:id="rId46"/>
    <p:sldId id="305" r:id="rId47"/>
    <p:sldId id="330" r:id="rId48"/>
    <p:sldId id="331" r:id="rId49"/>
    <p:sldId id="332" r:id="rId50"/>
    <p:sldId id="333" r:id="rId51"/>
    <p:sldId id="314" r:id="rId52"/>
  </p:sldIdLst>
  <p:sldSz cx="9144000" cy="6858000" type="screen4x3"/>
  <p:notesSz cx="6797675" cy="9928225"/>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Z" initials="Y" lastIdx="3" clrIdx="0"/>
  <p:cmAuthor id="1" name="潘 柏蕙" initials="潘"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F8453"/>
    <a:srgbClr val="9D7B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9" autoAdjust="0"/>
    <p:restoredTop sz="93727" autoAdjust="0"/>
  </p:normalViewPr>
  <p:slideViewPr>
    <p:cSldViewPr showGuides="1">
      <p:cViewPr varScale="1">
        <p:scale>
          <a:sx n="109" d="100"/>
          <a:sy n="109" d="100"/>
        </p:scale>
        <p:origin x="1578" y="102"/>
      </p:cViewPr>
      <p:guideLst>
        <p:guide orient="horz" pos="2186"/>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1483.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5E2EDA4B-E5C5-4047-B039-18AF9EC6369A}"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9F990272-355A-4632-87ED-BFB12FCF212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161D4C77-742A-429E-850A-11BA0946D8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3AA64FD-7149-435D-96E3-3ACA0174F57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3"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4"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1" Type="http://schemas.openxmlformats.org/officeDocument/2006/relationships/notesSlide" Target="../notesSlides/notesSlide5.xml"/><Relationship Id="rId90" Type="http://schemas.openxmlformats.org/officeDocument/2006/relationships/slideLayout" Target="../slideLayouts/slideLayout2.xml"/><Relationship Id="rId9" Type="http://schemas.openxmlformats.org/officeDocument/2006/relationships/tags" Target="../tags/tag8.xml"/><Relationship Id="rId89" Type="http://schemas.openxmlformats.org/officeDocument/2006/relationships/tags" Target="../tags/tag88.xml"/><Relationship Id="rId88" Type="http://schemas.openxmlformats.org/officeDocument/2006/relationships/tags" Target="../tags/tag87.xml"/><Relationship Id="rId87" Type="http://schemas.openxmlformats.org/officeDocument/2006/relationships/tags" Target="../tags/tag86.xml"/><Relationship Id="rId86" Type="http://schemas.openxmlformats.org/officeDocument/2006/relationships/tags" Target="../tags/tag85.xml"/><Relationship Id="rId85" Type="http://schemas.openxmlformats.org/officeDocument/2006/relationships/tags" Target="../tags/tag84.xml"/><Relationship Id="rId84" Type="http://schemas.openxmlformats.org/officeDocument/2006/relationships/tags" Target="../tags/tag83.xml"/><Relationship Id="rId83" Type="http://schemas.openxmlformats.org/officeDocument/2006/relationships/tags" Target="../tags/tag82.xml"/><Relationship Id="rId82" Type="http://schemas.openxmlformats.org/officeDocument/2006/relationships/tags" Target="../tags/tag81.xml"/><Relationship Id="rId81" Type="http://schemas.openxmlformats.org/officeDocument/2006/relationships/tags" Target="../tags/tag80.xml"/><Relationship Id="rId80" Type="http://schemas.openxmlformats.org/officeDocument/2006/relationships/tags" Target="../tags/tag79.xml"/><Relationship Id="rId8" Type="http://schemas.openxmlformats.org/officeDocument/2006/relationships/tags" Target="../tags/tag7.xml"/><Relationship Id="rId79" Type="http://schemas.openxmlformats.org/officeDocument/2006/relationships/tags" Target="../tags/tag78.xml"/><Relationship Id="rId78" Type="http://schemas.openxmlformats.org/officeDocument/2006/relationships/tags" Target="../tags/tag77.xml"/><Relationship Id="rId77" Type="http://schemas.openxmlformats.org/officeDocument/2006/relationships/tags" Target="../tags/tag76.xml"/><Relationship Id="rId76" Type="http://schemas.openxmlformats.org/officeDocument/2006/relationships/tags" Target="../tags/tag75.xml"/><Relationship Id="rId75" Type="http://schemas.openxmlformats.org/officeDocument/2006/relationships/tags" Target="../tags/tag74.xml"/><Relationship Id="rId74" Type="http://schemas.openxmlformats.org/officeDocument/2006/relationships/tags" Target="../tags/tag73.xml"/><Relationship Id="rId73" Type="http://schemas.openxmlformats.org/officeDocument/2006/relationships/tags" Target="../tags/tag72.xml"/><Relationship Id="rId72" Type="http://schemas.openxmlformats.org/officeDocument/2006/relationships/tags" Target="../tags/tag71.xml"/><Relationship Id="rId71" Type="http://schemas.openxmlformats.org/officeDocument/2006/relationships/tags" Target="../tags/tag70.xml"/><Relationship Id="rId70" Type="http://schemas.openxmlformats.org/officeDocument/2006/relationships/tags" Target="../tags/tag69.xml"/><Relationship Id="rId7" Type="http://schemas.openxmlformats.org/officeDocument/2006/relationships/tags" Target="../tags/tag6.xml"/><Relationship Id="rId69" Type="http://schemas.openxmlformats.org/officeDocument/2006/relationships/tags" Target="../tags/tag68.xml"/><Relationship Id="rId68" Type="http://schemas.openxmlformats.org/officeDocument/2006/relationships/tags" Target="../tags/tag67.xml"/><Relationship Id="rId67" Type="http://schemas.openxmlformats.org/officeDocument/2006/relationships/tags" Target="../tags/tag66.xml"/><Relationship Id="rId66" Type="http://schemas.openxmlformats.org/officeDocument/2006/relationships/tags" Target="../tags/tag65.xml"/><Relationship Id="rId65" Type="http://schemas.openxmlformats.org/officeDocument/2006/relationships/tags" Target="../tags/tag64.xml"/><Relationship Id="rId64" Type="http://schemas.openxmlformats.org/officeDocument/2006/relationships/tags" Target="../tags/tag63.xml"/><Relationship Id="rId63" Type="http://schemas.openxmlformats.org/officeDocument/2006/relationships/tags" Target="../tags/tag62.xml"/><Relationship Id="rId62" Type="http://schemas.openxmlformats.org/officeDocument/2006/relationships/tags" Target="../tags/tag61.xml"/><Relationship Id="rId61" Type="http://schemas.openxmlformats.org/officeDocument/2006/relationships/tags" Target="../tags/tag60.xml"/><Relationship Id="rId60" Type="http://schemas.openxmlformats.org/officeDocument/2006/relationships/tags" Target="../tags/tag59.xml"/><Relationship Id="rId6" Type="http://schemas.openxmlformats.org/officeDocument/2006/relationships/tags" Target="../tags/tag5.xml"/><Relationship Id="rId59" Type="http://schemas.openxmlformats.org/officeDocument/2006/relationships/tags" Target="../tags/tag58.xml"/><Relationship Id="rId58" Type="http://schemas.openxmlformats.org/officeDocument/2006/relationships/tags" Target="../tags/tag57.xml"/><Relationship Id="rId57" Type="http://schemas.openxmlformats.org/officeDocument/2006/relationships/tags" Target="../tags/tag56.xml"/><Relationship Id="rId56" Type="http://schemas.openxmlformats.org/officeDocument/2006/relationships/tags" Target="../tags/tag55.xml"/><Relationship Id="rId55" Type="http://schemas.openxmlformats.org/officeDocument/2006/relationships/tags" Target="../tags/tag54.xml"/><Relationship Id="rId54" Type="http://schemas.openxmlformats.org/officeDocument/2006/relationships/tags" Target="../tags/tag53.xml"/><Relationship Id="rId53" Type="http://schemas.openxmlformats.org/officeDocument/2006/relationships/tags" Target="../tags/tag52.xml"/><Relationship Id="rId52" Type="http://schemas.openxmlformats.org/officeDocument/2006/relationships/tags" Target="../tags/tag51.xml"/><Relationship Id="rId51" Type="http://schemas.openxmlformats.org/officeDocument/2006/relationships/tags" Target="../tags/tag50.xml"/><Relationship Id="rId50" Type="http://schemas.openxmlformats.org/officeDocument/2006/relationships/tags" Target="../tags/tag49.xml"/><Relationship Id="rId5" Type="http://schemas.openxmlformats.org/officeDocument/2006/relationships/tags" Target="../tags/tag4.xml"/><Relationship Id="rId49" Type="http://schemas.openxmlformats.org/officeDocument/2006/relationships/tags" Target="../tags/tag48.xml"/><Relationship Id="rId48" Type="http://schemas.openxmlformats.org/officeDocument/2006/relationships/tags" Target="../tags/tag47.xml"/><Relationship Id="rId47" Type="http://schemas.openxmlformats.org/officeDocument/2006/relationships/tags" Target="../tags/tag46.xml"/><Relationship Id="rId46" Type="http://schemas.openxmlformats.org/officeDocument/2006/relationships/tags" Target="../tags/tag45.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2" Type="http://schemas.openxmlformats.org/officeDocument/2006/relationships/notesSlide" Target="../notesSlides/notesSlide7.xml"/><Relationship Id="rId61" Type="http://schemas.openxmlformats.org/officeDocument/2006/relationships/slideLayout" Target="../slideLayouts/slideLayout2.xml"/><Relationship Id="rId60" Type="http://schemas.openxmlformats.org/officeDocument/2006/relationships/tags" Target="../tags/tag150.xml"/><Relationship Id="rId6" Type="http://schemas.openxmlformats.org/officeDocument/2006/relationships/tags" Target="../tags/tag96.xml"/><Relationship Id="rId59" Type="http://schemas.openxmlformats.org/officeDocument/2006/relationships/tags" Target="../tags/tag149.xml"/><Relationship Id="rId58" Type="http://schemas.openxmlformats.org/officeDocument/2006/relationships/tags" Target="../tags/tag148.xml"/><Relationship Id="rId57" Type="http://schemas.openxmlformats.org/officeDocument/2006/relationships/tags" Target="../tags/tag147.xml"/><Relationship Id="rId56" Type="http://schemas.openxmlformats.org/officeDocument/2006/relationships/tags" Target="../tags/tag146.xml"/><Relationship Id="rId55" Type="http://schemas.openxmlformats.org/officeDocument/2006/relationships/tags" Target="../tags/tag145.xml"/><Relationship Id="rId54" Type="http://schemas.openxmlformats.org/officeDocument/2006/relationships/tags" Target="../tags/tag144.xml"/><Relationship Id="rId53" Type="http://schemas.openxmlformats.org/officeDocument/2006/relationships/tags" Target="../tags/tag143.xml"/><Relationship Id="rId52" Type="http://schemas.openxmlformats.org/officeDocument/2006/relationships/tags" Target="../tags/tag142.xml"/><Relationship Id="rId51" Type="http://schemas.openxmlformats.org/officeDocument/2006/relationships/tags" Target="../tags/tag141.xml"/><Relationship Id="rId50" Type="http://schemas.openxmlformats.org/officeDocument/2006/relationships/tags" Target="../tags/tag140.xml"/><Relationship Id="rId5" Type="http://schemas.openxmlformats.org/officeDocument/2006/relationships/tags" Target="../tags/tag95.xml"/><Relationship Id="rId49" Type="http://schemas.openxmlformats.org/officeDocument/2006/relationships/tags" Target="../tags/tag139.xml"/><Relationship Id="rId48" Type="http://schemas.openxmlformats.org/officeDocument/2006/relationships/tags" Target="../tags/tag138.xml"/><Relationship Id="rId47" Type="http://schemas.openxmlformats.org/officeDocument/2006/relationships/tags" Target="../tags/tag137.xml"/><Relationship Id="rId46" Type="http://schemas.openxmlformats.org/officeDocument/2006/relationships/tags" Target="../tags/tag136.xml"/><Relationship Id="rId45" Type="http://schemas.openxmlformats.org/officeDocument/2006/relationships/tags" Target="../tags/tag135.xml"/><Relationship Id="rId44" Type="http://schemas.openxmlformats.org/officeDocument/2006/relationships/tags" Target="../tags/tag134.xml"/><Relationship Id="rId43" Type="http://schemas.openxmlformats.org/officeDocument/2006/relationships/tags" Target="../tags/tag133.xml"/><Relationship Id="rId42" Type="http://schemas.openxmlformats.org/officeDocument/2006/relationships/tags" Target="../tags/tag132.xml"/><Relationship Id="rId41" Type="http://schemas.openxmlformats.org/officeDocument/2006/relationships/tags" Target="../tags/tag131.xml"/><Relationship Id="rId40" Type="http://schemas.openxmlformats.org/officeDocument/2006/relationships/tags" Target="../tags/tag130.xml"/><Relationship Id="rId4" Type="http://schemas.openxmlformats.org/officeDocument/2006/relationships/tags" Target="../tags/tag94.xml"/><Relationship Id="rId39" Type="http://schemas.openxmlformats.org/officeDocument/2006/relationships/tags" Target="../tags/tag129.xml"/><Relationship Id="rId38" Type="http://schemas.openxmlformats.org/officeDocument/2006/relationships/tags" Target="../tags/tag128.xml"/><Relationship Id="rId37" Type="http://schemas.openxmlformats.org/officeDocument/2006/relationships/tags" Target="../tags/tag127.xml"/><Relationship Id="rId36" Type="http://schemas.openxmlformats.org/officeDocument/2006/relationships/tags" Target="../tags/tag126.xml"/><Relationship Id="rId35" Type="http://schemas.openxmlformats.org/officeDocument/2006/relationships/tags" Target="../tags/tag125.xml"/><Relationship Id="rId34" Type="http://schemas.openxmlformats.org/officeDocument/2006/relationships/tags" Target="../tags/tag124.xml"/><Relationship Id="rId33" Type="http://schemas.openxmlformats.org/officeDocument/2006/relationships/tags" Target="../tags/tag123.xml"/><Relationship Id="rId32" Type="http://schemas.openxmlformats.org/officeDocument/2006/relationships/tags" Target="../tags/tag122.xml"/><Relationship Id="rId31" Type="http://schemas.openxmlformats.org/officeDocument/2006/relationships/tags" Target="../tags/tag121.xml"/><Relationship Id="rId30" Type="http://schemas.openxmlformats.org/officeDocument/2006/relationships/tags" Target="../tags/tag120.xml"/><Relationship Id="rId3" Type="http://schemas.openxmlformats.org/officeDocument/2006/relationships/tags" Target="../tags/tag93.xml"/><Relationship Id="rId29" Type="http://schemas.openxmlformats.org/officeDocument/2006/relationships/tags" Target="../tags/tag119.xml"/><Relationship Id="rId28" Type="http://schemas.openxmlformats.org/officeDocument/2006/relationships/tags" Target="../tags/tag118.xml"/><Relationship Id="rId27" Type="http://schemas.openxmlformats.org/officeDocument/2006/relationships/tags" Target="../tags/tag117.xml"/><Relationship Id="rId26" Type="http://schemas.openxmlformats.org/officeDocument/2006/relationships/tags" Target="../tags/tag116.xml"/><Relationship Id="rId25" Type="http://schemas.openxmlformats.org/officeDocument/2006/relationships/tags" Target="../tags/tag115.xml"/><Relationship Id="rId24" Type="http://schemas.openxmlformats.org/officeDocument/2006/relationships/tags" Target="../tags/tag114.xml"/><Relationship Id="rId23" Type="http://schemas.openxmlformats.org/officeDocument/2006/relationships/tags" Target="../tags/tag113.xml"/><Relationship Id="rId22" Type="http://schemas.openxmlformats.org/officeDocument/2006/relationships/tags" Target="../tags/tag112.xml"/><Relationship Id="rId21" Type="http://schemas.openxmlformats.org/officeDocument/2006/relationships/tags" Target="../tags/tag111.xml"/><Relationship Id="rId20" Type="http://schemas.openxmlformats.org/officeDocument/2006/relationships/tags" Target="../tags/tag110.xml"/><Relationship Id="rId2" Type="http://schemas.openxmlformats.org/officeDocument/2006/relationships/tags" Target="../tags/tag92.xml"/><Relationship Id="rId19" Type="http://schemas.openxmlformats.org/officeDocument/2006/relationships/tags" Target="../tags/tag109.xml"/><Relationship Id="rId18" Type="http://schemas.openxmlformats.org/officeDocument/2006/relationships/tags" Target="../tags/tag108.xml"/><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99" Type="http://schemas.openxmlformats.org/officeDocument/2006/relationships/tags" Target="../tags/tag248.xml"/><Relationship Id="rId98" Type="http://schemas.openxmlformats.org/officeDocument/2006/relationships/tags" Target="../tags/tag247.xml"/><Relationship Id="rId97" Type="http://schemas.openxmlformats.org/officeDocument/2006/relationships/tags" Target="../tags/tag246.xml"/><Relationship Id="rId96" Type="http://schemas.openxmlformats.org/officeDocument/2006/relationships/tags" Target="../tags/tag245.xml"/><Relationship Id="rId95" Type="http://schemas.openxmlformats.org/officeDocument/2006/relationships/tags" Target="../tags/tag244.xml"/><Relationship Id="rId94" Type="http://schemas.openxmlformats.org/officeDocument/2006/relationships/tags" Target="../tags/tag243.xml"/><Relationship Id="rId93" Type="http://schemas.openxmlformats.org/officeDocument/2006/relationships/tags" Target="../tags/tag242.xml"/><Relationship Id="rId92" Type="http://schemas.openxmlformats.org/officeDocument/2006/relationships/tags" Target="../tags/tag241.xml"/><Relationship Id="rId91" Type="http://schemas.openxmlformats.org/officeDocument/2006/relationships/tags" Target="../tags/tag240.xml"/><Relationship Id="rId90" Type="http://schemas.openxmlformats.org/officeDocument/2006/relationships/tags" Target="../tags/tag239.xml"/><Relationship Id="rId9" Type="http://schemas.openxmlformats.org/officeDocument/2006/relationships/tags" Target="../tags/tag159.xml"/><Relationship Id="rId89" Type="http://schemas.openxmlformats.org/officeDocument/2006/relationships/tags" Target="../tags/tag238.xml"/><Relationship Id="rId88" Type="http://schemas.openxmlformats.org/officeDocument/2006/relationships/tags" Target="../tags/tag237.xml"/><Relationship Id="rId87" Type="http://schemas.openxmlformats.org/officeDocument/2006/relationships/tags" Target="../tags/tag236.xml"/><Relationship Id="rId86" Type="http://schemas.openxmlformats.org/officeDocument/2006/relationships/tags" Target="../tags/tag235.xml"/><Relationship Id="rId85" Type="http://schemas.openxmlformats.org/officeDocument/2006/relationships/tags" Target="../tags/tag234.xml"/><Relationship Id="rId84" Type="http://schemas.openxmlformats.org/officeDocument/2006/relationships/tags" Target="../tags/tag233.xml"/><Relationship Id="rId83" Type="http://schemas.openxmlformats.org/officeDocument/2006/relationships/tags" Target="../tags/tag232.xml"/><Relationship Id="rId82" Type="http://schemas.openxmlformats.org/officeDocument/2006/relationships/tags" Target="../tags/tag231.xml"/><Relationship Id="rId81" Type="http://schemas.openxmlformats.org/officeDocument/2006/relationships/tags" Target="../tags/tag230.xml"/><Relationship Id="rId80" Type="http://schemas.openxmlformats.org/officeDocument/2006/relationships/tags" Target="../tags/tag229.xml"/><Relationship Id="rId8" Type="http://schemas.openxmlformats.org/officeDocument/2006/relationships/tags" Target="../tags/tag158.xml"/><Relationship Id="rId79" Type="http://schemas.openxmlformats.org/officeDocument/2006/relationships/tags" Target="../tags/tag228.xml"/><Relationship Id="rId78" Type="http://schemas.openxmlformats.org/officeDocument/2006/relationships/tags" Target="../tags/tag227.xml"/><Relationship Id="rId77" Type="http://schemas.openxmlformats.org/officeDocument/2006/relationships/tags" Target="../tags/tag226.xml"/><Relationship Id="rId76" Type="http://schemas.openxmlformats.org/officeDocument/2006/relationships/tags" Target="../tags/tag225.xml"/><Relationship Id="rId75" Type="http://schemas.openxmlformats.org/officeDocument/2006/relationships/tags" Target="../tags/tag224.xml"/><Relationship Id="rId74" Type="http://schemas.openxmlformats.org/officeDocument/2006/relationships/tags" Target="../tags/tag223.xml"/><Relationship Id="rId73" Type="http://schemas.openxmlformats.org/officeDocument/2006/relationships/tags" Target="../tags/tag222.xml"/><Relationship Id="rId72" Type="http://schemas.openxmlformats.org/officeDocument/2006/relationships/tags" Target="../tags/tag221.xml"/><Relationship Id="rId71" Type="http://schemas.openxmlformats.org/officeDocument/2006/relationships/tags" Target="../tags/tag220.xml"/><Relationship Id="rId70" Type="http://schemas.openxmlformats.org/officeDocument/2006/relationships/tags" Target="../tags/tag219.xml"/><Relationship Id="rId7" Type="http://schemas.openxmlformats.org/officeDocument/2006/relationships/tags" Target="../tags/tag157.xml"/><Relationship Id="rId69" Type="http://schemas.openxmlformats.org/officeDocument/2006/relationships/tags" Target="../tags/tag218.xml"/><Relationship Id="rId68" Type="http://schemas.openxmlformats.org/officeDocument/2006/relationships/tags" Target="../tags/tag217.xml"/><Relationship Id="rId67" Type="http://schemas.openxmlformats.org/officeDocument/2006/relationships/tags" Target="../tags/tag216.xml"/><Relationship Id="rId66" Type="http://schemas.openxmlformats.org/officeDocument/2006/relationships/tags" Target="../tags/tag215.xml"/><Relationship Id="rId65" Type="http://schemas.openxmlformats.org/officeDocument/2006/relationships/tags" Target="../tags/tag214.xml"/><Relationship Id="rId64" Type="http://schemas.openxmlformats.org/officeDocument/2006/relationships/tags" Target="../tags/tag213.xml"/><Relationship Id="rId63" Type="http://schemas.openxmlformats.org/officeDocument/2006/relationships/tags" Target="../tags/tag212.xml"/><Relationship Id="rId62" Type="http://schemas.openxmlformats.org/officeDocument/2006/relationships/tags" Target="../tags/tag211.xml"/><Relationship Id="rId61" Type="http://schemas.openxmlformats.org/officeDocument/2006/relationships/tags" Target="../tags/tag210.xml"/><Relationship Id="rId60" Type="http://schemas.openxmlformats.org/officeDocument/2006/relationships/tags" Target="../tags/tag209.xml"/><Relationship Id="rId6" Type="http://schemas.openxmlformats.org/officeDocument/2006/relationships/tags" Target="../tags/tag156.xml"/><Relationship Id="rId59" Type="http://schemas.openxmlformats.org/officeDocument/2006/relationships/tags" Target="../tags/tag208.xml"/><Relationship Id="rId58" Type="http://schemas.openxmlformats.org/officeDocument/2006/relationships/tags" Target="../tags/tag207.xml"/><Relationship Id="rId57" Type="http://schemas.openxmlformats.org/officeDocument/2006/relationships/tags" Target="../tags/tag206.xml"/><Relationship Id="rId56" Type="http://schemas.openxmlformats.org/officeDocument/2006/relationships/tags" Target="../tags/tag205.xml"/><Relationship Id="rId55" Type="http://schemas.openxmlformats.org/officeDocument/2006/relationships/image" Target="../media/image2.png"/><Relationship Id="rId54" Type="http://schemas.openxmlformats.org/officeDocument/2006/relationships/tags" Target="../tags/tag204.xml"/><Relationship Id="rId53" Type="http://schemas.openxmlformats.org/officeDocument/2006/relationships/tags" Target="../tags/tag203.xml"/><Relationship Id="rId52" Type="http://schemas.openxmlformats.org/officeDocument/2006/relationships/tags" Target="../tags/tag202.xml"/><Relationship Id="rId51" Type="http://schemas.openxmlformats.org/officeDocument/2006/relationships/tags" Target="../tags/tag201.xml"/><Relationship Id="rId50" Type="http://schemas.openxmlformats.org/officeDocument/2006/relationships/tags" Target="../tags/tag200.xml"/><Relationship Id="rId5" Type="http://schemas.openxmlformats.org/officeDocument/2006/relationships/tags" Target="../tags/tag155.xml"/><Relationship Id="rId49" Type="http://schemas.openxmlformats.org/officeDocument/2006/relationships/tags" Target="../tags/tag199.xml"/><Relationship Id="rId48" Type="http://schemas.openxmlformats.org/officeDocument/2006/relationships/tags" Target="../tags/tag198.xml"/><Relationship Id="rId47" Type="http://schemas.openxmlformats.org/officeDocument/2006/relationships/tags" Target="../tags/tag197.xml"/><Relationship Id="rId46" Type="http://schemas.openxmlformats.org/officeDocument/2006/relationships/tags" Target="../tags/tag196.xml"/><Relationship Id="rId45" Type="http://schemas.openxmlformats.org/officeDocument/2006/relationships/tags" Target="../tags/tag195.xml"/><Relationship Id="rId44" Type="http://schemas.openxmlformats.org/officeDocument/2006/relationships/tags" Target="../tags/tag194.xml"/><Relationship Id="rId43" Type="http://schemas.openxmlformats.org/officeDocument/2006/relationships/tags" Target="../tags/tag193.xml"/><Relationship Id="rId42" Type="http://schemas.openxmlformats.org/officeDocument/2006/relationships/tags" Target="../tags/tag192.xml"/><Relationship Id="rId41" Type="http://schemas.openxmlformats.org/officeDocument/2006/relationships/tags" Target="../tags/tag191.xml"/><Relationship Id="rId40" Type="http://schemas.openxmlformats.org/officeDocument/2006/relationships/tags" Target="../tags/tag190.xml"/><Relationship Id="rId4" Type="http://schemas.openxmlformats.org/officeDocument/2006/relationships/tags" Target="../tags/tag154.xml"/><Relationship Id="rId39" Type="http://schemas.openxmlformats.org/officeDocument/2006/relationships/tags" Target="../tags/tag189.xml"/><Relationship Id="rId38" Type="http://schemas.openxmlformats.org/officeDocument/2006/relationships/tags" Target="../tags/tag188.xml"/><Relationship Id="rId37" Type="http://schemas.openxmlformats.org/officeDocument/2006/relationships/tags" Target="../tags/tag187.xml"/><Relationship Id="rId36" Type="http://schemas.openxmlformats.org/officeDocument/2006/relationships/tags" Target="../tags/tag186.xml"/><Relationship Id="rId35" Type="http://schemas.openxmlformats.org/officeDocument/2006/relationships/tags" Target="../tags/tag185.xml"/><Relationship Id="rId34" Type="http://schemas.openxmlformats.org/officeDocument/2006/relationships/tags" Target="../tags/tag184.xml"/><Relationship Id="rId33" Type="http://schemas.openxmlformats.org/officeDocument/2006/relationships/tags" Target="../tags/tag183.xml"/><Relationship Id="rId32" Type="http://schemas.openxmlformats.org/officeDocument/2006/relationships/tags" Target="../tags/tag182.xml"/><Relationship Id="rId31" Type="http://schemas.openxmlformats.org/officeDocument/2006/relationships/tags" Target="../tags/tag181.xml"/><Relationship Id="rId30" Type="http://schemas.openxmlformats.org/officeDocument/2006/relationships/tags" Target="../tags/tag180.xml"/><Relationship Id="rId3" Type="http://schemas.openxmlformats.org/officeDocument/2006/relationships/tags" Target="../tags/tag153.xml"/><Relationship Id="rId29" Type="http://schemas.openxmlformats.org/officeDocument/2006/relationships/tags" Target="../tags/tag179.xml"/><Relationship Id="rId28" Type="http://schemas.openxmlformats.org/officeDocument/2006/relationships/tags" Target="../tags/tag178.xml"/><Relationship Id="rId27" Type="http://schemas.openxmlformats.org/officeDocument/2006/relationships/tags" Target="../tags/tag177.xml"/><Relationship Id="rId26" Type="http://schemas.openxmlformats.org/officeDocument/2006/relationships/tags" Target="../tags/tag176.xml"/><Relationship Id="rId25" Type="http://schemas.openxmlformats.org/officeDocument/2006/relationships/tags" Target="../tags/tag175.xml"/><Relationship Id="rId24" Type="http://schemas.openxmlformats.org/officeDocument/2006/relationships/tags" Target="../tags/tag174.xml"/><Relationship Id="rId23" Type="http://schemas.openxmlformats.org/officeDocument/2006/relationships/tags" Target="../tags/tag173.xml"/><Relationship Id="rId22" Type="http://schemas.openxmlformats.org/officeDocument/2006/relationships/tags" Target="../tags/tag172.xml"/><Relationship Id="rId21" Type="http://schemas.openxmlformats.org/officeDocument/2006/relationships/tags" Target="../tags/tag171.xml"/><Relationship Id="rId20" Type="http://schemas.openxmlformats.org/officeDocument/2006/relationships/tags" Target="../tags/tag170.xml"/><Relationship Id="rId2" Type="http://schemas.openxmlformats.org/officeDocument/2006/relationships/tags" Target="../tags/tag152.xml"/><Relationship Id="rId19" Type="http://schemas.openxmlformats.org/officeDocument/2006/relationships/tags" Target="../tags/tag169.xml"/><Relationship Id="rId18" Type="http://schemas.openxmlformats.org/officeDocument/2006/relationships/tags" Target="../tags/tag168.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8" Type="http://schemas.openxmlformats.org/officeDocument/2006/relationships/notesSlide" Target="../notesSlides/notesSlide8.xml"/><Relationship Id="rId117" Type="http://schemas.openxmlformats.org/officeDocument/2006/relationships/slideLayout" Target="../slideLayouts/slideLayout2.xml"/><Relationship Id="rId116" Type="http://schemas.openxmlformats.org/officeDocument/2006/relationships/tags" Target="../tags/tag265.xml"/><Relationship Id="rId115" Type="http://schemas.openxmlformats.org/officeDocument/2006/relationships/tags" Target="../tags/tag264.xml"/><Relationship Id="rId114" Type="http://schemas.openxmlformats.org/officeDocument/2006/relationships/tags" Target="../tags/tag263.xml"/><Relationship Id="rId113" Type="http://schemas.openxmlformats.org/officeDocument/2006/relationships/tags" Target="../tags/tag262.xml"/><Relationship Id="rId112" Type="http://schemas.openxmlformats.org/officeDocument/2006/relationships/tags" Target="../tags/tag261.xml"/><Relationship Id="rId111" Type="http://schemas.openxmlformats.org/officeDocument/2006/relationships/tags" Target="../tags/tag260.xml"/><Relationship Id="rId110" Type="http://schemas.openxmlformats.org/officeDocument/2006/relationships/tags" Target="../tags/tag259.xml"/><Relationship Id="rId11" Type="http://schemas.openxmlformats.org/officeDocument/2006/relationships/tags" Target="../tags/tag161.xml"/><Relationship Id="rId109" Type="http://schemas.openxmlformats.org/officeDocument/2006/relationships/tags" Target="../tags/tag258.xml"/><Relationship Id="rId108" Type="http://schemas.openxmlformats.org/officeDocument/2006/relationships/tags" Target="../tags/tag257.xml"/><Relationship Id="rId107" Type="http://schemas.openxmlformats.org/officeDocument/2006/relationships/tags" Target="../tags/tag256.xml"/><Relationship Id="rId106" Type="http://schemas.openxmlformats.org/officeDocument/2006/relationships/tags" Target="../tags/tag255.xml"/><Relationship Id="rId105" Type="http://schemas.openxmlformats.org/officeDocument/2006/relationships/tags" Target="../tags/tag254.xml"/><Relationship Id="rId104" Type="http://schemas.openxmlformats.org/officeDocument/2006/relationships/tags" Target="../tags/tag253.xml"/><Relationship Id="rId103" Type="http://schemas.openxmlformats.org/officeDocument/2006/relationships/tags" Target="../tags/tag252.xml"/><Relationship Id="rId102" Type="http://schemas.openxmlformats.org/officeDocument/2006/relationships/tags" Target="../tags/tag251.xml"/><Relationship Id="rId101" Type="http://schemas.openxmlformats.org/officeDocument/2006/relationships/tags" Target="../tags/tag250.xml"/><Relationship Id="rId100" Type="http://schemas.openxmlformats.org/officeDocument/2006/relationships/tags" Target="../tags/tag249.xml"/><Relationship Id="rId10" Type="http://schemas.openxmlformats.org/officeDocument/2006/relationships/tags" Target="../tags/tag160.xml"/><Relationship Id="rId1" Type="http://schemas.openxmlformats.org/officeDocument/2006/relationships/tags" Target="../tags/tag15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9" Type="http://schemas.openxmlformats.org/officeDocument/2006/relationships/slideLayout" Target="../slideLayouts/slideLayout2.xml"/><Relationship Id="rId58" Type="http://schemas.openxmlformats.org/officeDocument/2006/relationships/tags" Target="../tags/tag322.xml"/><Relationship Id="rId57" Type="http://schemas.openxmlformats.org/officeDocument/2006/relationships/tags" Target="../tags/tag321.xml"/><Relationship Id="rId56" Type="http://schemas.openxmlformats.org/officeDocument/2006/relationships/tags" Target="../tags/tag320.xml"/><Relationship Id="rId55" Type="http://schemas.openxmlformats.org/officeDocument/2006/relationships/tags" Target="../tags/tag319.xml"/><Relationship Id="rId54" Type="http://schemas.openxmlformats.org/officeDocument/2006/relationships/tags" Target="../tags/tag318.xml"/><Relationship Id="rId53" Type="http://schemas.openxmlformats.org/officeDocument/2006/relationships/tags" Target="../tags/tag317.xml"/><Relationship Id="rId52" Type="http://schemas.openxmlformats.org/officeDocument/2006/relationships/tags" Target="../tags/tag316.xml"/><Relationship Id="rId51" Type="http://schemas.openxmlformats.org/officeDocument/2006/relationships/tags" Target="../tags/tag315.xml"/><Relationship Id="rId50" Type="http://schemas.openxmlformats.org/officeDocument/2006/relationships/tags" Target="../tags/tag314.xml"/><Relationship Id="rId5" Type="http://schemas.openxmlformats.org/officeDocument/2006/relationships/tags" Target="../tags/tag269.xml"/><Relationship Id="rId49" Type="http://schemas.openxmlformats.org/officeDocument/2006/relationships/tags" Target="../tags/tag313.xml"/><Relationship Id="rId48" Type="http://schemas.openxmlformats.org/officeDocument/2006/relationships/tags" Target="../tags/tag312.xml"/><Relationship Id="rId47" Type="http://schemas.openxmlformats.org/officeDocument/2006/relationships/tags" Target="../tags/tag311.xml"/><Relationship Id="rId46" Type="http://schemas.openxmlformats.org/officeDocument/2006/relationships/tags" Target="../tags/tag310.xml"/><Relationship Id="rId45" Type="http://schemas.openxmlformats.org/officeDocument/2006/relationships/tags" Target="../tags/tag309.xml"/><Relationship Id="rId44" Type="http://schemas.openxmlformats.org/officeDocument/2006/relationships/tags" Target="../tags/tag308.xml"/><Relationship Id="rId43" Type="http://schemas.openxmlformats.org/officeDocument/2006/relationships/tags" Target="../tags/tag307.xml"/><Relationship Id="rId42" Type="http://schemas.openxmlformats.org/officeDocument/2006/relationships/tags" Target="../tags/tag306.xml"/><Relationship Id="rId41" Type="http://schemas.openxmlformats.org/officeDocument/2006/relationships/tags" Target="../tags/tag305.xml"/><Relationship Id="rId40" Type="http://schemas.openxmlformats.org/officeDocument/2006/relationships/tags" Target="../tags/tag304.xml"/><Relationship Id="rId4" Type="http://schemas.openxmlformats.org/officeDocument/2006/relationships/tags" Target="../tags/tag268.xml"/><Relationship Id="rId39" Type="http://schemas.openxmlformats.org/officeDocument/2006/relationships/tags" Target="../tags/tag303.xml"/><Relationship Id="rId38" Type="http://schemas.openxmlformats.org/officeDocument/2006/relationships/tags" Target="../tags/tag302.xml"/><Relationship Id="rId37" Type="http://schemas.openxmlformats.org/officeDocument/2006/relationships/tags" Target="../tags/tag301.xml"/><Relationship Id="rId36" Type="http://schemas.openxmlformats.org/officeDocument/2006/relationships/tags" Target="../tags/tag300.xml"/><Relationship Id="rId35" Type="http://schemas.openxmlformats.org/officeDocument/2006/relationships/tags" Target="../tags/tag299.xml"/><Relationship Id="rId34" Type="http://schemas.openxmlformats.org/officeDocument/2006/relationships/tags" Target="../tags/tag298.xml"/><Relationship Id="rId33" Type="http://schemas.openxmlformats.org/officeDocument/2006/relationships/tags" Target="../tags/tag297.xml"/><Relationship Id="rId32" Type="http://schemas.openxmlformats.org/officeDocument/2006/relationships/tags" Target="../tags/tag296.xml"/><Relationship Id="rId31" Type="http://schemas.openxmlformats.org/officeDocument/2006/relationships/tags" Target="../tags/tag295.xml"/><Relationship Id="rId30" Type="http://schemas.openxmlformats.org/officeDocument/2006/relationships/tags" Target="../tags/tag294.xml"/><Relationship Id="rId3" Type="http://schemas.openxmlformats.org/officeDocument/2006/relationships/tags" Target="../tags/tag267.xml"/><Relationship Id="rId29" Type="http://schemas.openxmlformats.org/officeDocument/2006/relationships/tags" Target="../tags/tag293.xml"/><Relationship Id="rId28" Type="http://schemas.openxmlformats.org/officeDocument/2006/relationships/tags" Target="../tags/tag292.xml"/><Relationship Id="rId27" Type="http://schemas.openxmlformats.org/officeDocument/2006/relationships/tags" Target="../tags/tag291.xml"/><Relationship Id="rId26" Type="http://schemas.openxmlformats.org/officeDocument/2006/relationships/tags" Target="../tags/tag290.xml"/><Relationship Id="rId25" Type="http://schemas.openxmlformats.org/officeDocument/2006/relationships/tags" Target="../tags/tag289.xml"/><Relationship Id="rId24" Type="http://schemas.openxmlformats.org/officeDocument/2006/relationships/tags" Target="../tags/tag288.xml"/><Relationship Id="rId23" Type="http://schemas.openxmlformats.org/officeDocument/2006/relationships/tags" Target="../tags/tag287.xml"/><Relationship Id="rId22" Type="http://schemas.openxmlformats.org/officeDocument/2006/relationships/tags" Target="../tags/tag286.xml"/><Relationship Id="rId21" Type="http://schemas.openxmlformats.org/officeDocument/2006/relationships/tags" Target="../tags/tag285.xml"/><Relationship Id="rId20" Type="http://schemas.openxmlformats.org/officeDocument/2006/relationships/tags" Target="../tags/tag284.xml"/><Relationship Id="rId2" Type="http://schemas.openxmlformats.org/officeDocument/2006/relationships/tags" Target="../tags/tag266.xml"/><Relationship Id="rId19" Type="http://schemas.openxmlformats.org/officeDocument/2006/relationships/tags" Target="../tags/tag283.xml"/><Relationship Id="rId18" Type="http://schemas.openxmlformats.org/officeDocument/2006/relationships/tags" Target="../tags/tag282.xml"/><Relationship Id="rId17" Type="http://schemas.openxmlformats.org/officeDocument/2006/relationships/tags" Target="../tags/tag281.xml"/><Relationship Id="rId16" Type="http://schemas.openxmlformats.org/officeDocument/2006/relationships/tags" Target="../tags/tag280.xml"/><Relationship Id="rId15" Type="http://schemas.openxmlformats.org/officeDocument/2006/relationships/tags" Target="../tags/tag279.xml"/><Relationship Id="rId14" Type="http://schemas.openxmlformats.org/officeDocument/2006/relationships/tags" Target="../tags/tag278.xml"/><Relationship Id="rId13" Type="http://schemas.openxmlformats.org/officeDocument/2006/relationships/tags" Target="../tags/tag277.xml"/><Relationship Id="rId12" Type="http://schemas.openxmlformats.org/officeDocument/2006/relationships/tags" Target="../tags/tag276.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oleObject" Target="../embeddings/Workbook1.xls"/><Relationship Id="rId3" Type="http://schemas.openxmlformats.org/officeDocument/2006/relationships/tags" Target="../tags/tag324.xml"/><Relationship Id="rId2" Type="http://schemas.openxmlformats.org/officeDocument/2006/relationships/tags" Target="../tags/tag323.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tags" Target="../tags/tag336.xml"/><Relationship Id="rId7" Type="http://schemas.openxmlformats.org/officeDocument/2006/relationships/tags" Target="../tags/tag335.xml"/><Relationship Id="rId60" Type="http://schemas.openxmlformats.org/officeDocument/2006/relationships/notesSlide" Target="../notesSlides/notesSlide12.xml"/><Relationship Id="rId6" Type="http://schemas.openxmlformats.org/officeDocument/2006/relationships/tags" Target="../tags/tag334.xml"/><Relationship Id="rId59" Type="http://schemas.openxmlformats.org/officeDocument/2006/relationships/slideLayout" Target="../slideLayouts/slideLayout2.xml"/><Relationship Id="rId58" Type="http://schemas.openxmlformats.org/officeDocument/2006/relationships/tags" Target="../tags/tag386.xml"/><Relationship Id="rId57" Type="http://schemas.openxmlformats.org/officeDocument/2006/relationships/tags" Target="../tags/tag385.xml"/><Relationship Id="rId56" Type="http://schemas.openxmlformats.org/officeDocument/2006/relationships/tags" Target="../tags/tag384.xml"/><Relationship Id="rId55" Type="http://schemas.openxmlformats.org/officeDocument/2006/relationships/tags" Target="../tags/tag383.xml"/><Relationship Id="rId54" Type="http://schemas.openxmlformats.org/officeDocument/2006/relationships/tags" Target="../tags/tag382.xml"/><Relationship Id="rId53" Type="http://schemas.openxmlformats.org/officeDocument/2006/relationships/tags" Target="../tags/tag381.xml"/><Relationship Id="rId52" Type="http://schemas.openxmlformats.org/officeDocument/2006/relationships/tags" Target="../tags/tag380.xml"/><Relationship Id="rId51" Type="http://schemas.openxmlformats.org/officeDocument/2006/relationships/tags" Target="../tags/tag379.xml"/><Relationship Id="rId50" Type="http://schemas.openxmlformats.org/officeDocument/2006/relationships/tags" Target="../tags/tag378.xml"/><Relationship Id="rId5" Type="http://schemas.openxmlformats.org/officeDocument/2006/relationships/tags" Target="../tags/tag333.xml"/><Relationship Id="rId49" Type="http://schemas.openxmlformats.org/officeDocument/2006/relationships/tags" Target="../tags/tag377.xml"/><Relationship Id="rId48" Type="http://schemas.openxmlformats.org/officeDocument/2006/relationships/tags" Target="../tags/tag376.xml"/><Relationship Id="rId47" Type="http://schemas.openxmlformats.org/officeDocument/2006/relationships/tags" Target="../tags/tag375.xml"/><Relationship Id="rId46" Type="http://schemas.openxmlformats.org/officeDocument/2006/relationships/tags" Target="../tags/tag374.xml"/><Relationship Id="rId45" Type="http://schemas.openxmlformats.org/officeDocument/2006/relationships/tags" Target="../tags/tag373.xml"/><Relationship Id="rId44" Type="http://schemas.openxmlformats.org/officeDocument/2006/relationships/tags" Target="../tags/tag372.xml"/><Relationship Id="rId43" Type="http://schemas.openxmlformats.org/officeDocument/2006/relationships/tags" Target="../tags/tag371.xml"/><Relationship Id="rId42" Type="http://schemas.openxmlformats.org/officeDocument/2006/relationships/tags" Target="../tags/tag370.xml"/><Relationship Id="rId41" Type="http://schemas.openxmlformats.org/officeDocument/2006/relationships/tags" Target="../tags/tag369.xml"/><Relationship Id="rId40" Type="http://schemas.openxmlformats.org/officeDocument/2006/relationships/tags" Target="../tags/tag368.xml"/><Relationship Id="rId4" Type="http://schemas.openxmlformats.org/officeDocument/2006/relationships/tags" Target="../tags/tag332.xml"/><Relationship Id="rId39" Type="http://schemas.openxmlformats.org/officeDocument/2006/relationships/tags" Target="../tags/tag367.xml"/><Relationship Id="rId38" Type="http://schemas.openxmlformats.org/officeDocument/2006/relationships/tags" Target="../tags/tag366.xml"/><Relationship Id="rId37" Type="http://schemas.openxmlformats.org/officeDocument/2006/relationships/tags" Target="../tags/tag365.xml"/><Relationship Id="rId36" Type="http://schemas.openxmlformats.org/officeDocument/2006/relationships/tags" Target="../tags/tag364.xml"/><Relationship Id="rId35" Type="http://schemas.openxmlformats.org/officeDocument/2006/relationships/tags" Target="../tags/tag363.xml"/><Relationship Id="rId34" Type="http://schemas.openxmlformats.org/officeDocument/2006/relationships/tags" Target="../tags/tag362.xml"/><Relationship Id="rId33" Type="http://schemas.openxmlformats.org/officeDocument/2006/relationships/tags" Target="../tags/tag361.xml"/><Relationship Id="rId32" Type="http://schemas.openxmlformats.org/officeDocument/2006/relationships/tags" Target="../tags/tag360.xml"/><Relationship Id="rId31" Type="http://schemas.openxmlformats.org/officeDocument/2006/relationships/tags" Target="../tags/tag359.xml"/><Relationship Id="rId30" Type="http://schemas.openxmlformats.org/officeDocument/2006/relationships/tags" Target="../tags/tag358.xml"/><Relationship Id="rId3" Type="http://schemas.openxmlformats.org/officeDocument/2006/relationships/tags" Target="../tags/tag331.xml"/><Relationship Id="rId29" Type="http://schemas.openxmlformats.org/officeDocument/2006/relationships/tags" Target="../tags/tag357.xml"/><Relationship Id="rId28" Type="http://schemas.openxmlformats.org/officeDocument/2006/relationships/tags" Target="../tags/tag356.xml"/><Relationship Id="rId27" Type="http://schemas.openxmlformats.org/officeDocument/2006/relationships/tags" Target="../tags/tag355.xml"/><Relationship Id="rId26" Type="http://schemas.openxmlformats.org/officeDocument/2006/relationships/tags" Target="../tags/tag354.xml"/><Relationship Id="rId25" Type="http://schemas.openxmlformats.org/officeDocument/2006/relationships/tags" Target="../tags/tag353.xml"/><Relationship Id="rId24" Type="http://schemas.openxmlformats.org/officeDocument/2006/relationships/tags" Target="../tags/tag352.xml"/><Relationship Id="rId23" Type="http://schemas.openxmlformats.org/officeDocument/2006/relationships/tags" Target="../tags/tag351.xml"/><Relationship Id="rId22" Type="http://schemas.openxmlformats.org/officeDocument/2006/relationships/tags" Target="../tags/tag350.xml"/><Relationship Id="rId21" Type="http://schemas.openxmlformats.org/officeDocument/2006/relationships/tags" Target="../tags/tag349.xml"/><Relationship Id="rId20" Type="http://schemas.openxmlformats.org/officeDocument/2006/relationships/tags" Target="../tags/tag348.xml"/><Relationship Id="rId2" Type="http://schemas.openxmlformats.org/officeDocument/2006/relationships/tags" Target="../tags/tag330.xml"/><Relationship Id="rId19" Type="http://schemas.openxmlformats.org/officeDocument/2006/relationships/tags" Target="../tags/tag347.xml"/><Relationship Id="rId18" Type="http://schemas.openxmlformats.org/officeDocument/2006/relationships/tags" Target="../tags/tag346.xml"/><Relationship Id="rId17" Type="http://schemas.openxmlformats.org/officeDocument/2006/relationships/tags" Target="../tags/tag345.xml"/><Relationship Id="rId16" Type="http://schemas.openxmlformats.org/officeDocument/2006/relationships/tags" Target="../tags/tag344.xml"/><Relationship Id="rId15" Type="http://schemas.openxmlformats.org/officeDocument/2006/relationships/tags" Target="../tags/tag343.xml"/><Relationship Id="rId14" Type="http://schemas.openxmlformats.org/officeDocument/2006/relationships/tags" Target="../tags/tag342.xml"/><Relationship Id="rId13" Type="http://schemas.openxmlformats.org/officeDocument/2006/relationships/tags" Target="../tags/tag341.xml"/><Relationship Id="rId12" Type="http://schemas.openxmlformats.org/officeDocument/2006/relationships/tags" Target="../tags/tag340.xml"/><Relationship Id="rId11" Type="http://schemas.openxmlformats.org/officeDocument/2006/relationships/tags" Target="../tags/tag339.xml"/><Relationship Id="rId10" Type="http://schemas.openxmlformats.org/officeDocument/2006/relationships/tags" Target="../tags/tag338.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tags" Target="../tags/tag390.xml"/><Relationship Id="rId46" Type="http://schemas.openxmlformats.org/officeDocument/2006/relationships/notesSlide" Target="../notesSlides/notesSlide13.xml"/><Relationship Id="rId45" Type="http://schemas.openxmlformats.org/officeDocument/2006/relationships/vmlDrawing" Target="../drawings/vmlDrawing2.vml"/><Relationship Id="rId44" Type="http://schemas.openxmlformats.org/officeDocument/2006/relationships/slideLayout" Target="../slideLayouts/slideLayout2.xml"/><Relationship Id="rId43" Type="http://schemas.openxmlformats.org/officeDocument/2006/relationships/image" Target="../media/image7.emf"/><Relationship Id="rId42" Type="http://schemas.openxmlformats.org/officeDocument/2006/relationships/oleObject" Target="../embeddings/Workbook2.xls"/><Relationship Id="rId41" Type="http://schemas.openxmlformats.org/officeDocument/2006/relationships/tags" Target="../tags/tag426.xml"/><Relationship Id="rId40" Type="http://schemas.openxmlformats.org/officeDocument/2006/relationships/tags" Target="../tags/tag425.xml"/><Relationship Id="rId4" Type="http://schemas.openxmlformats.org/officeDocument/2006/relationships/tags" Target="../tags/tag389.xml"/><Relationship Id="rId39" Type="http://schemas.openxmlformats.org/officeDocument/2006/relationships/tags" Target="../tags/tag424.xml"/><Relationship Id="rId38" Type="http://schemas.openxmlformats.org/officeDocument/2006/relationships/tags" Target="../tags/tag423.xml"/><Relationship Id="rId37" Type="http://schemas.openxmlformats.org/officeDocument/2006/relationships/tags" Target="../tags/tag422.xml"/><Relationship Id="rId36" Type="http://schemas.openxmlformats.org/officeDocument/2006/relationships/tags" Target="../tags/tag421.xml"/><Relationship Id="rId35" Type="http://schemas.openxmlformats.org/officeDocument/2006/relationships/tags" Target="../tags/tag420.xml"/><Relationship Id="rId34" Type="http://schemas.openxmlformats.org/officeDocument/2006/relationships/tags" Target="../tags/tag419.xml"/><Relationship Id="rId33" Type="http://schemas.openxmlformats.org/officeDocument/2006/relationships/tags" Target="../tags/tag418.xml"/><Relationship Id="rId32" Type="http://schemas.openxmlformats.org/officeDocument/2006/relationships/tags" Target="../tags/tag417.xml"/><Relationship Id="rId31" Type="http://schemas.openxmlformats.org/officeDocument/2006/relationships/tags" Target="../tags/tag416.xml"/><Relationship Id="rId30" Type="http://schemas.openxmlformats.org/officeDocument/2006/relationships/tags" Target="../tags/tag415.xml"/><Relationship Id="rId3" Type="http://schemas.openxmlformats.org/officeDocument/2006/relationships/tags" Target="../tags/tag388.xml"/><Relationship Id="rId29" Type="http://schemas.openxmlformats.org/officeDocument/2006/relationships/tags" Target="../tags/tag414.xml"/><Relationship Id="rId28" Type="http://schemas.openxmlformats.org/officeDocument/2006/relationships/tags" Target="../tags/tag413.xml"/><Relationship Id="rId27" Type="http://schemas.openxmlformats.org/officeDocument/2006/relationships/tags" Target="../tags/tag412.xml"/><Relationship Id="rId26" Type="http://schemas.openxmlformats.org/officeDocument/2006/relationships/tags" Target="../tags/tag411.xml"/><Relationship Id="rId25" Type="http://schemas.openxmlformats.org/officeDocument/2006/relationships/tags" Target="../tags/tag410.xml"/><Relationship Id="rId24" Type="http://schemas.openxmlformats.org/officeDocument/2006/relationships/tags" Target="../tags/tag409.xml"/><Relationship Id="rId23" Type="http://schemas.openxmlformats.org/officeDocument/2006/relationships/tags" Target="../tags/tag408.xml"/><Relationship Id="rId22" Type="http://schemas.openxmlformats.org/officeDocument/2006/relationships/tags" Target="../tags/tag407.xml"/><Relationship Id="rId21" Type="http://schemas.openxmlformats.org/officeDocument/2006/relationships/tags" Target="../tags/tag406.xml"/><Relationship Id="rId20" Type="http://schemas.openxmlformats.org/officeDocument/2006/relationships/tags" Target="../tags/tag405.xml"/><Relationship Id="rId2" Type="http://schemas.openxmlformats.org/officeDocument/2006/relationships/tags" Target="../tags/tag387.xml"/><Relationship Id="rId19" Type="http://schemas.openxmlformats.org/officeDocument/2006/relationships/tags" Target="../tags/tag404.xml"/><Relationship Id="rId18" Type="http://schemas.openxmlformats.org/officeDocument/2006/relationships/tags" Target="../tags/tag403.xml"/><Relationship Id="rId17" Type="http://schemas.openxmlformats.org/officeDocument/2006/relationships/tags" Target="../tags/tag402.xml"/><Relationship Id="rId16" Type="http://schemas.openxmlformats.org/officeDocument/2006/relationships/tags" Target="../tags/tag401.xml"/><Relationship Id="rId15" Type="http://schemas.openxmlformats.org/officeDocument/2006/relationships/tags" Target="../tags/tag400.xml"/><Relationship Id="rId14" Type="http://schemas.openxmlformats.org/officeDocument/2006/relationships/tags" Target="../tags/tag399.xml"/><Relationship Id="rId13" Type="http://schemas.openxmlformats.org/officeDocument/2006/relationships/tags" Target="../tags/tag398.xml"/><Relationship Id="rId12" Type="http://schemas.openxmlformats.org/officeDocument/2006/relationships/tags" Target="../tags/tag397.xml"/><Relationship Id="rId11" Type="http://schemas.openxmlformats.org/officeDocument/2006/relationships/tags" Target="../tags/tag396.xml"/><Relationship Id="rId10" Type="http://schemas.openxmlformats.org/officeDocument/2006/relationships/tags" Target="../tags/tag395.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99" Type="http://schemas.openxmlformats.org/officeDocument/2006/relationships/tags" Target="../tags/tag523.xml"/><Relationship Id="rId98" Type="http://schemas.openxmlformats.org/officeDocument/2006/relationships/tags" Target="../tags/tag522.xml"/><Relationship Id="rId97" Type="http://schemas.openxmlformats.org/officeDocument/2006/relationships/tags" Target="../tags/tag521.xml"/><Relationship Id="rId96" Type="http://schemas.openxmlformats.org/officeDocument/2006/relationships/tags" Target="../tags/tag520.xml"/><Relationship Id="rId95" Type="http://schemas.openxmlformats.org/officeDocument/2006/relationships/tags" Target="../tags/tag519.xml"/><Relationship Id="rId94" Type="http://schemas.openxmlformats.org/officeDocument/2006/relationships/tags" Target="../tags/tag518.xml"/><Relationship Id="rId93" Type="http://schemas.openxmlformats.org/officeDocument/2006/relationships/tags" Target="../tags/tag517.xml"/><Relationship Id="rId92" Type="http://schemas.openxmlformats.org/officeDocument/2006/relationships/tags" Target="../tags/tag516.xml"/><Relationship Id="rId91" Type="http://schemas.openxmlformats.org/officeDocument/2006/relationships/tags" Target="../tags/tag515.xml"/><Relationship Id="rId90" Type="http://schemas.openxmlformats.org/officeDocument/2006/relationships/tags" Target="../tags/tag514.xml"/><Relationship Id="rId9" Type="http://schemas.openxmlformats.org/officeDocument/2006/relationships/tags" Target="../tags/tag433.xml"/><Relationship Id="rId89" Type="http://schemas.openxmlformats.org/officeDocument/2006/relationships/tags" Target="../tags/tag513.xml"/><Relationship Id="rId88" Type="http://schemas.openxmlformats.org/officeDocument/2006/relationships/tags" Target="../tags/tag512.xml"/><Relationship Id="rId87" Type="http://schemas.openxmlformats.org/officeDocument/2006/relationships/tags" Target="../tags/tag511.xml"/><Relationship Id="rId86" Type="http://schemas.openxmlformats.org/officeDocument/2006/relationships/tags" Target="../tags/tag510.xml"/><Relationship Id="rId85" Type="http://schemas.openxmlformats.org/officeDocument/2006/relationships/tags" Target="../tags/tag509.xml"/><Relationship Id="rId84" Type="http://schemas.openxmlformats.org/officeDocument/2006/relationships/tags" Target="../tags/tag508.xml"/><Relationship Id="rId83" Type="http://schemas.openxmlformats.org/officeDocument/2006/relationships/tags" Target="../tags/tag507.xml"/><Relationship Id="rId82" Type="http://schemas.openxmlformats.org/officeDocument/2006/relationships/tags" Target="../tags/tag506.xml"/><Relationship Id="rId81" Type="http://schemas.openxmlformats.org/officeDocument/2006/relationships/tags" Target="../tags/tag505.xml"/><Relationship Id="rId80" Type="http://schemas.openxmlformats.org/officeDocument/2006/relationships/tags" Target="../tags/tag504.xml"/><Relationship Id="rId8" Type="http://schemas.openxmlformats.org/officeDocument/2006/relationships/tags" Target="../tags/tag432.xml"/><Relationship Id="rId79" Type="http://schemas.openxmlformats.org/officeDocument/2006/relationships/tags" Target="../tags/tag503.xml"/><Relationship Id="rId78" Type="http://schemas.openxmlformats.org/officeDocument/2006/relationships/tags" Target="../tags/tag502.xml"/><Relationship Id="rId77" Type="http://schemas.openxmlformats.org/officeDocument/2006/relationships/tags" Target="../tags/tag501.xml"/><Relationship Id="rId76" Type="http://schemas.openxmlformats.org/officeDocument/2006/relationships/tags" Target="../tags/tag500.xml"/><Relationship Id="rId75" Type="http://schemas.openxmlformats.org/officeDocument/2006/relationships/tags" Target="../tags/tag499.xml"/><Relationship Id="rId74" Type="http://schemas.openxmlformats.org/officeDocument/2006/relationships/tags" Target="../tags/tag498.xml"/><Relationship Id="rId73" Type="http://schemas.openxmlformats.org/officeDocument/2006/relationships/tags" Target="../tags/tag497.xml"/><Relationship Id="rId72" Type="http://schemas.openxmlformats.org/officeDocument/2006/relationships/tags" Target="../tags/tag496.xml"/><Relationship Id="rId71" Type="http://schemas.openxmlformats.org/officeDocument/2006/relationships/tags" Target="../tags/tag495.xml"/><Relationship Id="rId70" Type="http://schemas.openxmlformats.org/officeDocument/2006/relationships/tags" Target="../tags/tag494.xml"/><Relationship Id="rId7" Type="http://schemas.openxmlformats.org/officeDocument/2006/relationships/tags" Target="../tags/tag431.xml"/><Relationship Id="rId69" Type="http://schemas.openxmlformats.org/officeDocument/2006/relationships/tags" Target="../tags/tag493.xml"/><Relationship Id="rId68" Type="http://schemas.openxmlformats.org/officeDocument/2006/relationships/tags" Target="../tags/tag492.xml"/><Relationship Id="rId67" Type="http://schemas.openxmlformats.org/officeDocument/2006/relationships/tags" Target="../tags/tag491.xml"/><Relationship Id="rId66" Type="http://schemas.openxmlformats.org/officeDocument/2006/relationships/tags" Target="../tags/tag490.xml"/><Relationship Id="rId65" Type="http://schemas.openxmlformats.org/officeDocument/2006/relationships/tags" Target="../tags/tag489.xml"/><Relationship Id="rId64" Type="http://schemas.openxmlformats.org/officeDocument/2006/relationships/tags" Target="../tags/tag488.xml"/><Relationship Id="rId63" Type="http://schemas.openxmlformats.org/officeDocument/2006/relationships/tags" Target="../tags/tag487.xml"/><Relationship Id="rId62" Type="http://schemas.openxmlformats.org/officeDocument/2006/relationships/tags" Target="../tags/tag486.xml"/><Relationship Id="rId61" Type="http://schemas.openxmlformats.org/officeDocument/2006/relationships/tags" Target="../tags/tag485.xml"/><Relationship Id="rId60" Type="http://schemas.openxmlformats.org/officeDocument/2006/relationships/tags" Target="../tags/tag484.xml"/><Relationship Id="rId6" Type="http://schemas.openxmlformats.org/officeDocument/2006/relationships/tags" Target="../tags/tag430.xml"/><Relationship Id="rId59" Type="http://schemas.openxmlformats.org/officeDocument/2006/relationships/tags" Target="../tags/tag483.xml"/><Relationship Id="rId58" Type="http://schemas.openxmlformats.org/officeDocument/2006/relationships/tags" Target="../tags/tag482.xml"/><Relationship Id="rId57" Type="http://schemas.openxmlformats.org/officeDocument/2006/relationships/tags" Target="../tags/tag481.xml"/><Relationship Id="rId56" Type="http://schemas.openxmlformats.org/officeDocument/2006/relationships/tags" Target="../tags/tag480.xml"/><Relationship Id="rId55" Type="http://schemas.openxmlformats.org/officeDocument/2006/relationships/tags" Target="../tags/tag479.xml"/><Relationship Id="rId54" Type="http://schemas.openxmlformats.org/officeDocument/2006/relationships/tags" Target="../tags/tag478.xml"/><Relationship Id="rId53" Type="http://schemas.openxmlformats.org/officeDocument/2006/relationships/tags" Target="../tags/tag477.xml"/><Relationship Id="rId52" Type="http://schemas.openxmlformats.org/officeDocument/2006/relationships/tags" Target="../tags/tag476.xml"/><Relationship Id="rId51" Type="http://schemas.openxmlformats.org/officeDocument/2006/relationships/tags" Target="../tags/tag475.xml"/><Relationship Id="rId50" Type="http://schemas.openxmlformats.org/officeDocument/2006/relationships/tags" Target="../tags/tag474.xml"/><Relationship Id="rId5" Type="http://schemas.openxmlformats.org/officeDocument/2006/relationships/tags" Target="../tags/tag429.xml"/><Relationship Id="rId49" Type="http://schemas.openxmlformats.org/officeDocument/2006/relationships/tags" Target="../tags/tag473.xml"/><Relationship Id="rId48" Type="http://schemas.openxmlformats.org/officeDocument/2006/relationships/tags" Target="../tags/tag472.xml"/><Relationship Id="rId47" Type="http://schemas.openxmlformats.org/officeDocument/2006/relationships/tags" Target="../tags/tag471.xml"/><Relationship Id="rId46" Type="http://schemas.openxmlformats.org/officeDocument/2006/relationships/tags" Target="../tags/tag470.xml"/><Relationship Id="rId45" Type="http://schemas.openxmlformats.org/officeDocument/2006/relationships/tags" Target="../tags/tag469.xml"/><Relationship Id="rId44" Type="http://schemas.openxmlformats.org/officeDocument/2006/relationships/tags" Target="../tags/tag468.xml"/><Relationship Id="rId43" Type="http://schemas.openxmlformats.org/officeDocument/2006/relationships/tags" Target="../tags/tag467.xml"/><Relationship Id="rId42" Type="http://schemas.openxmlformats.org/officeDocument/2006/relationships/tags" Target="../tags/tag466.xml"/><Relationship Id="rId41" Type="http://schemas.openxmlformats.org/officeDocument/2006/relationships/tags" Target="../tags/tag465.xml"/><Relationship Id="rId40" Type="http://schemas.openxmlformats.org/officeDocument/2006/relationships/tags" Target="../tags/tag464.xml"/><Relationship Id="rId4" Type="http://schemas.openxmlformats.org/officeDocument/2006/relationships/tags" Target="../tags/tag428.xml"/><Relationship Id="rId39" Type="http://schemas.openxmlformats.org/officeDocument/2006/relationships/tags" Target="../tags/tag463.xml"/><Relationship Id="rId38" Type="http://schemas.openxmlformats.org/officeDocument/2006/relationships/tags" Target="../tags/tag462.xml"/><Relationship Id="rId37" Type="http://schemas.openxmlformats.org/officeDocument/2006/relationships/tags" Target="../tags/tag461.xml"/><Relationship Id="rId36" Type="http://schemas.openxmlformats.org/officeDocument/2006/relationships/tags" Target="../tags/tag460.xml"/><Relationship Id="rId35" Type="http://schemas.openxmlformats.org/officeDocument/2006/relationships/tags" Target="../tags/tag459.xml"/><Relationship Id="rId34" Type="http://schemas.openxmlformats.org/officeDocument/2006/relationships/tags" Target="../tags/tag458.xml"/><Relationship Id="rId33" Type="http://schemas.openxmlformats.org/officeDocument/2006/relationships/tags" Target="../tags/tag457.xml"/><Relationship Id="rId32" Type="http://schemas.openxmlformats.org/officeDocument/2006/relationships/tags" Target="../tags/tag456.xml"/><Relationship Id="rId31" Type="http://schemas.openxmlformats.org/officeDocument/2006/relationships/tags" Target="../tags/tag455.xml"/><Relationship Id="rId30" Type="http://schemas.openxmlformats.org/officeDocument/2006/relationships/tags" Target="../tags/tag454.xml"/><Relationship Id="rId3" Type="http://schemas.openxmlformats.org/officeDocument/2006/relationships/tags" Target="../tags/tag427.xml"/><Relationship Id="rId29" Type="http://schemas.openxmlformats.org/officeDocument/2006/relationships/tags" Target="../tags/tag453.xml"/><Relationship Id="rId28" Type="http://schemas.openxmlformats.org/officeDocument/2006/relationships/tags" Target="../tags/tag452.xml"/><Relationship Id="rId27" Type="http://schemas.openxmlformats.org/officeDocument/2006/relationships/tags" Target="../tags/tag451.xml"/><Relationship Id="rId26" Type="http://schemas.openxmlformats.org/officeDocument/2006/relationships/tags" Target="../tags/tag450.xml"/><Relationship Id="rId25" Type="http://schemas.openxmlformats.org/officeDocument/2006/relationships/tags" Target="../tags/tag449.xml"/><Relationship Id="rId24" Type="http://schemas.openxmlformats.org/officeDocument/2006/relationships/tags" Target="../tags/tag448.xml"/><Relationship Id="rId23" Type="http://schemas.openxmlformats.org/officeDocument/2006/relationships/tags" Target="../tags/tag447.xml"/><Relationship Id="rId22" Type="http://schemas.openxmlformats.org/officeDocument/2006/relationships/tags" Target="../tags/tag446.xml"/><Relationship Id="rId21" Type="http://schemas.openxmlformats.org/officeDocument/2006/relationships/tags" Target="../tags/tag445.xml"/><Relationship Id="rId20" Type="http://schemas.openxmlformats.org/officeDocument/2006/relationships/tags" Target="../tags/tag444.xml"/><Relationship Id="rId2" Type="http://schemas.openxmlformats.org/officeDocument/2006/relationships/image" Target="../media/image2.png"/><Relationship Id="rId19" Type="http://schemas.openxmlformats.org/officeDocument/2006/relationships/tags" Target="../tags/tag443.xml"/><Relationship Id="rId18" Type="http://schemas.openxmlformats.org/officeDocument/2006/relationships/tags" Target="../tags/tag442.xml"/><Relationship Id="rId17" Type="http://schemas.openxmlformats.org/officeDocument/2006/relationships/tags" Target="../tags/tag441.xml"/><Relationship Id="rId16" Type="http://schemas.openxmlformats.org/officeDocument/2006/relationships/tags" Target="../tags/tag440.xml"/><Relationship Id="rId15" Type="http://schemas.openxmlformats.org/officeDocument/2006/relationships/tags" Target="../tags/tag439.xml"/><Relationship Id="rId14" Type="http://schemas.openxmlformats.org/officeDocument/2006/relationships/tags" Target="../tags/tag438.xml"/><Relationship Id="rId135" Type="http://schemas.openxmlformats.org/officeDocument/2006/relationships/notesSlide" Target="../notesSlides/notesSlide17.xml"/><Relationship Id="rId134" Type="http://schemas.openxmlformats.org/officeDocument/2006/relationships/slideLayout" Target="../slideLayouts/slideLayout2.xml"/><Relationship Id="rId133" Type="http://schemas.openxmlformats.org/officeDocument/2006/relationships/themeOverride" Target="../theme/themeOverride1.xml"/><Relationship Id="rId132" Type="http://schemas.openxmlformats.org/officeDocument/2006/relationships/tags" Target="../tags/tag556.xml"/><Relationship Id="rId131" Type="http://schemas.openxmlformats.org/officeDocument/2006/relationships/tags" Target="../tags/tag555.xml"/><Relationship Id="rId130" Type="http://schemas.openxmlformats.org/officeDocument/2006/relationships/tags" Target="../tags/tag554.xml"/><Relationship Id="rId13" Type="http://schemas.openxmlformats.org/officeDocument/2006/relationships/tags" Target="../tags/tag437.xml"/><Relationship Id="rId129" Type="http://schemas.openxmlformats.org/officeDocument/2006/relationships/tags" Target="../tags/tag553.xml"/><Relationship Id="rId128" Type="http://schemas.openxmlformats.org/officeDocument/2006/relationships/tags" Target="../tags/tag552.xml"/><Relationship Id="rId127" Type="http://schemas.openxmlformats.org/officeDocument/2006/relationships/tags" Target="../tags/tag551.xml"/><Relationship Id="rId126" Type="http://schemas.openxmlformats.org/officeDocument/2006/relationships/tags" Target="../tags/tag550.xml"/><Relationship Id="rId125" Type="http://schemas.openxmlformats.org/officeDocument/2006/relationships/tags" Target="../tags/tag549.xml"/><Relationship Id="rId124" Type="http://schemas.openxmlformats.org/officeDocument/2006/relationships/tags" Target="../tags/tag548.xml"/><Relationship Id="rId123" Type="http://schemas.openxmlformats.org/officeDocument/2006/relationships/tags" Target="../tags/tag547.xml"/><Relationship Id="rId122" Type="http://schemas.openxmlformats.org/officeDocument/2006/relationships/tags" Target="../tags/tag546.xml"/><Relationship Id="rId121" Type="http://schemas.openxmlformats.org/officeDocument/2006/relationships/tags" Target="../tags/tag545.xml"/><Relationship Id="rId120" Type="http://schemas.openxmlformats.org/officeDocument/2006/relationships/tags" Target="../tags/tag544.xml"/><Relationship Id="rId12" Type="http://schemas.openxmlformats.org/officeDocument/2006/relationships/tags" Target="../tags/tag436.xml"/><Relationship Id="rId119" Type="http://schemas.openxmlformats.org/officeDocument/2006/relationships/tags" Target="../tags/tag543.xml"/><Relationship Id="rId118" Type="http://schemas.openxmlformats.org/officeDocument/2006/relationships/tags" Target="../tags/tag542.xml"/><Relationship Id="rId117" Type="http://schemas.openxmlformats.org/officeDocument/2006/relationships/tags" Target="../tags/tag541.xml"/><Relationship Id="rId116" Type="http://schemas.openxmlformats.org/officeDocument/2006/relationships/tags" Target="../tags/tag540.xml"/><Relationship Id="rId115" Type="http://schemas.openxmlformats.org/officeDocument/2006/relationships/tags" Target="../tags/tag539.xml"/><Relationship Id="rId114" Type="http://schemas.openxmlformats.org/officeDocument/2006/relationships/tags" Target="../tags/tag538.xml"/><Relationship Id="rId113" Type="http://schemas.openxmlformats.org/officeDocument/2006/relationships/tags" Target="../tags/tag537.xml"/><Relationship Id="rId112" Type="http://schemas.openxmlformats.org/officeDocument/2006/relationships/tags" Target="../tags/tag536.xml"/><Relationship Id="rId111" Type="http://schemas.openxmlformats.org/officeDocument/2006/relationships/tags" Target="../tags/tag535.xml"/><Relationship Id="rId110" Type="http://schemas.openxmlformats.org/officeDocument/2006/relationships/tags" Target="../tags/tag534.xml"/><Relationship Id="rId11" Type="http://schemas.openxmlformats.org/officeDocument/2006/relationships/tags" Target="../tags/tag435.xml"/><Relationship Id="rId109" Type="http://schemas.openxmlformats.org/officeDocument/2006/relationships/tags" Target="../tags/tag533.xml"/><Relationship Id="rId108" Type="http://schemas.openxmlformats.org/officeDocument/2006/relationships/tags" Target="../tags/tag532.xml"/><Relationship Id="rId107" Type="http://schemas.openxmlformats.org/officeDocument/2006/relationships/tags" Target="../tags/tag531.xml"/><Relationship Id="rId106" Type="http://schemas.openxmlformats.org/officeDocument/2006/relationships/tags" Target="../tags/tag530.xml"/><Relationship Id="rId105" Type="http://schemas.openxmlformats.org/officeDocument/2006/relationships/tags" Target="../tags/tag529.xml"/><Relationship Id="rId104" Type="http://schemas.openxmlformats.org/officeDocument/2006/relationships/tags" Target="../tags/tag528.xml"/><Relationship Id="rId103" Type="http://schemas.openxmlformats.org/officeDocument/2006/relationships/tags" Target="../tags/tag527.xml"/><Relationship Id="rId102" Type="http://schemas.openxmlformats.org/officeDocument/2006/relationships/tags" Target="../tags/tag526.xml"/><Relationship Id="rId101" Type="http://schemas.openxmlformats.org/officeDocument/2006/relationships/tags" Target="../tags/tag525.xml"/><Relationship Id="rId100" Type="http://schemas.openxmlformats.org/officeDocument/2006/relationships/tags" Target="../tags/tag524.xml"/><Relationship Id="rId10" Type="http://schemas.openxmlformats.org/officeDocument/2006/relationships/tags" Target="../tags/tag434.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9" Type="http://schemas.openxmlformats.org/officeDocument/2006/relationships/tags" Target="../tags/tag565.xml"/><Relationship Id="rId8" Type="http://schemas.openxmlformats.org/officeDocument/2006/relationships/tags" Target="../tags/tag564.xml"/><Relationship Id="rId7" Type="http://schemas.openxmlformats.org/officeDocument/2006/relationships/tags" Target="../tags/tag563.xml"/><Relationship Id="rId6" Type="http://schemas.openxmlformats.org/officeDocument/2006/relationships/tags" Target="../tags/tag562.xml"/><Relationship Id="rId53" Type="http://schemas.openxmlformats.org/officeDocument/2006/relationships/notesSlide" Target="../notesSlides/notesSlide18.xml"/><Relationship Id="rId52" Type="http://schemas.openxmlformats.org/officeDocument/2006/relationships/vmlDrawing" Target="../drawings/vmlDrawing3.vml"/><Relationship Id="rId51" Type="http://schemas.openxmlformats.org/officeDocument/2006/relationships/slideLayout" Target="../slideLayouts/slideLayout2.xml"/><Relationship Id="rId50" Type="http://schemas.openxmlformats.org/officeDocument/2006/relationships/image" Target="../media/image8.emf"/><Relationship Id="rId5" Type="http://schemas.openxmlformats.org/officeDocument/2006/relationships/tags" Target="../tags/tag561.xml"/><Relationship Id="rId49" Type="http://schemas.openxmlformats.org/officeDocument/2006/relationships/oleObject" Target="../embeddings/Workbook3.xls"/><Relationship Id="rId48" Type="http://schemas.openxmlformats.org/officeDocument/2006/relationships/tags" Target="../tags/tag604.xml"/><Relationship Id="rId47" Type="http://schemas.openxmlformats.org/officeDocument/2006/relationships/tags" Target="../tags/tag603.xml"/><Relationship Id="rId46" Type="http://schemas.openxmlformats.org/officeDocument/2006/relationships/tags" Target="../tags/tag602.xml"/><Relationship Id="rId45" Type="http://schemas.openxmlformats.org/officeDocument/2006/relationships/tags" Target="../tags/tag601.xml"/><Relationship Id="rId44" Type="http://schemas.openxmlformats.org/officeDocument/2006/relationships/tags" Target="../tags/tag600.xml"/><Relationship Id="rId43" Type="http://schemas.openxmlformats.org/officeDocument/2006/relationships/tags" Target="../tags/tag599.xml"/><Relationship Id="rId42" Type="http://schemas.openxmlformats.org/officeDocument/2006/relationships/tags" Target="../tags/tag598.xml"/><Relationship Id="rId41" Type="http://schemas.openxmlformats.org/officeDocument/2006/relationships/tags" Target="../tags/tag597.xml"/><Relationship Id="rId40" Type="http://schemas.openxmlformats.org/officeDocument/2006/relationships/tags" Target="../tags/tag596.xml"/><Relationship Id="rId4" Type="http://schemas.openxmlformats.org/officeDocument/2006/relationships/tags" Target="../tags/tag560.xml"/><Relationship Id="rId39" Type="http://schemas.openxmlformats.org/officeDocument/2006/relationships/tags" Target="../tags/tag595.xml"/><Relationship Id="rId38" Type="http://schemas.openxmlformats.org/officeDocument/2006/relationships/tags" Target="../tags/tag594.xml"/><Relationship Id="rId37" Type="http://schemas.openxmlformats.org/officeDocument/2006/relationships/tags" Target="../tags/tag593.xml"/><Relationship Id="rId36" Type="http://schemas.openxmlformats.org/officeDocument/2006/relationships/tags" Target="../tags/tag592.xml"/><Relationship Id="rId35" Type="http://schemas.openxmlformats.org/officeDocument/2006/relationships/tags" Target="../tags/tag591.xml"/><Relationship Id="rId34" Type="http://schemas.openxmlformats.org/officeDocument/2006/relationships/tags" Target="../tags/tag590.xml"/><Relationship Id="rId33" Type="http://schemas.openxmlformats.org/officeDocument/2006/relationships/tags" Target="../tags/tag589.xml"/><Relationship Id="rId32" Type="http://schemas.openxmlformats.org/officeDocument/2006/relationships/tags" Target="../tags/tag588.xml"/><Relationship Id="rId31" Type="http://schemas.openxmlformats.org/officeDocument/2006/relationships/tags" Target="../tags/tag587.xml"/><Relationship Id="rId30" Type="http://schemas.openxmlformats.org/officeDocument/2006/relationships/tags" Target="../tags/tag586.xml"/><Relationship Id="rId3" Type="http://schemas.openxmlformats.org/officeDocument/2006/relationships/tags" Target="../tags/tag559.xml"/><Relationship Id="rId29" Type="http://schemas.openxmlformats.org/officeDocument/2006/relationships/tags" Target="../tags/tag585.xml"/><Relationship Id="rId28" Type="http://schemas.openxmlformats.org/officeDocument/2006/relationships/tags" Target="../tags/tag584.xml"/><Relationship Id="rId27" Type="http://schemas.openxmlformats.org/officeDocument/2006/relationships/tags" Target="../tags/tag583.xml"/><Relationship Id="rId26" Type="http://schemas.openxmlformats.org/officeDocument/2006/relationships/tags" Target="../tags/tag582.xml"/><Relationship Id="rId25" Type="http://schemas.openxmlformats.org/officeDocument/2006/relationships/tags" Target="../tags/tag581.xml"/><Relationship Id="rId24" Type="http://schemas.openxmlformats.org/officeDocument/2006/relationships/tags" Target="../tags/tag580.xml"/><Relationship Id="rId23" Type="http://schemas.openxmlformats.org/officeDocument/2006/relationships/tags" Target="../tags/tag579.xml"/><Relationship Id="rId22" Type="http://schemas.openxmlformats.org/officeDocument/2006/relationships/tags" Target="../tags/tag578.xml"/><Relationship Id="rId21" Type="http://schemas.openxmlformats.org/officeDocument/2006/relationships/tags" Target="../tags/tag577.xml"/><Relationship Id="rId20" Type="http://schemas.openxmlformats.org/officeDocument/2006/relationships/tags" Target="../tags/tag576.xml"/><Relationship Id="rId2" Type="http://schemas.openxmlformats.org/officeDocument/2006/relationships/tags" Target="../tags/tag558.xml"/><Relationship Id="rId19" Type="http://schemas.openxmlformats.org/officeDocument/2006/relationships/tags" Target="../tags/tag575.xml"/><Relationship Id="rId18" Type="http://schemas.openxmlformats.org/officeDocument/2006/relationships/tags" Target="../tags/tag574.xml"/><Relationship Id="rId17" Type="http://schemas.openxmlformats.org/officeDocument/2006/relationships/tags" Target="../tags/tag573.xml"/><Relationship Id="rId16" Type="http://schemas.openxmlformats.org/officeDocument/2006/relationships/tags" Target="../tags/tag572.xml"/><Relationship Id="rId15" Type="http://schemas.openxmlformats.org/officeDocument/2006/relationships/tags" Target="../tags/tag571.xml"/><Relationship Id="rId14" Type="http://schemas.openxmlformats.org/officeDocument/2006/relationships/tags" Target="../tags/tag570.xml"/><Relationship Id="rId13" Type="http://schemas.openxmlformats.org/officeDocument/2006/relationships/tags" Target="../tags/tag569.xml"/><Relationship Id="rId12" Type="http://schemas.openxmlformats.org/officeDocument/2006/relationships/tags" Target="../tags/tag568.xml"/><Relationship Id="rId11" Type="http://schemas.openxmlformats.org/officeDocument/2006/relationships/tags" Target="../tags/tag567.xml"/><Relationship Id="rId10" Type="http://schemas.openxmlformats.org/officeDocument/2006/relationships/tags" Target="../tags/tag566.xml"/><Relationship Id="rId1" Type="http://schemas.openxmlformats.org/officeDocument/2006/relationships/tags" Target="../tags/tag557.xml"/></Relationships>
</file>

<file path=ppt/slides/_rels/slide27.xml.rels><?xml version="1.0" encoding="UTF-8" standalone="yes"?>
<Relationships xmlns="http://schemas.openxmlformats.org/package/2006/relationships"><Relationship Id="rId9" Type="http://schemas.openxmlformats.org/officeDocument/2006/relationships/tags" Target="../tags/tag613.xml"/><Relationship Id="rId8" Type="http://schemas.openxmlformats.org/officeDocument/2006/relationships/tags" Target="../tags/tag612.xml"/><Relationship Id="rId7" Type="http://schemas.openxmlformats.org/officeDocument/2006/relationships/tags" Target="../tags/tag611.xml"/><Relationship Id="rId6" Type="http://schemas.openxmlformats.org/officeDocument/2006/relationships/tags" Target="../tags/tag610.xml"/><Relationship Id="rId5" Type="http://schemas.openxmlformats.org/officeDocument/2006/relationships/tags" Target="../tags/tag609.xml"/><Relationship Id="rId48" Type="http://schemas.openxmlformats.org/officeDocument/2006/relationships/vmlDrawing" Target="../drawings/vmlDrawing4.vml"/><Relationship Id="rId47" Type="http://schemas.openxmlformats.org/officeDocument/2006/relationships/slideLayout" Target="../slideLayouts/slideLayout2.xml"/><Relationship Id="rId46" Type="http://schemas.openxmlformats.org/officeDocument/2006/relationships/image" Target="../media/image9.emf"/><Relationship Id="rId45" Type="http://schemas.openxmlformats.org/officeDocument/2006/relationships/oleObject" Target="../embeddings/Workbook4.xls"/><Relationship Id="rId44" Type="http://schemas.openxmlformats.org/officeDocument/2006/relationships/tags" Target="../tags/tag648.xml"/><Relationship Id="rId43" Type="http://schemas.openxmlformats.org/officeDocument/2006/relationships/tags" Target="../tags/tag647.xml"/><Relationship Id="rId42" Type="http://schemas.openxmlformats.org/officeDocument/2006/relationships/tags" Target="../tags/tag646.xml"/><Relationship Id="rId41" Type="http://schemas.openxmlformats.org/officeDocument/2006/relationships/tags" Target="../tags/tag645.xml"/><Relationship Id="rId40" Type="http://schemas.openxmlformats.org/officeDocument/2006/relationships/tags" Target="../tags/tag644.xml"/><Relationship Id="rId4" Type="http://schemas.openxmlformats.org/officeDocument/2006/relationships/tags" Target="../tags/tag608.xml"/><Relationship Id="rId39" Type="http://schemas.openxmlformats.org/officeDocument/2006/relationships/tags" Target="../tags/tag643.xml"/><Relationship Id="rId38" Type="http://schemas.openxmlformats.org/officeDocument/2006/relationships/tags" Target="../tags/tag642.xml"/><Relationship Id="rId37" Type="http://schemas.openxmlformats.org/officeDocument/2006/relationships/tags" Target="../tags/tag641.xml"/><Relationship Id="rId36" Type="http://schemas.openxmlformats.org/officeDocument/2006/relationships/tags" Target="../tags/tag640.xml"/><Relationship Id="rId35" Type="http://schemas.openxmlformats.org/officeDocument/2006/relationships/tags" Target="../tags/tag639.xml"/><Relationship Id="rId34" Type="http://schemas.openxmlformats.org/officeDocument/2006/relationships/tags" Target="../tags/tag638.xml"/><Relationship Id="rId33" Type="http://schemas.openxmlformats.org/officeDocument/2006/relationships/tags" Target="../tags/tag637.xml"/><Relationship Id="rId32" Type="http://schemas.openxmlformats.org/officeDocument/2006/relationships/tags" Target="../tags/tag636.xml"/><Relationship Id="rId31" Type="http://schemas.openxmlformats.org/officeDocument/2006/relationships/tags" Target="../tags/tag635.xml"/><Relationship Id="rId30" Type="http://schemas.openxmlformats.org/officeDocument/2006/relationships/tags" Target="../tags/tag634.xml"/><Relationship Id="rId3" Type="http://schemas.openxmlformats.org/officeDocument/2006/relationships/tags" Target="../tags/tag607.xml"/><Relationship Id="rId29" Type="http://schemas.openxmlformats.org/officeDocument/2006/relationships/tags" Target="../tags/tag633.xml"/><Relationship Id="rId28" Type="http://schemas.openxmlformats.org/officeDocument/2006/relationships/tags" Target="../tags/tag632.xml"/><Relationship Id="rId27" Type="http://schemas.openxmlformats.org/officeDocument/2006/relationships/tags" Target="../tags/tag631.xml"/><Relationship Id="rId26" Type="http://schemas.openxmlformats.org/officeDocument/2006/relationships/tags" Target="../tags/tag630.xml"/><Relationship Id="rId25" Type="http://schemas.openxmlformats.org/officeDocument/2006/relationships/tags" Target="../tags/tag629.xml"/><Relationship Id="rId24" Type="http://schemas.openxmlformats.org/officeDocument/2006/relationships/tags" Target="../tags/tag628.xml"/><Relationship Id="rId23" Type="http://schemas.openxmlformats.org/officeDocument/2006/relationships/tags" Target="../tags/tag627.xml"/><Relationship Id="rId22" Type="http://schemas.openxmlformats.org/officeDocument/2006/relationships/tags" Target="../tags/tag626.xml"/><Relationship Id="rId21" Type="http://schemas.openxmlformats.org/officeDocument/2006/relationships/tags" Target="../tags/tag625.xml"/><Relationship Id="rId20" Type="http://schemas.openxmlformats.org/officeDocument/2006/relationships/tags" Target="../tags/tag624.xml"/><Relationship Id="rId2" Type="http://schemas.openxmlformats.org/officeDocument/2006/relationships/tags" Target="../tags/tag606.xml"/><Relationship Id="rId19" Type="http://schemas.openxmlformats.org/officeDocument/2006/relationships/tags" Target="../tags/tag623.xml"/><Relationship Id="rId18" Type="http://schemas.openxmlformats.org/officeDocument/2006/relationships/tags" Target="../tags/tag622.xml"/><Relationship Id="rId17" Type="http://schemas.openxmlformats.org/officeDocument/2006/relationships/tags" Target="../tags/tag621.xml"/><Relationship Id="rId16" Type="http://schemas.openxmlformats.org/officeDocument/2006/relationships/tags" Target="../tags/tag620.xml"/><Relationship Id="rId15" Type="http://schemas.openxmlformats.org/officeDocument/2006/relationships/tags" Target="../tags/tag619.xml"/><Relationship Id="rId14" Type="http://schemas.openxmlformats.org/officeDocument/2006/relationships/tags" Target="../tags/tag618.xml"/><Relationship Id="rId13" Type="http://schemas.openxmlformats.org/officeDocument/2006/relationships/tags" Target="../tags/tag617.xml"/><Relationship Id="rId12" Type="http://schemas.openxmlformats.org/officeDocument/2006/relationships/tags" Target="../tags/tag616.xml"/><Relationship Id="rId11" Type="http://schemas.openxmlformats.org/officeDocument/2006/relationships/tags" Target="../tags/tag615.xml"/><Relationship Id="rId10" Type="http://schemas.openxmlformats.org/officeDocument/2006/relationships/tags" Target="../tags/tag614.xml"/><Relationship Id="rId1" Type="http://schemas.openxmlformats.org/officeDocument/2006/relationships/tags" Target="../tags/tag605.xml"/></Relationships>
</file>

<file path=ppt/slides/_rels/slide28.xml.rels><?xml version="1.0" encoding="UTF-8" standalone="yes"?>
<Relationships xmlns="http://schemas.openxmlformats.org/package/2006/relationships"><Relationship Id="rId9" Type="http://schemas.openxmlformats.org/officeDocument/2006/relationships/tags" Target="../tags/tag656.xml"/><Relationship Id="rId8" Type="http://schemas.openxmlformats.org/officeDocument/2006/relationships/tags" Target="../tags/tag655.xml"/><Relationship Id="rId7" Type="http://schemas.openxmlformats.org/officeDocument/2006/relationships/tags" Target="../tags/tag654.xml"/><Relationship Id="rId6" Type="http://schemas.openxmlformats.org/officeDocument/2006/relationships/tags" Target="../tags/tag653.xml"/><Relationship Id="rId5" Type="http://schemas.openxmlformats.org/officeDocument/2006/relationships/tags" Target="../tags/tag652.xml"/><Relationship Id="rId49" Type="http://schemas.openxmlformats.org/officeDocument/2006/relationships/vmlDrawing" Target="../drawings/vmlDrawing5.vml"/><Relationship Id="rId48" Type="http://schemas.openxmlformats.org/officeDocument/2006/relationships/slideLayout" Target="../slideLayouts/slideLayout2.xml"/><Relationship Id="rId47" Type="http://schemas.openxmlformats.org/officeDocument/2006/relationships/tags" Target="../tags/tag692.xml"/><Relationship Id="rId46" Type="http://schemas.openxmlformats.org/officeDocument/2006/relationships/image" Target="../media/image10.emf"/><Relationship Id="rId45" Type="http://schemas.openxmlformats.org/officeDocument/2006/relationships/oleObject" Target="../embeddings/Workbook5.xls"/><Relationship Id="rId44" Type="http://schemas.openxmlformats.org/officeDocument/2006/relationships/tags" Target="../tags/tag691.xml"/><Relationship Id="rId43" Type="http://schemas.openxmlformats.org/officeDocument/2006/relationships/tags" Target="../tags/tag690.xml"/><Relationship Id="rId42" Type="http://schemas.openxmlformats.org/officeDocument/2006/relationships/tags" Target="../tags/tag689.xml"/><Relationship Id="rId41" Type="http://schemas.openxmlformats.org/officeDocument/2006/relationships/tags" Target="../tags/tag688.xml"/><Relationship Id="rId40" Type="http://schemas.openxmlformats.org/officeDocument/2006/relationships/tags" Target="../tags/tag687.xml"/><Relationship Id="rId4" Type="http://schemas.openxmlformats.org/officeDocument/2006/relationships/tags" Target="../tags/tag651.xml"/><Relationship Id="rId39" Type="http://schemas.openxmlformats.org/officeDocument/2006/relationships/tags" Target="../tags/tag686.xml"/><Relationship Id="rId38" Type="http://schemas.openxmlformats.org/officeDocument/2006/relationships/tags" Target="../tags/tag685.xml"/><Relationship Id="rId37" Type="http://schemas.openxmlformats.org/officeDocument/2006/relationships/tags" Target="../tags/tag684.xml"/><Relationship Id="rId36" Type="http://schemas.openxmlformats.org/officeDocument/2006/relationships/tags" Target="../tags/tag683.xml"/><Relationship Id="rId35" Type="http://schemas.openxmlformats.org/officeDocument/2006/relationships/tags" Target="../tags/tag682.xml"/><Relationship Id="rId34" Type="http://schemas.openxmlformats.org/officeDocument/2006/relationships/tags" Target="../tags/tag681.xml"/><Relationship Id="rId33" Type="http://schemas.openxmlformats.org/officeDocument/2006/relationships/tags" Target="../tags/tag680.xml"/><Relationship Id="rId32" Type="http://schemas.openxmlformats.org/officeDocument/2006/relationships/tags" Target="../tags/tag679.xml"/><Relationship Id="rId31" Type="http://schemas.openxmlformats.org/officeDocument/2006/relationships/tags" Target="../tags/tag678.xml"/><Relationship Id="rId30" Type="http://schemas.openxmlformats.org/officeDocument/2006/relationships/tags" Target="../tags/tag677.xml"/><Relationship Id="rId3" Type="http://schemas.openxmlformats.org/officeDocument/2006/relationships/tags" Target="../tags/tag650.xml"/><Relationship Id="rId29" Type="http://schemas.openxmlformats.org/officeDocument/2006/relationships/tags" Target="../tags/tag676.xml"/><Relationship Id="rId28" Type="http://schemas.openxmlformats.org/officeDocument/2006/relationships/tags" Target="../tags/tag675.xml"/><Relationship Id="rId27" Type="http://schemas.openxmlformats.org/officeDocument/2006/relationships/tags" Target="../tags/tag674.xml"/><Relationship Id="rId26" Type="http://schemas.openxmlformats.org/officeDocument/2006/relationships/tags" Target="../tags/tag673.xml"/><Relationship Id="rId25" Type="http://schemas.openxmlformats.org/officeDocument/2006/relationships/tags" Target="../tags/tag672.xml"/><Relationship Id="rId24" Type="http://schemas.openxmlformats.org/officeDocument/2006/relationships/tags" Target="../tags/tag671.xml"/><Relationship Id="rId23" Type="http://schemas.openxmlformats.org/officeDocument/2006/relationships/tags" Target="../tags/tag670.xml"/><Relationship Id="rId22" Type="http://schemas.openxmlformats.org/officeDocument/2006/relationships/tags" Target="../tags/tag669.xml"/><Relationship Id="rId21" Type="http://schemas.openxmlformats.org/officeDocument/2006/relationships/tags" Target="../tags/tag668.xml"/><Relationship Id="rId20" Type="http://schemas.openxmlformats.org/officeDocument/2006/relationships/tags" Target="../tags/tag667.xml"/><Relationship Id="rId2" Type="http://schemas.openxmlformats.org/officeDocument/2006/relationships/tags" Target="../tags/tag649.xml"/><Relationship Id="rId19" Type="http://schemas.openxmlformats.org/officeDocument/2006/relationships/tags" Target="../tags/tag666.xml"/><Relationship Id="rId18" Type="http://schemas.openxmlformats.org/officeDocument/2006/relationships/tags" Target="../tags/tag665.xml"/><Relationship Id="rId17" Type="http://schemas.openxmlformats.org/officeDocument/2006/relationships/tags" Target="../tags/tag664.xml"/><Relationship Id="rId16" Type="http://schemas.openxmlformats.org/officeDocument/2006/relationships/tags" Target="../tags/tag663.xml"/><Relationship Id="rId15" Type="http://schemas.openxmlformats.org/officeDocument/2006/relationships/tags" Target="../tags/tag662.xml"/><Relationship Id="rId14" Type="http://schemas.openxmlformats.org/officeDocument/2006/relationships/tags" Target="../tags/tag661.xml"/><Relationship Id="rId13" Type="http://schemas.openxmlformats.org/officeDocument/2006/relationships/tags" Target="../tags/tag660.xml"/><Relationship Id="rId12" Type="http://schemas.openxmlformats.org/officeDocument/2006/relationships/tags" Target="../tags/tag659.xml"/><Relationship Id="rId11" Type="http://schemas.openxmlformats.org/officeDocument/2006/relationships/tags" Target="../tags/tag658.xml"/><Relationship Id="rId10" Type="http://schemas.openxmlformats.org/officeDocument/2006/relationships/tags" Target="../tags/tag657.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9" Type="http://schemas.openxmlformats.org/officeDocument/2006/relationships/tags" Target="../tags/tag700.xml"/><Relationship Id="rId8" Type="http://schemas.openxmlformats.org/officeDocument/2006/relationships/tags" Target="../tags/tag699.xml"/><Relationship Id="rId7" Type="http://schemas.openxmlformats.org/officeDocument/2006/relationships/tags" Target="../tags/tag698.xml"/><Relationship Id="rId65" Type="http://schemas.openxmlformats.org/officeDocument/2006/relationships/slideLayout" Target="../slideLayouts/slideLayout2.xml"/><Relationship Id="rId64" Type="http://schemas.openxmlformats.org/officeDocument/2006/relationships/tags" Target="../tags/tag755.xml"/><Relationship Id="rId63" Type="http://schemas.openxmlformats.org/officeDocument/2006/relationships/tags" Target="../tags/tag754.xml"/><Relationship Id="rId62" Type="http://schemas.openxmlformats.org/officeDocument/2006/relationships/tags" Target="../tags/tag753.xml"/><Relationship Id="rId61" Type="http://schemas.openxmlformats.org/officeDocument/2006/relationships/tags" Target="../tags/tag752.xml"/><Relationship Id="rId60" Type="http://schemas.openxmlformats.org/officeDocument/2006/relationships/tags" Target="../tags/tag751.xml"/><Relationship Id="rId6" Type="http://schemas.openxmlformats.org/officeDocument/2006/relationships/tags" Target="../tags/tag697.xml"/><Relationship Id="rId59" Type="http://schemas.openxmlformats.org/officeDocument/2006/relationships/tags" Target="../tags/tag750.xml"/><Relationship Id="rId58" Type="http://schemas.openxmlformats.org/officeDocument/2006/relationships/tags" Target="../tags/tag749.xml"/><Relationship Id="rId57" Type="http://schemas.openxmlformats.org/officeDocument/2006/relationships/tags" Target="../tags/tag748.xml"/><Relationship Id="rId56" Type="http://schemas.openxmlformats.org/officeDocument/2006/relationships/tags" Target="../tags/tag747.xml"/><Relationship Id="rId55" Type="http://schemas.openxmlformats.org/officeDocument/2006/relationships/tags" Target="../tags/tag746.xml"/><Relationship Id="rId54" Type="http://schemas.openxmlformats.org/officeDocument/2006/relationships/tags" Target="../tags/tag745.xml"/><Relationship Id="rId53" Type="http://schemas.openxmlformats.org/officeDocument/2006/relationships/tags" Target="../tags/tag744.xml"/><Relationship Id="rId52" Type="http://schemas.openxmlformats.org/officeDocument/2006/relationships/tags" Target="../tags/tag743.xml"/><Relationship Id="rId51" Type="http://schemas.openxmlformats.org/officeDocument/2006/relationships/tags" Target="../tags/tag742.xml"/><Relationship Id="rId50" Type="http://schemas.openxmlformats.org/officeDocument/2006/relationships/tags" Target="../tags/tag741.xml"/><Relationship Id="rId5" Type="http://schemas.openxmlformats.org/officeDocument/2006/relationships/tags" Target="../tags/tag696.xml"/><Relationship Id="rId49" Type="http://schemas.openxmlformats.org/officeDocument/2006/relationships/tags" Target="../tags/tag740.xml"/><Relationship Id="rId48" Type="http://schemas.openxmlformats.org/officeDocument/2006/relationships/tags" Target="../tags/tag739.xml"/><Relationship Id="rId47" Type="http://schemas.openxmlformats.org/officeDocument/2006/relationships/tags" Target="../tags/tag738.xml"/><Relationship Id="rId46" Type="http://schemas.openxmlformats.org/officeDocument/2006/relationships/tags" Target="../tags/tag737.xml"/><Relationship Id="rId45" Type="http://schemas.openxmlformats.org/officeDocument/2006/relationships/tags" Target="../tags/tag736.xml"/><Relationship Id="rId44" Type="http://schemas.openxmlformats.org/officeDocument/2006/relationships/tags" Target="../tags/tag735.xml"/><Relationship Id="rId43" Type="http://schemas.openxmlformats.org/officeDocument/2006/relationships/tags" Target="../tags/tag734.xml"/><Relationship Id="rId42" Type="http://schemas.openxmlformats.org/officeDocument/2006/relationships/tags" Target="../tags/tag733.xml"/><Relationship Id="rId41" Type="http://schemas.openxmlformats.org/officeDocument/2006/relationships/tags" Target="../tags/tag732.xml"/><Relationship Id="rId40" Type="http://schemas.openxmlformats.org/officeDocument/2006/relationships/tags" Target="../tags/tag731.xml"/><Relationship Id="rId4" Type="http://schemas.openxmlformats.org/officeDocument/2006/relationships/tags" Target="../tags/tag695.xml"/><Relationship Id="rId39" Type="http://schemas.openxmlformats.org/officeDocument/2006/relationships/tags" Target="../tags/tag730.xml"/><Relationship Id="rId38" Type="http://schemas.openxmlformats.org/officeDocument/2006/relationships/tags" Target="../tags/tag729.xml"/><Relationship Id="rId37" Type="http://schemas.openxmlformats.org/officeDocument/2006/relationships/tags" Target="../tags/tag728.xml"/><Relationship Id="rId36" Type="http://schemas.openxmlformats.org/officeDocument/2006/relationships/tags" Target="../tags/tag727.xml"/><Relationship Id="rId35" Type="http://schemas.openxmlformats.org/officeDocument/2006/relationships/tags" Target="../tags/tag726.xml"/><Relationship Id="rId34" Type="http://schemas.openxmlformats.org/officeDocument/2006/relationships/tags" Target="../tags/tag725.xml"/><Relationship Id="rId33" Type="http://schemas.openxmlformats.org/officeDocument/2006/relationships/tags" Target="../tags/tag724.xml"/><Relationship Id="rId32" Type="http://schemas.openxmlformats.org/officeDocument/2006/relationships/tags" Target="../tags/tag723.xml"/><Relationship Id="rId31" Type="http://schemas.openxmlformats.org/officeDocument/2006/relationships/tags" Target="../tags/tag722.xml"/><Relationship Id="rId30" Type="http://schemas.openxmlformats.org/officeDocument/2006/relationships/tags" Target="../tags/tag721.xml"/><Relationship Id="rId3" Type="http://schemas.openxmlformats.org/officeDocument/2006/relationships/tags" Target="../tags/tag694.xml"/><Relationship Id="rId29" Type="http://schemas.openxmlformats.org/officeDocument/2006/relationships/tags" Target="../tags/tag720.xml"/><Relationship Id="rId28" Type="http://schemas.openxmlformats.org/officeDocument/2006/relationships/tags" Target="../tags/tag719.xml"/><Relationship Id="rId27" Type="http://schemas.openxmlformats.org/officeDocument/2006/relationships/tags" Target="../tags/tag718.xml"/><Relationship Id="rId26" Type="http://schemas.openxmlformats.org/officeDocument/2006/relationships/tags" Target="../tags/tag717.xml"/><Relationship Id="rId25" Type="http://schemas.openxmlformats.org/officeDocument/2006/relationships/tags" Target="../tags/tag716.xml"/><Relationship Id="rId24" Type="http://schemas.openxmlformats.org/officeDocument/2006/relationships/tags" Target="../tags/tag715.xml"/><Relationship Id="rId23" Type="http://schemas.openxmlformats.org/officeDocument/2006/relationships/tags" Target="../tags/tag714.xml"/><Relationship Id="rId22" Type="http://schemas.openxmlformats.org/officeDocument/2006/relationships/tags" Target="../tags/tag713.xml"/><Relationship Id="rId21" Type="http://schemas.openxmlformats.org/officeDocument/2006/relationships/tags" Target="../tags/tag712.xml"/><Relationship Id="rId20" Type="http://schemas.openxmlformats.org/officeDocument/2006/relationships/tags" Target="../tags/tag711.xml"/><Relationship Id="rId2" Type="http://schemas.openxmlformats.org/officeDocument/2006/relationships/tags" Target="../tags/tag693.xml"/><Relationship Id="rId19" Type="http://schemas.openxmlformats.org/officeDocument/2006/relationships/tags" Target="../tags/tag710.xml"/><Relationship Id="rId18" Type="http://schemas.openxmlformats.org/officeDocument/2006/relationships/tags" Target="../tags/tag709.xml"/><Relationship Id="rId17" Type="http://schemas.openxmlformats.org/officeDocument/2006/relationships/tags" Target="../tags/tag708.xml"/><Relationship Id="rId16" Type="http://schemas.openxmlformats.org/officeDocument/2006/relationships/tags" Target="../tags/tag707.xml"/><Relationship Id="rId15" Type="http://schemas.openxmlformats.org/officeDocument/2006/relationships/tags" Target="../tags/tag706.xml"/><Relationship Id="rId14" Type="http://schemas.openxmlformats.org/officeDocument/2006/relationships/tags" Target="../tags/tag705.xml"/><Relationship Id="rId13" Type="http://schemas.openxmlformats.org/officeDocument/2006/relationships/tags" Target="../tags/tag704.xml"/><Relationship Id="rId12" Type="http://schemas.openxmlformats.org/officeDocument/2006/relationships/tags" Target="../tags/tag703.xml"/><Relationship Id="rId11" Type="http://schemas.openxmlformats.org/officeDocument/2006/relationships/tags" Target="../tags/tag702.xml"/><Relationship Id="rId10" Type="http://schemas.openxmlformats.org/officeDocument/2006/relationships/tags" Target="../tags/tag701.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95" Type="http://schemas.openxmlformats.org/officeDocument/2006/relationships/notesSlide" Target="../notesSlides/notesSlide19.xml"/><Relationship Id="rId94" Type="http://schemas.openxmlformats.org/officeDocument/2006/relationships/slideLayout" Target="../slideLayouts/slideLayout2.xml"/><Relationship Id="rId93" Type="http://schemas.openxmlformats.org/officeDocument/2006/relationships/tags" Target="../tags/tag847.xml"/><Relationship Id="rId92" Type="http://schemas.openxmlformats.org/officeDocument/2006/relationships/tags" Target="../tags/tag846.xml"/><Relationship Id="rId91" Type="http://schemas.openxmlformats.org/officeDocument/2006/relationships/tags" Target="../tags/tag845.xml"/><Relationship Id="rId90" Type="http://schemas.openxmlformats.org/officeDocument/2006/relationships/tags" Target="../tags/tag844.xml"/><Relationship Id="rId9" Type="http://schemas.openxmlformats.org/officeDocument/2006/relationships/tags" Target="../tags/tag763.xml"/><Relationship Id="rId89" Type="http://schemas.openxmlformats.org/officeDocument/2006/relationships/tags" Target="../tags/tag843.xml"/><Relationship Id="rId88" Type="http://schemas.openxmlformats.org/officeDocument/2006/relationships/tags" Target="../tags/tag842.xml"/><Relationship Id="rId87" Type="http://schemas.openxmlformats.org/officeDocument/2006/relationships/tags" Target="../tags/tag841.xml"/><Relationship Id="rId86" Type="http://schemas.openxmlformats.org/officeDocument/2006/relationships/tags" Target="../tags/tag840.xml"/><Relationship Id="rId85" Type="http://schemas.openxmlformats.org/officeDocument/2006/relationships/tags" Target="../tags/tag839.xml"/><Relationship Id="rId84" Type="http://schemas.openxmlformats.org/officeDocument/2006/relationships/tags" Target="../tags/tag838.xml"/><Relationship Id="rId83" Type="http://schemas.openxmlformats.org/officeDocument/2006/relationships/tags" Target="../tags/tag837.xml"/><Relationship Id="rId82" Type="http://schemas.openxmlformats.org/officeDocument/2006/relationships/tags" Target="../tags/tag836.xml"/><Relationship Id="rId81" Type="http://schemas.openxmlformats.org/officeDocument/2006/relationships/tags" Target="../tags/tag835.xml"/><Relationship Id="rId80" Type="http://schemas.openxmlformats.org/officeDocument/2006/relationships/tags" Target="../tags/tag834.xml"/><Relationship Id="rId8" Type="http://schemas.openxmlformats.org/officeDocument/2006/relationships/tags" Target="../tags/tag762.xml"/><Relationship Id="rId79" Type="http://schemas.openxmlformats.org/officeDocument/2006/relationships/tags" Target="../tags/tag833.xml"/><Relationship Id="rId78" Type="http://schemas.openxmlformats.org/officeDocument/2006/relationships/tags" Target="../tags/tag832.xml"/><Relationship Id="rId77" Type="http://schemas.openxmlformats.org/officeDocument/2006/relationships/tags" Target="../tags/tag831.xml"/><Relationship Id="rId76" Type="http://schemas.openxmlformats.org/officeDocument/2006/relationships/tags" Target="../tags/tag830.xml"/><Relationship Id="rId75" Type="http://schemas.openxmlformats.org/officeDocument/2006/relationships/tags" Target="../tags/tag829.xml"/><Relationship Id="rId74" Type="http://schemas.openxmlformats.org/officeDocument/2006/relationships/tags" Target="../tags/tag828.xml"/><Relationship Id="rId73" Type="http://schemas.openxmlformats.org/officeDocument/2006/relationships/tags" Target="../tags/tag827.xml"/><Relationship Id="rId72" Type="http://schemas.openxmlformats.org/officeDocument/2006/relationships/tags" Target="../tags/tag826.xml"/><Relationship Id="rId71" Type="http://schemas.openxmlformats.org/officeDocument/2006/relationships/tags" Target="../tags/tag825.xml"/><Relationship Id="rId70" Type="http://schemas.openxmlformats.org/officeDocument/2006/relationships/tags" Target="../tags/tag824.xml"/><Relationship Id="rId7" Type="http://schemas.openxmlformats.org/officeDocument/2006/relationships/tags" Target="../tags/tag761.xml"/><Relationship Id="rId69" Type="http://schemas.openxmlformats.org/officeDocument/2006/relationships/tags" Target="../tags/tag823.xml"/><Relationship Id="rId68" Type="http://schemas.openxmlformats.org/officeDocument/2006/relationships/tags" Target="../tags/tag822.xml"/><Relationship Id="rId67" Type="http://schemas.openxmlformats.org/officeDocument/2006/relationships/tags" Target="../tags/tag821.xml"/><Relationship Id="rId66" Type="http://schemas.openxmlformats.org/officeDocument/2006/relationships/tags" Target="../tags/tag820.xml"/><Relationship Id="rId65" Type="http://schemas.openxmlformats.org/officeDocument/2006/relationships/tags" Target="../tags/tag819.xml"/><Relationship Id="rId64" Type="http://schemas.openxmlformats.org/officeDocument/2006/relationships/tags" Target="../tags/tag818.xml"/><Relationship Id="rId63" Type="http://schemas.openxmlformats.org/officeDocument/2006/relationships/tags" Target="../tags/tag817.xml"/><Relationship Id="rId62" Type="http://schemas.openxmlformats.org/officeDocument/2006/relationships/tags" Target="../tags/tag816.xml"/><Relationship Id="rId61" Type="http://schemas.openxmlformats.org/officeDocument/2006/relationships/tags" Target="../tags/tag815.xml"/><Relationship Id="rId60" Type="http://schemas.openxmlformats.org/officeDocument/2006/relationships/tags" Target="../tags/tag814.xml"/><Relationship Id="rId6" Type="http://schemas.openxmlformats.org/officeDocument/2006/relationships/tags" Target="../tags/tag760.xml"/><Relationship Id="rId59" Type="http://schemas.openxmlformats.org/officeDocument/2006/relationships/tags" Target="../tags/tag813.xml"/><Relationship Id="rId58" Type="http://schemas.openxmlformats.org/officeDocument/2006/relationships/tags" Target="../tags/tag812.xml"/><Relationship Id="rId57" Type="http://schemas.openxmlformats.org/officeDocument/2006/relationships/tags" Target="../tags/tag811.xml"/><Relationship Id="rId56" Type="http://schemas.openxmlformats.org/officeDocument/2006/relationships/tags" Target="../tags/tag810.xml"/><Relationship Id="rId55" Type="http://schemas.openxmlformats.org/officeDocument/2006/relationships/tags" Target="../tags/tag809.xml"/><Relationship Id="rId54" Type="http://schemas.openxmlformats.org/officeDocument/2006/relationships/tags" Target="../tags/tag808.xml"/><Relationship Id="rId53" Type="http://schemas.openxmlformats.org/officeDocument/2006/relationships/tags" Target="../tags/tag807.xml"/><Relationship Id="rId52" Type="http://schemas.openxmlformats.org/officeDocument/2006/relationships/tags" Target="../tags/tag806.xml"/><Relationship Id="rId51" Type="http://schemas.openxmlformats.org/officeDocument/2006/relationships/tags" Target="../tags/tag805.xml"/><Relationship Id="rId50" Type="http://schemas.openxmlformats.org/officeDocument/2006/relationships/tags" Target="../tags/tag804.xml"/><Relationship Id="rId5" Type="http://schemas.openxmlformats.org/officeDocument/2006/relationships/tags" Target="../tags/tag759.xml"/><Relationship Id="rId49" Type="http://schemas.openxmlformats.org/officeDocument/2006/relationships/tags" Target="../tags/tag803.xml"/><Relationship Id="rId48" Type="http://schemas.openxmlformats.org/officeDocument/2006/relationships/tags" Target="../tags/tag802.xml"/><Relationship Id="rId47" Type="http://schemas.openxmlformats.org/officeDocument/2006/relationships/tags" Target="../tags/tag801.xml"/><Relationship Id="rId46" Type="http://schemas.openxmlformats.org/officeDocument/2006/relationships/tags" Target="../tags/tag800.xml"/><Relationship Id="rId45" Type="http://schemas.openxmlformats.org/officeDocument/2006/relationships/tags" Target="../tags/tag799.xml"/><Relationship Id="rId44" Type="http://schemas.openxmlformats.org/officeDocument/2006/relationships/tags" Target="../tags/tag798.xml"/><Relationship Id="rId43" Type="http://schemas.openxmlformats.org/officeDocument/2006/relationships/tags" Target="../tags/tag797.xml"/><Relationship Id="rId42" Type="http://schemas.openxmlformats.org/officeDocument/2006/relationships/tags" Target="../tags/tag796.xml"/><Relationship Id="rId41" Type="http://schemas.openxmlformats.org/officeDocument/2006/relationships/tags" Target="../tags/tag795.xml"/><Relationship Id="rId40" Type="http://schemas.openxmlformats.org/officeDocument/2006/relationships/tags" Target="../tags/tag794.xml"/><Relationship Id="rId4" Type="http://schemas.openxmlformats.org/officeDocument/2006/relationships/tags" Target="../tags/tag758.xml"/><Relationship Id="rId39" Type="http://schemas.openxmlformats.org/officeDocument/2006/relationships/tags" Target="../tags/tag793.xml"/><Relationship Id="rId38" Type="http://schemas.openxmlformats.org/officeDocument/2006/relationships/tags" Target="../tags/tag792.xml"/><Relationship Id="rId37" Type="http://schemas.openxmlformats.org/officeDocument/2006/relationships/tags" Target="../tags/tag791.xml"/><Relationship Id="rId36" Type="http://schemas.openxmlformats.org/officeDocument/2006/relationships/tags" Target="../tags/tag790.xml"/><Relationship Id="rId35" Type="http://schemas.openxmlformats.org/officeDocument/2006/relationships/tags" Target="../tags/tag789.xml"/><Relationship Id="rId34" Type="http://schemas.openxmlformats.org/officeDocument/2006/relationships/tags" Target="../tags/tag788.xml"/><Relationship Id="rId33" Type="http://schemas.openxmlformats.org/officeDocument/2006/relationships/tags" Target="../tags/tag787.xml"/><Relationship Id="rId32" Type="http://schemas.openxmlformats.org/officeDocument/2006/relationships/tags" Target="../tags/tag786.xml"/><Relationship Id="rId31" Type="http://schemas.openxmlformats.org/officeDocument/2006/relationships/tags" Target="../tags/tag785.xml"/><Relationship Id="rId30" Type="http://schemas.openxmlformats.org/officeDocument/2006/relationships/tags" Target="../tags/tag784.xml"/><Relationship Id="rId3" Type="http://schemas.openxmlformats.org/officeDocument/2006/relationships/tags" Target="../tags/tag757.xml"/><Relationship Id="rId29" Type="http://schemas.openxmlformats.org/officeDocument/2006/relationships/tags" Target="../tags/tag783.xml"/><Relationship Id="rId28" Type="http://schemas.openxmlformats.org/officeDocument/2006/relationships/tags" Target="../tags/tag782.xml"/><Relationship Id="rId27" Type="http://schemas.openxmlformats.org/officeDocument/2006/relationships/tags" Target="../tags/tag781.xml"/><Relationship Id="rId26" Type="http://schemas.openxmlformats.org/officeDocument/2006/relationships/tags" Target="../tags/tag780.xml"/><Relationship Id="rId25" Type="http://schemas.openxmlformats.org/officeDocument/2006/relationships/tags" Target="../tags/tag779.xml"/><Relationship Id="rId24" Type="http://schemas.openxmlformats.org/officeDocument/2006/relationships/tags" Target="../tags/tag778.xml"/><Relationship Id="rId23" Type="http://schemas.openxmlformats.org/officeDocument/2006/relationships/tags" Target="../tags/tag777.xml"/><Relationship Id="rId22" Type="http://schemas.openxmlformats.org/officeDocument/2006/relationships/tags" Target="../tags/tag776.xml"/><Relationship Id="rId21" Type="http://schemas.openxmlformats.org/officeDocument/2006/relationships/tags" Target="../tags/tag775.xml"/><Relationship Id="rId20" Type="http://schemas.openxmlformats.org/officeDocument/2006/relationships/tags" Target="../tags/tag774.xml"/><Relationship Id="rId2" Type="http://schemas.openxmlformats.org/officeDocument/2006/relationships/tags" Target="../tags/tag756.xml"/><Relationship Id="rId19" Type="http://schemas.openxmlformats.org/officeDocument/2006/relationships/tags" Target="../tags/tag773.xml"/><Relationship Id="rId18" Type="http://schemas.openxmlformats.org/officeDocument/2006/relationships/tags" Target="../tags/tag772.xml"/><Relationship Id="rId17" Type="http://schemas.openxmlformats.org/officeDocument/2006/relationships/tags" Target="../tags/tag771.xml"/><Relationship Id="rId16" Type="http://schemas.openxmlformats.org/officeDocument/2006/relationships/tags" Target="../tags/tag770.xml"/><Relationship Id="rId15" Type="http://schemas.openxmlformats.org/officeDocument/2006/relationships/tags" Target="../tags/tag769.xml"/><Relationship Id="rId14" Type="http://schemas.openxmlformats.org/officeDocument/2006/relationships/tags" Target="../tags/tag768.xml"/><Relationship Id="rId13" Type="http://schemas.openxmlformats.org/officeDocument/2006/relationships/tags" Target="../tags/tag767.xml"/><Relationship Id="rId12" Type="http://schemas.openxmlformats.org/officeDocument/2006/relationships/tags" Target="../tags/tag766.xml"/><Relationship Id="rId11" Type="http://schemas.openxmlformats.org/officeDocument/2006/relationships/tags" Target="../tags/tag765.xml"/><Relationship Id="rId10" Type="http://schemas.openxmlformats.org/officeDocument/2006/relationships/tags" Target="../tags/tag764.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90" Type="http://schemas.openxmlformats.org/officeDocument/2006/relationships/notesSlide" Target="../notesSlides/notesSlide20.xml"/><Relationship Id="rId9" Type="http://schemas.openxmlformats.org/officeDocument/2006/relationships/tags" Target="../tags/tag855.xml"/><Relationship Id="rId89" Type="http://schemas.openxmlformats.org/officeDocument/2006/relationships/slideLayout" Target="../slideLayouts/slideLayout2.xml"/><Relationship Id="rId88" Type="http://schemas.openxmlformats.org/officeDocument/2006/relationships/tags" Target="../tags/tag934.xml"/><Relationship Id="rId87" Type="http://schemas.openxmlformats.org/officeDocument/2006/relationships/tags" Target="../tags/tag933.xml"/><Relationship Id="rId86" Type="http://schemas.openxmlformats.org/officeDocument/2006/relationships/tags" Target="../tags/tag932.xml"/><Relationship Id="rId85" Type="http://schemas.openxmlformats.org/officeDocument/2006/relationships/tags" Target="../tags/tag931.xml"/><Relationship Id="rId84" Type="http://schemas.openxmlformats.org/officeDocument/2006/relationships/tags" Target="../tags/tag930.xml"/><Relationship Id="rId83" Type="http://schemas.openxmlformats.org/officeDocument/2006/relationships/tags" Target="../tags/tag929.xml"/><Relationship Id="rId82" Type="http://schemas.openxmlformats.org/officeDocument/2006/relationships/tags" Target="../tags/tag928.xml"/><Relationship Id="rId81" Type="http://schemas.openxmlformats.org/officeDocument/2006/relationships/tags" Target="../tags/tag927.xml"/><Relationship Id="rId80" Type="http://schemas.openxmlformats.org/officeDocument/2006/relationships/tags" Target="../tags/tag926.xml"/><Relationship Id="rId8" Type="http://schemas.openxmlformats.org/officeDocument/2006/relationships/tags" Target="../tags/tag854.xml"/><Relationship Id="rId79" Type="http://schemas.openxmlformats.org/officeDocument/2006/relationships/tags" Target="../tags/tag925.xml"/><Relationship Id="rId78" Type="http://schemas.openxmlformats.org/officeDocument/2006/relationships/tags" Target="../tags/tag924.xml"/><Relationship Id="rId77" Type="http://schemas.openxmlformats.org/officeDocument/2006/relationships/tags" Target="../tags/tag923.xml"/><Relationship Id="rId76" Type="http://schemas.openxmlformats.org/officeDocument/2006/relationships/tags" Target="../tags/tag922.xml"/><Relationship Id="rId75" Type="http://schemas.openxmlformats.org/officeDocument/2006/relationships/tags" Target="../tags/tag921.xml"/><Relationship Id="rId74" Type="http://schemas.openxmlformats.org/officeDocument/2006/relationships/tags" Target="../tags/tag920.xml"/><Relationship Id="rId73" Type="http://schemas.openxmlformats.org/officeDocument/2006/relationships/tags" Target="../tags/tag919.xml"/><Relationship Id="rId72" Type="http://schemas.openxmlformats.org/officeDocument/2006/relationships/tags" Target="../tags/tag918.xml"/><Relationship Id="rId71" Type="http://schemas.openxmlformats.org/officeDocument/2006/relationships/tags" Target="../tags/tag917.xml"/><Relationship Id="rId70" Type="http://schemas.openxmlformats.org/officeDocument/2006/relationships/tags" Target="../tags/tag916.xml"/><Relationship Id="rId7" Type="http://schemas.openxmlformats.org/officeDocument/2006/relationships/tags" Target="../tags/tag853.xml"/><Relationship Id="rId69" Type="http://schemas.openxmlformats.org/officeDocument/2006/relationships/tags" Target="../tags/tag915.xml"/><Relationship Id="rId68" Type="http://schemas.openxmlformats.org/officeDocument/2006/relationships/tags" Target="../tags/tag914.xml"/><Relationship Id="rId67" Type="http://schemas.openxmlformats.org/officeDocument/2006/relationships/tags" Target="../tags/tag913.xml"/><Relationship Id="rId66" Type="http://schemas.openxmlformats.org/officeDocument/2006/relationships/tags" Target="../tags/tag912.xml"/><Relationship Id="rId65" Type="http://schemas.openxmlformats.org/officeDocument/2006/relationships/tags" Target="../tags/tag911.xml"/><Relationship Id="rId64" Type="http://schemas.openxmlformats.org/officeDocument/2006/relationships/tags" Target="../tags/tag910.xml"/><Relationship Id="rId63" Type="http://schemas.openxmlformats.org/officeDocument/2006/relationships/tags" Target="../tags/tag909.xml"/><Relationship Id="rId62" Type="http://schemas.openxmlformats.org/officeDocument/2006/relationships/tags" Target="../tags/tag908.xml"/><Relationship Id="rId61" Type="http://schemas.openxmlformats.org/officeDocument/2006/relationships/tags" Target="../tags/tag907.xml"/><Relationship Id="rId60" Type="http://schemas.openxmlformats.org/officeDocument/2006/relationships/tags" Target="../tags/tag906.xml"/><Relationship Id="rId6" Type="http://schemas.openxmlformats.org/officeDocument/2006/relationships/tags" Target="../tags/tag852.xml"/><Relationship Id="rId59" Type="http://schemas.openxmlformats.org/officeDocument/2006/relationships/tags" Target="../tags/tag905.xml"/><Relationship Id="rId58" Type="http://schemas.openxmlformats.org/officeDocument/2006/relationships/tags" Target="../tags/tag904.xml"/><Relationship Id="rId57" Type="http://schemas.openxmlformats.org/officeDocument/2006/relationships/tags" Target="../tags/tag903.xml"/><Relationship Id="rId56" Type="http://schemas.openxmlformats.org/officeDocument/2006/relationships/tags" Target="../tags/tag902.xml"/><Relationship Id="rId55" Type="http://schemas.openxmlformats.org/officeDocument/2006/relationships/tags" Target="../tags/tag901.xml"/><Relationship Id="rId54" Type="http://schemas.openxmlformats.org/officeDocument/2006/relationships/tags" Target="../tags/tag900.xml"/><Relationship Id="rId53" Type="http://schemas.openxmlformats.org/officeDocument/2006/relationships/tags" Target="../tags/tag899.xml"/><Relationship Id="rId52" Type="http://schemas.openxmlformats.org/officeDocument/2006/relationships/tags" Target="../tags/tag898.xml"/><Relationship Id="rId51" Type="http://schemas.openxmlformats.org/officeDocument/2006/relationships/tags" Target="../tags/tag897.xml"/><Relationship Id="rId50" Type="http://schemas.openxmlformats.org/officeDocument/2006/relationships/tags" Target="../tags/tag896.xml"/><Relationship Id="rId5" Type="http://schemas.openxmlformats.org/officeDocument/2006/relationships/tags" Target="../tags/tag851.xml"/><Relationship Id="rId49" Type="http://schemas.openxmlformats.org/officeDocument/2006/relationships/tags" Target="../tags/tag895.xml"/><Relationship Id="rId48" Type="http://schemas.openxmlformats.org/officeDocument/2006/relationships/tags" Target="../tags/tag894.xml"/><Relationship Id="rId47" Type="http://schemas.openxmlformats.org/officeDocument/2006/relationships/tags" Target="../tags/tag893.xml"/><Relationship Id="rId46" Type="http://schemas.openxmlformats.org/officeDocument/2006/relationships/tags" Target="../tags/tag892.xml"/><Relationship Id="rId45" Type="http://schemas.openxmlformats.org/officeDocument/2006/relationships/tags" Target="../tags/tag891.xml"/><Relationship Id="rId44" Type="http://schemas.openxmlformats.org/officeDocument/2006/relationships/tags" Target="../tags/tag890.xml"/><Relationship Id="rId43" Type="http://schemas.openxmlformats.org/officeDocument/2006/relationships/tags" Target="../tags/tag889.xml"/><Relationship Id="rId42" Type="http://schemas.openxmlformats.org/officeDocument/2006/relationships/tags" Target="../tags/tag888.xml"/><Relationship Id="rId41" Type="http://schemas.openxmlformats.org/officeDocument/2006/relationships/tags" Target="../tags/tag887.xml"/><Relationship Id="rId40" Type="http://schemas.openxmlformats.org/officeDocument/2006/relationships/tags" Target="../tags/tag886.xml"/><Relationship Id="rId4" Type="http://schemas.openxmlformats.org/officeDocument/2006/relationships/tags" Target="../tags/tag850.xml"/><Relationship Id="rId39" Type="http://schemas.openxmlformats.org/officeDocument/2006/relationships/tags" Target="../tags/tag885.xml"/><Relationship Id="rId38" Type="http://schemas.openxmlformats.org/officeDocument/2006/relationships/tags" Target="../tags/tag884.xml"/><Relationship Id="rId37" Type="http://schemas.openxmlformats.org/officeDocument/2006/relationships/tags" Target="../tags/tag883.xml"/><Relationship Id="rId36" Type="http://schemas.openxmlformats.org/officeDocument/2006/relationships/tags" Target="../tags/tag882.xml"/><Relationship Id="rId35" Type="http://schemas.openxmlformats.org/officeDocument/2006/relationships/tags" Target="../tags/tag881.xml"/><Relationship Id="rId34" Type="http://schemas.openxmlformats.org/officeDocument/2006/relationships/tags" Target="../tags/tag880.xml"/><Relationship Id="rId33" Type="http://schemas.openxmlformats.org/officeDocument/2006/relationships/tags" Target="../tags/tag879.xml"/><Relationship Id="rId32" Type="http://schemas.openxmlformats.org/officeDocument/2006/relationships/tags" Target="../tags/tag878.xml"/><Relationship Id="rId31" Type="http://schemas.openxmlformats.org/officeDocument/2006/relationships/tags" Target="../tags/tag877.xml"/><Relationship Id="rId30" Type="http://schemas.openxmlformats.org/officeDocument/2006/relationships/tags" Target="../tags/tag876.xml"/><Relationship Id="rId3" Type="http://schemas.openxmlformats.org/officeDocument/2006/relationships/tags" Target="../tags/tag849.xml"/><Relationship Id="rId29" Type="http://schemas.openxmlformats.org/officeDocument/2006/relationships/tags" Target="../tags/tag875.xml"/><Relationship Id="rId28" Type="http://schemas.openxmlformats.org/officeDocument/2006/relationships/tags" Target="../tags/tag874.xml"/><Relationship Id="rId27" Type="http://schemas.openxmlformats.org/officeDocument/2006/relationships/tags" Target="../tags/tag873.xml"/><Relationship Id="rId26" Type="http://schemas.openxmlformats.org/officeDocument/2006/relationships/tags" Target="../tags/tag872.xml"/><Relationship Id="rId25" Type="http://schemas.openxmlformats.org/officeDocument/2006/relationships/tags" Target="../tags/tag871.xml"/><Relationship Id="rId24" Type="http://schemas.openxmlformats.org/officeDocument/2006/relationships/tags" Target="../tags/tag870.xml"/><Relationship Id="rId23" Type="http://schemas.openxmlformats.org/officeDocument/2006/relationships/tags" Target="../tags/tag869.xml"/><Relationship Id="rId22" Type="http://schemas.openxmlformats.org/officeDocument/2006/relationships/tags" Target="../tags/tag868.xml"/><Relationship Id="rId21" Type="http://schemas.openxmlformats.org/officeDocument/2006/relationships/tags" Target="../tags/tag867.xml"/><Relationship Id="rId20" Type="http://schemas.openxmlformats.org/officeDocument/2006/relationships/tags" Target="../tags/tag866.xml"/><Relationship Id="rId2" Type="http://schemas.openxmlformats.org/officeDocument/2006/relationships/tags" Target="../tags/tag848.xml"/><Relationship Id="rId19" Type="http://schemas.openxmlformats.org/officeDocument/2006/relationships/tags" Target="../tags/tag865.xml"/><Relationship Id="rId18" Type="http://schemas.openxmlformats.org/officeDocument/2006/relationships/tags" Target="../tags/tag864.xml"/><Relationship Id="rId17" Type="http://schemas.openxmlformats.org/officeDocument/2006/relationships/tags" Target="../tags/tag863.xml"/><Relationship Id="rId16" Type="http://schemas.openxmlformats.org/officeDocument/2006/relationships/tags" Target="../tags/tag862.xml"/><Relationship Id="rId15" Type="http://schemas.openxmlformats.org/officeDocument/2006/relationships/tags" Target="../tags/tag861.xml"/><Relationship Id="rId14" Type="http://schemas.openxmlformats.org/officeDocument/2006/relationships/tags" Target="../tags/tag860.xml"/><Relationship Id="rId13" Type="http://schemas.openxmlformats.org/officeDocument/2006/relationships/tags" Target="../tags/tag859.xml"/><Relationship Id="rId12" Type="http://schemas.openxmlformats.org/officeDocument/2006/relationships/tags" Target="../tags/tag858.xml"/><Relationship Id="rId11" Type="http://schemas.openxmlformats.org/officeDocument/2006/relationships/tags" Target="../tags/tag857.xml"/><Relationship Id="rId10" Type="http://schemas.openxmlformats.org/officeDocument/2006/relationships/tags" Target="../tags/tag856.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tags" Target="../tags/tag942.xml"/><Relationship Id="rId8" Type="http://schemas.openxmlformats.org/officeDocument/2006/relationships/tags" Target="../tags/tag941.xml"/><Relationship Id="rId7" Type="http://schemas.openxmlformats.org/officeDocument/2006/relationships/tags" Target="../tags/tag940.xml"/><Relationship Id="rId69" Type="http://schemas.openxmlformats.org/officeDocument/2006/relationships/notesSlide" Target="../notesSlides/notesSlide21.xml"/><Relationship Id="rId68" Type="http://schemas.openxmlformats.org/officeDocument/2006/relationships/slideLayout" Target="../slideLayouts/slideLayout2.xml"/><Relationship Id="rId67" Type="http://schemas.openxmlformats.org/officeDocument/2006/relationships/tags" Target="../tags/tag1000.xml"/><Relationship Id="rId66" Type="http://schemas.openxmlformats.org/officeDocument/2006/relationships/tags" Target="../tags/tag999.xml"/><Relationship Id="rId65" Type="http://schemas.openxmlformats.org/officeDocument/2006/relationships/tags" Target="../tags/tag998.xml"/><Relationship Id="rId64" Type="http://schemas.openxmlformats.org/officeDocument/2006/relationships/tags" Target="../tags/tag997.xml"/><Relationship Id="rId63" Type="http://schemas.openxmlformats.org/officeDocument/2006/relationships/tags" Target="../tags/tag996.xml"/><Relationship Id="rId62" Type="http://schemas.openxmlformats.org/officeDocument/2006/relationships/tags" Target="../tags/tag995.xml"/><Relationship Id="rId61" Type="http://schemas.openxmlformats.org/officeDocument/2006/relationships/tags" Target="../tags/tag994.xml"/><Relationship Id="rId60" Type="http://schemas.openxmlformats.org/officeDocument/2006/relationships/tags" Target="../tags/tag993.xml"/><Relationship Id="rId6" Type="http://schemas.openxmlformats.org/officeDocument/2006/relationships/tags" Target="../tags/tag939.xml"/><Relationship Id="rId59" Type="http://schemas.openxmlformats.org/officeDocument/2006/relationships/tags" Target="../tags/tag992.xml"/><Relationship Id="rId58" Type="http://schemas.openxmlformats.org/officeDocument/2006/relationships/tags" Target="../tags/tag991.xml"/><Relationship Id="rId57" Type="http://schemas.openxmlformats.org/officeDocument/2006/relationships/tags" Target="../tags/tag990.xml"/><Relationship Id="rId56" Type="http://schemas.openxmlformats.org/officeDocument/2006/relationships/tags" Target="../tags/tag989.xml"/><Relationship Id="rId55" Type="http://schemas.openxmlformats.org/officeDocument/2006/relationships/tags" Target="../tags/tag988.xml"/><Relationship Id="rId54" Type="http://schemas.openxmlformats.org/officeDocument/2006/relationships/tags" Target="../tags/tag987.xml"/><Relationship Id="rId53" Type="http://schemas.openxmlformats.org/officeDocument/2006/relationships/tags" Target="../tags/tag986.xml"/><Relationship Id="rId52" Type="http://schemas.openxmlformats.org/officeDocument/2006/relationships/tags" Target="../tags/tag985.xml"/><Relationship Id="rId51" Type="http://schemas.openxmlformats.org/officeDocument/2006/relationships/tags" Target="../tags/tag984.xml"/><Relationship Id="rId50" Type="http://schemas.openxmlformats.org/officeDocument/2006/relationships/tags" Target="../tags/tag983.xml"/><Relationship Id="rId5" Type="http://schemas.openxmlformats.org/officeDocument/2006/relationships/tags" Target="../tags/tag938.xml"/><Relationship Id="rId49" Type="http://schemas.openxmlformats.org/officeDocument/2006/relationships/tags" Target="../tags/tag982.xml"/><Relationship Id="rId48" Type="http://schemas.openxmlformats.org/officeDocument/2006/relationships/tags" Target="../tags/tag981.xml"/><Relationship Id="rId47" Type="http://schemas.openxmlformats.org/officeDocument/2006/relationships/tags" Target="../tags/tag980.xml"/><Relationship Id="rId46" Type="http://schemas.openxmlformats.org/officeDocument/2006/relationships/tags" Target="../tags/tag979.xml"/><Relationship Id="rId45" Type="http://schemas.openxmlformats.org/officeDocument/2006/relationships/tags" Target="../tags/tag978.xml"/><Relationship Id="rId44" Type="http://schemas.openxmlformats.org/officeDocument/2006/relationships/tags" Target="../tags/tag977.xml"/><Relationship Id="rId43" Type="http://schemas.openxmlformats.org/officeDocument/2006/relationships/tags" Target="../tags/tag976.xml"/><Relationship Id="rId42" Type="http://schemas.openxmlformats.org/officeDocument/2006/relationships/tags" Target="../tags/tag975.xml"/><Relationship Id="rId41" Type="http://schemas.openxmlformats.org/officeDocument/2006/relationships/tags" Target="../tags/tag974.xml"/><Relationship Id="rId40" Type="http://schemas.openxmlformats.org/officeDocument/2006/relationships/tags" Target="../tags/tag973.xml"/><Relationship Id="rId4" Type="http://schemas.openxmlformats.org/officeDocument/2006/relationships/tags" Target="../tags/tag937.xml"/><Relationship Id="rId39" Type="http://schemas.openxmlformats.org/officeDocument/2006/relationships/tags" Target="../tags/tag972.xml"/><Relationship Id="rId38" Type="http://schemas.openxmlformats.org/officeDocument/2006/relationships/tags" Target="../tags/tag971.xml"/><Relationship Id="rId37" Type="http://schemas.openxmlformats.org/officeDocument/2006/relationships/tags" Target="../tags/tag970.xml"/><Relationship Id="rId36" Type="http://schemas.openxmlformats.org/officeDocument/2006/relationships/tags" Target="../tags/tag969.xml"/><Relationship Id="rId35" Type="http://schemas.openxmlformats.org/officeDocument/2006/relationships/tags" Target="../tags/tag968.xml"/><Relationship Id="rId34" Type="http://schemas.openxmlformats.org/officeDocument/2006/relationships/tags" Target="../tags/tag967.xml"/><Relationship Id="rId33" Type="http://schemas.openxmlformats.org/officeDocument/2006/relationships/tags" Target="../tags/tag966.xml"/><Relationship Id="rId32" Type="http://schemas.openxmlformats.org/officeDocument/2006/relationships/tags" Target="../tags/tag965.xml"/><Relationship Id="rId31" Type="http://schemas.openxmlformats.org/officeDocument/2006/relationships/tags" Target="../tags/tag964.xml"/><Relationship Id="rId30" Type="http://schemas.openxmlformats.org/officeDocument/2006/relationships/tags" Target="../tags/tag963.xml"/><Relationship Id="rId3" Type="http://schemas.openxmlformats.org/officeDocument/2006/relationships/tags" Target="../tags/tag936.xml"/><Relationship Id="rId29" Type="http://schemas.openxmlformats.org/officeDocument/2006/relationships/tags" Target="../tags/tag962.xml"/><Relationship Id="rId28" Type="http://schemas.openxmlformats.org/officeDocument/2006/relationships/tags" Target="../tags/tag961.xml"/><Relationship Id="rId27" Type="http://schemas.openxmlformats.org/officeDocument/2006/relationships/tags" Target="../tags/tag960.xml"/><Relationship Id="rId26" Type="http://schemas.openxmlformats.org/officeDocument/2006/relationships/tags" Target="../tags/tag959.xml"/><Relationship Id="rId25" Type="http://schemas.openxmlformats.org/officeDocument/2006/relationships/tags" Target="../tags/tag958.xml"/><Relationship Id="rId24" Type="http://schemas.openxmlformats.org/officeDocument/2006/relationships/tags" Target="../tags/tag957.xml"/><Relationship Id="rId23" Type="http://schemas.openxmlformats.org/officeDocument/2006/relationships/tags" Target="../tags/tag956.xml"/><Relationship Id="rId22" Type="http://schemas.openxmlformats.org/officeDocument/2006/relationships/tags" Target="../tags/tag955.xml"/><Relationship Id="rId21" Type="http://schemas.openxmlformats.org/officeDocument/2006/relationships/tags" Target="../tags/tag954.xml"/><Relationship Id="rId20" Type="http://schemas.openxmlformats.org/officeDocument/2006/relationships/tags" Target="../tags/tag953.xml"/><Relationship Id="rId2" Type="http://schemas.openxmlformats.org/officeDocument/2006/relationships/tags" Target="../tags/tag935.xml"/><Relationship Id="rId19" Type="http://schemas.openxmlformats.org/officeDocument/2006/relationships/tags" Target="../tags/tag952.xml"/><Relationship Id="rId18" Type="http://schemas.openxmlformats.org/officeDocument/2006/relationships/tags" Target="../tags/tag951.xml"/><Relationship Id="rId17" Type="http://schemas.openxmlformats.org/officeDocument/2006/relationships/tags" Target="../tags/tag950.xml"/><Relationship Id="rId16" Type="http://schemas.openxmlformats.org/officeDocument/2006/relationships/tags" Target="../tags/tag949.xml"/><Relationship Id="rId15" Type="http://schemas.openxmlformats.org/officeDocument/2006/relationships/tags" Target="../tags/tag948.xml"/><Relationship Id="rId14" Type="http://schemas.openxmlformats.org/officeDocument/2006/relationships/tags" Target="../tags/tag947.xml"/><Relationship Id="rId13" Type="http://schemas.openxmlformats.org/officeDocument/2006/relationships/tags" Target="../tags/tag946.xml"/><Relationship Id="rId12" Type="http://schemas.openxmlformats.org/officeDocument/2006/relationships/tags" Target="../tags/tag945.xml"/><Relationship Id="rId11" Type="http://schemas.openxmlformats.org/officeDocument/2006/relationships/tags" Target="../tags/tag944.xml"/><Relationship Id="rId10" Type="http://schemas.openxmlformats.org/officeDocument/2006/relationships/tags" Target="../tags/tag943.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9" Type="http://schemas.openxmlformats.org/officeDocument/2006/relationships/tags" Target="../tags/tag1008.xml"/><Relationship Id="rId83" Type="http://schemas.openxmlformats.org/officeDocument/2006/relationships/notesSlide" Target="../notesSlides/notesSlide22.xml"/><Relationship Id="rId82" Type="http://schemas.openxmlformats.org/officeDocument/2006/relationships/slideLayout" Target="../slideLayouts/slideLayout2.xml"/><Relationship Id="rId81" Type="http://schemas.openxmlformats.org/officeDocument/2006/relationships/tags" Target="../tags/tag1080.xml"/><Relationship Id="rId80" Type="http://schemas.openxmlformats.org/officeDocument/2006/relationships/tags" Target="../tags/tag1079.xml"/><Relationship Id="rId8" Type="http://schemas.openxmlformats.org/officeDocument/2006/relationships/tags" Target="../tags/tag1007.xml"/><Relationship Id="rId79" Type="http://schemas.openxmlformats.org/officeDocument/2006/relationships/tags" Target="../tags/tag1078.xml"/><Relationship Id="rId78" Type="http://schemas.openxmlformats.org/officeDocument/2006/relationships/tags" Target="../tags/tag1077.xml"/><Relationship Id="rId77" Type="http://schemas.openxmlformats.org/officeDocument/2006/relationships/tags" Target="../tags/tag1076.xml"/><Relationship Id="rId76" Type="http://schemas.openxmlformats.org/officeDocument/2006/relationships/tags" Target="../tags/tag1075.xml"/><Relationship Id="rId75" Type="http://schemas.openxmlformats.org/officeDocument/2006/relationships/tags" Target="../tags/tag1074.xml"/><Relationship Id="rId74" Type="http://schemas.openxmlformats.org/officeDocument/2006/relationships/tags" Target="../tags/tag1073.xml"/><Relationship Id="rId73" Type="http://schemas.openxmlformats.org/officeDocument/2006/relationships/tags" Target="../tags/tag1072.xml"/><Relationship Id="rId72" Type="http://schemas.openxmlformats.org/officeDocument/2006/relationships/tags" Target="../tags/tag1071.xml"/><Relationship Id="rId71" Type="http://schemas.openxmlformats.org/officeDocument/2006/relationships/tags" Target="../tags/tag1070.xml"/><Relationship Id="rId70" Type="http://schemas.openxmlformats.org/officeDocument/2006/relationships/tags" Target="../tags/tag1069.xml"/><Relationship Id="rId7" Type="http://schemas.openxmlformats.org/officeDocument/2006/relationships/tags" Target="../tags/tag1006.xml"/><Relationship Id="rId69" Type="http://schemas.openxmlformats.org/officeDocument/2006/relationships/tags" Target="../tags/tag1068.xml"/><Relationship Id="rId68" Type="http://schemas.openxmlformats.org/officeDocument/2006/relationships/tags" Target="../tags/tag1067.xml"/><Relationship Id="rId67" Type="http://schemas.openxmlformats.org/officeDocument/2006/relationships/tags" Target="../tags/tag1066.xml"/><Relationship Id="rId66" Type="http://schemas.openxmlformats.org/officeDocument/2006/relationships/tags" Target="../tags/tag1065.xml"/><Relationship Id="rId65" Type="http://schemas.openxmlformats.org/officeDocument/2006/relationships/tags" Target="../tags/tag1064.xml"/><Relationship Id="rId64" Type="http://schemas.openxmlformats.org/officeDocument/2006/relationships/tags" Target="../tags/tag1063.xml"/><Relationship Id="rId63" Type="http://schemas.openxmlformats.org/officeDocument/2006/relationships/tags" Target="../tags/tag1062.xml"/><Relationship Id="rId62" Type="http://schemas.openxmlformats.org/officeDocument/2006/relationships/tags" Target="../tags/tag1061.xml"/><Relationship Id="rId61" Type="http://schemas.openxmlformats.org/officeDocument/2006/relationships/tags" Target="../tags/tag1060.xml"/><Relationship Id="rId60" Type="http://schemas.openxmlformats.org/officeDocument/2006/relationships/tags" Target="../tags/tag1059.xml"/><Relationship Id="rId6" Type="http://schemas.openxmlformats.org/officeDocument/2006/relationships/tags" Target="../tags/tag1005.xml"/><Relationship Id="rId59" Type="http://schemas.openxmlformats.org/officeDocument/2006/relationships/tags" Target="../tags/tag1058.xml"/><Relationship Id="rId58" Type="http://schemas.openxmlformats.org/officeDocument/2006/relationships/tags" Target="../tags/tag1057.xml"/><Relationship Id="rId57" Type="http://schemas.openxmlformats.org/officeDocument/2006/relationships/tags" Target="../tags/tag1056.xml"/><Relationship Id="rId56" Type="http://schemas.openxmlformats.org/officeDocument/2006/relationships/tags" Target="../tags/tag1055.xml"/><Relationship Id="rId55" Type="http://schemas.openxmlformats.org/officeDocument/2006/relationships/tags" Target="../tags/tag1054.xml"/><Relationship Id="rId54" Type="http://schemas.openxmlformats.org/officeDocument/2006/relationships/tags" Target="../tags/tag1053.xml"/><Relationship Id="rId53" Type="http://schemas.openxmlformats.org/officeDocument/2006/relationships/tags" Target="../tags/tag1052.xml"/><Relationship Id="rId52" Type="http://schemas.openxmlformats.org/officeDocument/2006/relationships/tags" Target="../tags/tag1051.xml"/><Relationship Id="rId51" Type="http://schemas.openxmlformats.org/officeDocument/2006/relationships/tags" Target="../tags/tag1050.xml"/><Relationship Id="rId50" Type="http://schemas.openxmlformats.org/officeDocument/2006/relationships/tags" Target="../tags/tag1049.xml"/><Relationship Id="rId5" Type="http://schemas.openxmlformats.org/officeDocument/2006/relationships/tags" Target="../tags/tag1004.xml"/><Relationship Id="rId49" Type="http://schemas.openxmlformats.org/officeDocument/2006/relationships/tags" Target="../tags/tag1048.xml"/><Relationship Id="rId48" Type="http://schemas.openxmlformats.org/officeDocument/2006/relationships/tags" Target="../tags/tag1047.xml"/><Relationship Id="rId47" Type="http://schemas.openxmlformats.org/officeDocument/2006/relationships/tags" Target="../tags/tag1046.xml"/><Relationship Id="rId46" Type="http://schemas.openxmlformats.org/officeDocument/2006/relationships/tags" Target="../tags/tag1045.xml"/><Relationship Id="rId45" Type="http://schemas.openxmlformats.org/officeDocument/2006/relationships/tags" Target="../tags/tag1044.xml"/><Relationship Id="rId44" Type="http://schemas.openxmlformats.org/officeDocument/2006/relationships/tags" Target="../tags/tag1043.xml"/><Relationship Id="rId43" Type="http://schemas.openxmlformats.org/officeDocument/2006/relationships/tags" Target="../tags/tag1042.xml"/><Relationship Id="rId42" Type="http://schemas.openxmlformats.org/officeDocument/2006/relationships/tags" Target="../tags/tag1041.xml"/><Relationship Id="rId41" Type="http://schemas.openxmlformats.org/officeDocument/2006/relationships/tags" Target="../tags/tag1040.xml"/><Relationship Id="rId40" Type="http://schemas.openxmlformats.org/officeDocument/2006/relationships/tags" Target="../tags/tag1039.xml"/><Relationship Id="rId4" Type="http://schemas.openxmlformats.org/officeDocument/2006/relationships/tags" Target="../tags/tag1003.xml"/><Relationship Id="rId39" Type="http://schemas.openxmlformats.org/officeDocument/2006/relationships/tags" Target="../tags/tag1038.xml"/><Relationship Id="rId38" Type="http://schemas.openxmlformats.org/officeDocument/2006/relationships/tags" Target="../tags/tag1037.xml"/><Relationship Id="rId37" Type="http://schemas.openxmlformats.org/officeDocument/2006/relationships/tags" Target="../tags/tag1036.xml"/><Relationship Id="rId36" Type="http://schemas.openxmlformats.org/officeDocument/2006/relationships/tags" Target="../tags/tag1035.xml"/><Relationship Id="rId35" Type="http://schemas.openxmlformats.org/officeDocument/2006/relationships/tags" Target="../tags/tag1034.xml"/><Relationship Id="rId34" Type="http://schemas.openxmlformats.org/officeDocument/2006/relationships/tags" Target="../tags/tag1033.xml"/><Relationship Id="rId33" Type="http://schemas.openxmlformats.org/officeDocument/2006/relationships/tags" Target="../tags/tag1032.xml"/><Relationship Id="rId32" Type="http://schemas.openxmlformats.org/officeDocument/2006/relationships/tags" Target="../tags/tag1031.xml"/><Relationship Id="rId31" Type="http://schemas.openxmlformats.org/officeDocument/2006/relationships/tags" Target="../tags/tag1030.xml"/><Relationship Id="rId30" Type="http://schemas.openxmlformats.org/officeDocument/2006/relationships/tags" Target="../tags/tag1029.xml"/><Relationship Id="rId3" Type="http://schemas.openxmlformats.org/officeDocument/2006/relationships/tags" Target="../tags/tag1002.xml"/><Relationship Id="rId29" Type="http://schemas.openxmlformats.org/officeDocument/2006/relationships/tags" Target="../tags/tag1028.xml"/><Relationship Id="rId28" Type="http://schemas.openxmlformats.org/officeDocument/2006/relationships/tags" Target="../tags/tag1027.xml"/><Relationship Id="rId27" Type="http://schemas.openxmlformats.org/officeDocument/2006/relationships/tags" Target="../tags/tag1026.xml"/><Relationship Id="rId26" Type="http://schemas.openxmlformats.org/officeDocument/2006/relationships/tags" Target="../tags/tag1025.xml"/><Relationship Id="rId25" Type="http://schemas.openxmlformats.org/officeDocument/2006/relationships/tags" Target="../tags/tag1024.xml"/><Relationship Id="rId24" Type="http://schemas.openxmlformats.org/officeDocument/2006/relationships/tags" Target="../tags/tag1023.xml"/><Relationship Id="rId23" Type="http://schemas.openxmlformats.org/officeDocument/2006/relationships/tags" Target="../tags/tag1022.xml"/><Relationship Id="rId22" Type="http://schemas.openxmlformats.org/officeDocument/2006/relationships/tags" Target="../tags/tag1021.xml"/><Relationship Id="rId21" Type="http://schemas.openxmlformats.org/officeDocument/2006/relationships/tags" Target="../tags/tag1020.xml"/><Relationship Id="rId20" Type="http://schemas.openxmlformats.org/officeDocument/2006/relationships/tags" Target="../tags/tag1019.xml"/><Relationship Id="rId2" Type="http://schemas.openxmlformats.org/officeDocument/2006/relationships/tags" Target="../tags/tag1001.xml"/><Relationship Id="rId19" Type="http://schemas.openxmlformats.org/officeDocument/2006/relationships/tags" Target="../tags/tag1018.xml"/><Relationship Id="rId18" Type="http://schemas.openxmlformats.org/officeDocument/2006/relationships/tags" Target="../tags/tag1017.xml"/><Relationship Id="rId17" Type="http://schemas.openxmlformats.org/officeDocument/2006/relationships/tags" Target="../tags/tag1016.xml"/><Relationship Id="rId16" Type="http://schemas.openxmlformats.org/officeDocument/2006/relationships/tags" Target="../tags/tag1015.xml"/><Relationship Id="rId15" Type="http://schemas.openxmlformats.org/officeDocument/2006/relationships/tags" Target="../tags/tag1014.xml"/><Relationship Id="rId14" Type="http://schemas.openxmlformats.org/officeDocument/2006/relationships/tags" Target="../tags/tag1013.xml"/><Relationship Id="rId13" Type="http://schemas.openxmlformats.org/officeDocument/2006/relationships/tags" Target="../tags/tag1012.xml"/><Relationship Id="rId12" Type="http://schemas.openxmlformats.org/officeDocument/2006/relationships/tags" Target="../tags/tag1011.xml"/><Relationship Id="rId11" Type="http://schemas.openxmlformats.org/officeDocument/2006/relationships/tags" Target="../tags/tag1010.xml"/><Relationship Id="rId10" Type="http://schemas.openxmlformats.org/officeDocument/2006/relationships/tags" Target="../tags/tag1009.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91" Type="http://schemas.openxmlformats.org/officeDocument/2006/relationships/notesSlide" Target="../notesSlides/notesSlide23.xml"/><Relationship Id="rId90" Type="http://schemas.openxmlformats.org/officeDocument/2006/relationships/slideLayout" Target="../slideLayouts/slideLayout2.xml"/><Relationship Id="rId9" Type="http://schemas.openxmlformats.org/officeDocument/2006/relationships/tags" Target="../tags/tag1088.xml"/><Relationship Id="rId89" Type="http://schemas.openxmlformats.org/officeDocument/2006/relationships/tags" Target="../tags/tag1168.xml"/><Relationship Id="rId88" Type="http://schemas.openxmlformats.org/officeDocument/2006/relationships/tags" Target="../tags/tag1167.xml"/><Relationship Id="rId87" Type="http://schemas.openxmlformats.org/officeDocument/2006/relationships/tags" Target="../tags/tag1166.xml"/><Relationship Id="rId86" Type="http://schemas.openxmlformats.org/officeDocument/2006/relationships/tags" Target="../tags/tag1165.xml"/><Relationship Id="rId85" Type="http://schemas.openxmlformats.org/officeDocument/2006/relationships/tags" Target="../tags/tag1164.xml"/><Relationship Id="rId84" Type="http://schemas.openxmlformats.org/officeDocument/2006/relationships/tags" Target="../tags/tag1163.xml"/><Relationship Id="rId83" Type="http://schemas.openxmlformats.org/officeDocument/2006/relationships/tags" Target="../tags/tag1162.xml"/><Relationship Id="rId82" Type="http://schemas.openxmlformats.org/officeDocument/2006/relationships/tags" Target="../tags/tag1161.xml"/><Relationship Id="rId81" Type="http://schemas.openxmlformats.org/officeDocument/2006/relationships/tags" Target="../tags/tag1160.xml"/><Relationship Id="rId80" Type="http://schemas.openxmlformats.org/officeDocument/2006/relationships/tags" Target="../tags/tag1159.xml"/><Relationship Id="rId8" Type="http://schemas.openxmlformats.org/officeDocument/2006/relationships/tags" Target="../tags/tag1087.xml"/><Relationship Id="rId79" Type="http://schemas.openxmlformats.org/officeDocument/2006/relationships/tags" Target="../tags/tag1158.xml"/><Relationship Id="rId78" Type="http://schemas.openxmlformats.org/officeDocument/2006/relationships/tags" Target="../tags/tag1157.xml"/><Relationship Id="rId77" Type="http://schemas.openxmlformats.org/officeDocument/2006/relationships/tags" Target="../tags/tag1156.xml"/><Relationship Id="rId76" Type="http://schemas.openxmlformats.org/officeDocument/2006/relationships/tags" Target="../tags/tag1155.xml"/><Relationship Id="rId75" Type="http://schemas.openxmlformats.org/officeDocument/2006/relationships/tags" Target="../tags/tag1154.xml"/><Relationship Id="rId74" Type="http://schemas.openxmlformats.org/officeDocument/2006/relationships/tags" Target="../tags/tag1153.xml"/><Relationship Id="rId73" Type="http://schemas.openxmlformats.org/officeDocument/2006/relationships/tags" Target="../tags/tag1152.xml"/><Relationship Id="rId72" Type="http://schemas.openxmlformats.org/officeDocument/2006/relationships/tags" Target="../tags/tag1151.xml"/><Relationship Id="rId71" Type="http://schemas.openxmlformats.org/officeDocument/2006/relationships/tags" Target="../tags/tag1150.xml"/><Relationship Id="rId70" Type="http://schemas.openxmlformats.org/officeDocument/2006/relationships/tags" Target="../tags/tag1149.xml"/><Relationship Id="rId7" Type="http://schemas.openxmlformats.org/officeDocument/2006/relationships/tags" Target="../tags/tag1086.xml"/><Relationship Id="rId69" Type="http://schemas.openxmlformats.org/officeDocument/2006/relationships/tags" Target="../tags/tag1148.xml"/><Relationship Id="rId68" Type="http://schemas.openxmlformats.org/officeDocument/2006/relationships/tags" Target="../tags/tag1147.xml"/><Relationship Id="rId67" Type="http://schemas.openxmlformats.org/officeDocument/2006/relationships/tags" Target="../tags/tag1146.xml"/><Relationship Id="rId66" Type="http://schemas.openxmlformats.org/officeDocument/2006/relationships/tags" Target="../tags/tag1145.xml"/><Relationship Id="rId65" Type="http://schemas.openxmlformats.org/officeDocument/2006/relationships/tags" Target="../tags/tag1144.xml"/><Relationship Id="rId64" Type="http://schemas.openxmlformats.org/officeDocument/2006/relationships/tags" Target="../tags/tag1143.xml"/><Relationship Id="rId63" Type="http://schemas.openxmlformats.org/officeDocument/2006/relationships/tags" Target="../tags/tag1142.xml"/><Relationship Id="rId62" Type="http://schemas.openxmlformats.org/officeDocument/2006/relationships/tags" Target="../tags/tag1141.xml"/><Relationship Id="rId61" Type="http://schemas.openxmlformats.org/officeDocument/2006/relationships/tags" Target="../tags/tag1140.xml"/><Relationship Id="rId60" Type="http://schemas.openxmlformats.org/officeDocument/2006/relationships/tags" Target="../tags/tag1139.xml"/><Relationship Id="rId6" Type="http://schemas.openxmlformats.org/officeDocument/2006/relationships/tags" Target="../tags/tag1085.xml"/><Relationship Id="rId59" Type="http://schemas.openxmlformats.org/officeDocument/2006/relationships/tags" Target="../tags/tag1138.xml"/><Relationship Id="rId58" Type="http://schemas.openxmlformats.org/officeDocument/2006/relationships/tags" Target="../tags/tag1137.xml"/><Relationship Id="rId57" Type="http://schemas.openxmlformats.org/officeDocument/2006/relationships/tags" Target="../tags/tag1136.xml"/><Relationship Id="rId56" Type="http://schemas.openxmlformats.org/officeDocument/2006/relationships/tags" Target="../tags/tag1135.xml"/><Relationship Id="rId55" Type="http://schemas.openxmlformats.org/officeDocument/2006/relationships/tags" Target="../tags/tag1134.xml"/><Relationship Id="rId54" Type="http://schemas.openxmlformats.org/officeDocument/2006/relationships/tags" Target="../tags/tag1133.xml"/><Relationship Id="rId53" Type="http://schemas.openxmlformats.org/officeDocument/2006/relationships/tags" Target="../tags/tag1132.xml"/><Relationship Id="rId52" Type="http://schemas.openxmlformats.org/officeDocument/2006/relationships/tags" Target="../tags/tag1131.xml"/><Relationship Id="rId51" Type="http://schemas.openxmlformats.org/officeDocument/2006/relationships/tags" Target="../tags/tag1130.xml"/><Relationship Id="rId50" Type="http://schemas.openxmlformats.org/officeDocument/2006/relationships/tags" Target="../tags/tag1129.xml"/><Relationship Id="rId5" Type="http://schemas.openxmlformats.org/officeDocument/2006/relationships/tags" Target="../tags/tag1084.xml"/><Relationship Id="rId49" Type="http://schemas.openxmlformats.org/officeDocument/2006/relationships/tags" Target="../tags/tag1128.xml"/><Relationship Id="rId48" Type="http://schemas.openxmlformats.org/officeDocument/2006/relationships/tags" Target="../tags/tag1127.xml"/><Relationship Id="rId47" Type="http://schemas.openxmlformats.org/officeDocument/2006/relationships/tags" Target="../tags/tag1126.xml"/><Relationship Id="rId46" Type="http://schemas.openxmlformats.org/officeDocument/2006/relationships/tags" Target="../tags/tag1125.xml"/><Relationship Id="rId45" Type="http://schemas.openxmlformats.org/officeDocument/2006/relationships/tags" Target="../tags/tag1124.xml"/><Relationship Id="rId44" Type="http://schemas.openxmlformats.org/officeDocument/2006/relationships/tags" Target="../tags/tag1123.xml"/><Relationship Id="rId43" Type="http://schemas.openxmlformats.org/officeDocument/2006/relationships/tags" Target="../tags/tag1122.xml"/><Relationship Id="rId42" Type="http://schemas.openxmlformats.org/officeDocument/2006/relationships/tags" Target="../tags/tag1121.xml"/><Relationship Id="rId41" Type="http://schemas.openxmlformats.org/officeDocument/2006/relationships/tags" Target="../tags/tag1120.xml"/><Relationship Id="rId40" Type="http://schemas.openxmlformats.org/officeDocument/2006/relationships/tags" Target="../tags/tag1119.xml"/><Relationship Id="rId4" Type="http://schemas.openxmlformats.org/officeDocument/2006/relationships/tags" Target="../tags/tag1083.xml"/><Relationship Id="rId39" Type="http://schemas.openxmlformats.org/officeDocument/2006/relationships/tags" Target="../tags/tag1118.xml"/><Relationship Id="rId38" Type="http://schemas.openxmlformats.org/officeDocument/2006/relationships/tags" Target="../tags/tag1117.xml"/><Relationship Id="rId37" Type="http://schemas.openxmlformats.org/officeDocument/2006/relationships/tags" Target="../tags/tag1116.xml"/><Relationship Id="rId36" Type="http://schemas.openxmlformats.org/officeDocument/2006/relationships/tags" Target="../tags/tag1115.xml"/><Relationship Id="rId35" Type="http://schemas.openxmlformats.org/officeDocument/2006/relationships/tags" Target="../tags/tag1114.xml"/><Relationship Id="rId34" Type="http://schemas.openxmlformats.org/officeDocument/2006/relationships/tags" Target="../tags/tag1113.xml"/><Relationship Id="rId33" Type="http://schemas.openxmlformats.org/officeDocument/2006/relationships/tags" Target="../tags/tag1112.xml"/><Relationship Id="rId32" Type="http://schemas.openxmlformats.org/officeDocument/2006/relationships/tags" Target="../tags/tag1111.xml"/><Relationship Id="rId31" Type="http://schemas.openxmlformats.org/officeDocument/2006/relationships/tags" Target="../tags/tag1110.xml"/><Relationship Id="rId30" Type="http://schemas.openxmlformats.org/officeDocument/2006/relationships/tags" Target="../tags/tag1109.xml"/><Relationship Id="rId3" Type="http://schemas.openxmlformats.org/officeDocument/2006/relationships/tags" Target="../tags/tag1082.xml"/><Relationship Id="rId29" Type="http://schemas.openxmlformats.org/officeDocument/2006/relationships/tags" Target="../tags/tag1108.xml"/><Relationship Id="rId28" Type="http://schemas.openxmlformats.org/officeDocument/2006/relationships/tags" Target="../tags/tag1107.xml"/><Relationship Id="rId27" Type="http://schemas.openxmlformats.org/officeDocument/2006/relationships/tags" Target="../tags/tag1106.xml"/><Relationship Id="rId26" Type="http://schemas.openxmlformats.org/officeDocument/2006/relationships/tags" Target="../tags/tag1105.xml"/><Relationship Id="rId25" Type="http://schemas.openxmlformats.org/officeDocument/2006/relationships/tags" Target="../tags/tag1104.xml"/><Relationship Id="rId24" Type="http://schemas.openxmlformats.org/officeDocument/2006/relationships/tags" Target="../tags/tag1103.xml"/><Relationship Id="rId23" Type="http://schemas.openxmlformats.org/officeDocument/2006/relationships/tags" Target="../tags/tag1102.xml"/><Relationship Id="rId22" Type="http://schemas.openxmlformats.org/officeDocument/2006/relationships/tags" Target="../tags/tag1101.xml"/><Relationship Id="rId21" Type="http://schemas.openxmlformats.org/officeDocument/2006/relationships/tags" Target="../tags/tag1100.xml"/><Relationship Id="rId20" Type="http://schemas.openxmlformats.org/officeDocument/2006/relationships/tags" Target="../tags/tag1099.xml"/><Relationship Id="rId2" Type="http://schemas.openxmlformats.org/officeDocument/2006/relationships/tags" Target="../tags/tag1081.xml"/><Relationship Id="rId19" Type="http://schemas.openxmlformats.org/officeDocument/2006/relationships/tags" Target="../tags/tag1098.xml"/><Relationship Id="rId18" Type="http://schemas.openxmlformats.org/officeDocument/2006/relationships/tags" Target="../tags/tag1097.xml"/><Relationship Id="rId17" Type="http://schemas.openxmlformats.org/officeDocument/2006/relationships/tags" Target="../tags/tag1096.xml"/><Relationship Id="rId16" Type="http://schemas.openxmlformats.org/officeDocument/2006/relationships/tags" Target="../tags/tag1095.xml"/><Relationship Id="rId15" Type="http://schemas.openxmlformats.org/officeDocument/2006/relationships/tags" Target="../tags/tag1094.xml"/><Relationship Id="rId14" Type="http://schemas.openxmlformats.org/officeDocument/2006/relationships/tags" Target="../tags/tag1093.xml"/><Relationship Id="rId13" Type="http://schemas.openxmlformats.org/officeDocument/2006/relationships/tags" Target="../tags/tag1092.xml"/><Relationship Id="rId12" Type="http://schemas.openxmlformats.org/officeDocument/2006/relationships/tags" Target="../tags/tag1091.xml"/><Relationship Id="rId11" Type="http://schemas.openxmlformats.org/officeDocument/2006/relationships/tags" Target="../tags/tag1090.xml"/><Relationship Id="rId10" Type="http://schemas.openxmlformats.org/officeDocument/2006/relationships/tags" Target="../tags/tag1089.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9" Type="http://schemas.openxmlformats.org/officeDocument/2006/relationships/tags" Target="../tags/tag1177.xml"/><Relationship Id="rId8" Type="http://schemas.openxmlformats.org/officeDocument/2006/relationships/tags" Target="../tags/tag1176.xml"/><Relationship Id="rId7" Type="http://schemas.openxmlformats.org/officeDocument/2006/relationships/tags" Target="../tags/tag1175.xml"/><Relationship Id="rId60" Type="http://schemas.openxmlformats.org/officeDocument/2006/relationships/notesSlide" Target="../notesSlides/notesSlide24.xml"/><Relationship Id="rId6" Type="http://schemas.openxmlformats.org/officeDocument/2006/relationships/tags" Target="../tags/tag1174.xml"/><Relationship Id="rId59" Type="http://schemas.openxmlformats.org/officeDocument/2006/relationships/slideLayout" Target="../slideLayouts/slideLayout2.xml"/><Relationship Id="rId58" Type="http://schemas.openxmlformats.org/officeDocument/2006/relationships/tags" Target="../tags/tag1226.xml"/><Relationship Id="rId57" Type="http://schemas.openxmlformats.org/officeDocument/2006/relationships/tags" Target="../tags/tag1225.xml"/><Relationship Id="rId56" Type="http://schemas.openxmlformats.org/officeDocument/2006/relationships/tags" Target="../tags/tag1224.xml"/><Relationship Id="rId55" Type="http://schemas.openxmlformats.org/officeDocument/2006/relationships/tags" Target="../tags/tag1223.xml"/><Relationship Id="rId54" Type="http://schemas.openxmlformats.org/officeDocument/2006/relationships/tags" Target="../tags/tag1222.xml"/><Relationship Id="rId53" Type="http://schemas.openxmlformats.org/officeDocument/2006/relationships/tags" Target="../tags/tag1221.xml"/><Relationship Id="rId52" Type="http://schemas.openxmlformats.org/officeDocument/2006/relationships/tags" Target="../tags/tag1220.xml"/><Relationship Id="rId51" Type="http://schemas.openxmlformats.org/officeDocument/2006/relationships/tags" Target="../tags/tag1219.xml"/><Relationship Id="rId50" Type="http://schemas.openxmlformats.org/officeDocument/2006/relationships/tags" Target="../tags/tag1218.xml"/><Relationship Id="rId5" Type="http://schemas.openxmlformats.org/officeDocument/2006/relationships/tags" Target="../tags/tag1173.xml"/><Relationship Id="rId49" Type="http://schemas.openxmlformats.org/officeDocument/2006/relationships/tags" Target="../tags/tag1217.xml"/><Relationship Id="rId48" Type="http://schemas.openxmlformats.org/officeDocument/2006/relationships/tags" Target="../tags/tag1216.xml"/><Relationship Id="rId47" Type="http://schemas.openxmlformats.org/officeDocument/2006/relationships/tags" Target="../tags/tag1215.xml"/><Relationship Id="rId46" Type="http://schemas.openxmlformats.org/officeDocument/2006/relationships/tags" Target="../tags/tag1214.xml"/><Relationship Id="rId45" Type="http://schemas.openxmlformats.org/officeDocument/2006/relationships/tags" Target="../tags/tag1213.xml"/><Relationship Id="rId44" Type="http://schemas.openxmlformats.org/officeDocument/2006/relationships/tags" Target="../tags/tag1212.xml"/><Relationship Id="rId43" Type="http://schemas.openxmlformats.org/officeDocument/2006/relationships/tags" Target="../tags/tag1211.xml"/><Relationship Id="rId42" Type="http://schemas.openxmlformats.org/officeDocument/2006/relationships/tags" Target="../tags/tag1210.xml"/><Relationship Id="rId41" Type="http://schemas.openxmlformats.org/officeDocument/2006/relationships/tags" Target="../tags/tag1209.xml"/><Relationship Id="rId40" Type="http://schemas.openxmlformats.org/officeDocument/2006/relationships/tags" Target="../tags/tag1208.xml"/><Relationship Id="rId4" Type="http://schemas.openxmlformats.org/officeDocument/2006/relationships/tags" Target="../tags/tag1172.xml"/><Relationship Id="rId39" Type="http://schemas.openxmlformats.org/officeDocument/2006/relationships/tags" Target="../tags/tag1207.xml"/><Relationship Id="rId38" Type="http://schemas.openxmlformats.org/officeDocument/2006/relationships/tags" Target="../tags/tag1206.xml"/><Relationship Id="rId37" Type="http://schemas.openxmlformats.org/officeDocument/2006/relationships/tags" Target="../tags/tag1205.xml"/><Relationship Id="rId36" Type="http://schemas.openxmlformats.org/officeDocument/2006/relationships/tags" Target="../tags/tag1204.xml"/><Relationship Id="rId35" Type="http://schemas.openxmlformats.org/officeDocument/2006/relationships/tags" Target="../tags/tag1203.xml"/><Relationship Id="rId34" Type="http://schemas.openxmlformats.org/officeDocument/2006/relationships/tags" Target="../tags/tag1202.xml"/><Relationship Id="rId33" Type="http://schemas.openxmlformats.org/officeDocument/2006/relationships/tags" Target="../tags/tag1201.xml"/><Relationship Id="rId32" Type="http://schemas.openxmlformats.org/officeDocument/2006/relationships/tags" Target="../tags/tag1200.xml"/><Relationship Id="rId31" Type="http://schemas.openxmlformats.org/officeDocument/2006/relationships/tags" Target="../tags/tag1199.xml"/><Relationship Id="rId30" Type="http://schemas.openxmlformats.org/officeDocument/2006/relationships/tags" Target="../tags/tag1198.xml"/><Relationship Id="rId3" Type="http://schemas.openxmlformats.org/officeDocument/2006/relationships/tags" Target="../tags/tag1171.xml"/><Relationship Id="rId29" Type="http://schemas.openxmlformats.org/officeDocument/2006/relationships/tags" Target="../tags/tag1197.xml"/><Relationship Id="rId28" Type="http://schemas.openxmlformats.org/officeDocument/2006/relationships/tags" Target="../tags/tag1196.xml"/><Relationship Id="rId27" Type="http://schemas.openxmlformats.org/officeDocument/2006/relationships/tags" Target="../tags/tag1195.xml"/><Relationship Id="rId26" Type="http://schemas.openxmlformats.org/officeDocument/2006/relationships/tags" Target="../tags/tag1194.xml"/><Relationship Id="rId25" Type="http://schemas.openxmlformats.org/officeDocument/2006/relationships/tags" Target="../tags/tag1193.xml"/><Relationship Id="rId24" Type="http://schemas.openxmlformats.org/officeDocument/2006/relationships/tags" Target="../tags/tag1192.xml"/><Relationship Id="rId23" Type="http://schemas.openxmlformats.org/officeDocument/2006/relationships/tags" Target="../tags/tag1191.xml"/><Relationship Id="rId22" Type="http://schemas.openxmlformats.org/officeDocument/2006/relationships/tags" Target="../tags/tag1190.xml"/><Relationship Id="rId21" Type="http://schemas.openxmlformats.org/officeDocument/2006/relationships/tags" Target="../tags/tag1189.xml"/><Relationship Id="rId20" Type="http://schemas.openxmlformats.org/officeDocument/2006/relationships/tags" Target="../tags/tag1188.xml"/><Relationship Id="rId2" Type="http://schemas.openxmlformats.org/officeDocument/2006/relationships/tags" Target="../tags/tag1170.xml"/><Relationship Id="rId19" Type="http://schemas.openxmlformats.org/officeDocument/2006/relationships/tags" Target="../tags/tag1187.xml"/><Relationship Id="rId18" Type="http://schemas.openxmlformats.org/officeDocument/2006/relationships/tags" Target="../tags/tag1186.xml"/><Relationship Id="rId17" Type="http://schemas.openxmlformats.org/officeDocument/2006/relationships/tags" Target="../tags/tag1185.xml"/><Relationship Id="rId16" Type="http://schemas.openxmlformats.org/officeDocument/2006/relationships/tags" Target="../tags/tag1184.xml"/><Relationship Id="rId15" Type="http://schemas.openxmlformats.org/officeDocument/2006/relationships/tags" Target="../tags/tag1183.xml"/><Relationship Id="rId14" Type="http://schemas.openxmlformats.org/officeDocument/2006/relationships/tags" Target="../tags/tag1182.xml"/><Relationship Id="rId13" Type="http://schemas.openxmlformats.org/officeDocument/2006/relationships/tags" Target="../tags/tag1181.xml"/><Relationship Id="rId12" Type="http://schemas.openxmlformats.org/officeDocument/2006/relationships/tags" Target="../tags/tag1180.xml"/><Relationship Id="rId11" Type="http://schemas.openxmlformats.org/officeDocument/2006/relationships/tags" Target="../tags/tag1179.xml"/><Relationship Id="rId10" Type="http://schemas.openxmlformats.org/officeDocument/2006/relationships/tags" Target="../tags/tag1178.xml"/><Relationship Id="rId1" Type="http://schemas.openxmlformats.org/officeDocument/2006/relationships/tags" Target="../tags/tag1169.xml"/></Relationships>
</file>

<file path=ppt/slides/_rels/slide36.xml.rels><?xml version="1.0" encoding="UTF-8" standalone="yes"?>
<Relationships xmlns="http://schemas.openxmlformats.org/package/2006/relationships"><Relationship Id="rId9" Type="http://schemas.openxmlformats.org/officeDocument/2006/relationships/tags" Target="../tags/tag1235.xml"/><Relationship Id="rId8" Type="http://schemas.openxmlformats.org/officeDocument/2006/relationships/tags" Target="../tags/tag1234.xml"/><Relationship Id="rId73" Type="http://schemas.openxmlformats.org/officeDocument/2006/relationships/notesSlide" Target="../notesSlides/notesSlide25.xml"/><Relationship Id="rId72" Type="http://schemas.openxmlformats.org/officeDocument/2006/relationships/slideLayout" Target="../slideLayouts/slideLayout2.xml"/><Relationship Id="rId71" Type="http://schemas.openxmlformats.org/officeDocument/2006/relationships/tags" Target="../tags/tag1297.xml"/><Relationship Id="rId70" Type="http://schemas.openxmlformats.org/officeDocument/2006/relationships/tags" Target="../tags/tag1296.xml"/><Relationship Id="rId7" Type="http://schemas.openxmlformats.org/officeDocument/2006/relationships/tags" Target="../tags/tag1233.xml"/><Relationship Id="rId69" Type="http://schemas.openxmlformats.org/officeDocument/2006/relationships/tags" Target="../tags/tag1295.xml"/><Relationship Id="rId68" Type="http://schemas.openxmlformats.org/officeDocument/2006/relationships/tags" Target="../tags/tag1294.xml"/><Relationship Id="rId67" Type="http://schemas.openxmlformats.org/officeDocument/2006/relationships/tags" Target="../tags/tag1293.xml"/><Relationship Id="rId66" Type="http://schemas.openxmlformats.org/officeDocument/2006/relationships/tags" Target="../tags/tag1292.xml"/><Relationship Id="rId65" Type="http://schemas.openxmlformats.org/officeDocument/2006/relationships/tags" Target="../tags/tag1291.xml"/><Relationship Id="rId64" Type="http://schemas.openxmlformats.org/officeDocument/2006/relationships/tags" Target="../tags/tag1290.xml"/><Relationship Id="rId63" Type="http://schemas.openxmlformats.org/officeDocument/2006/relationships/tags" Target="../tags/tag1289.xml"/><Relationship Id="rId62" Type="http://schemas.openxmlformats.org/officeDocument/2006/relationships/tags" Target="../tags/tag1288.xml"/><Relationship Id="rId61" Type="http://schemas.openxmlformats.org/officeDocument/2006/relationships/tags" Target="../tags/tag1287.xml"/><Relationship Id="rId60" Type="http://schemas.openxmlformats.org/officeDocument/2006/relationships/tags" Target="../tags/tag1286.xml"/><Relationship Id="rId6" Type="http://schemas.openxmlformats.org/officeDocument/2006/relationships/tags" Target="../tags/tag1232.xml"/><Relationship Id="rId59" Type="http://schemas.openxmlformats.org/officeDocument/2006/relationships/tags" Target="../tags/tag1285.xml"/><Relationship Id="rId58" Type="http://schemas.openxmlformats.org/officeDocument/2006/relationships/tags" Target="../tags/tag1284.xml"/><Relationship Id="rId57" Type="http://schemas.openxmlformats.org/officeDocument/2006/relationships/tags" Target="../tags/tag1283.xml"/><Relationship Id="rId56" Type="http://schemas.openxmlformats.org/officeDocument/2006/relationships/tags" Target="../tags/tag1282.xml"/><Relationship Id="rId55" Type="http://schemas.openxmlformats.org/officeDocument/2006/relationships/tags" Target="../tags/tag1281.xml"/><Relationship Id="rId54" Type="http://schemas.openxmlformats.org/officeDocument/2006/relationships/tags" Target="../tags/tag1280.xml"/><Relationship Id="rId53" Type="http://schemas.openxmlformats.org/officeDocument/2006/relationships/tags" Target="../tags/tag1279.xml"/><Relationship Id="rId52" Type="http://schemas.openxmlformats.org/officeDocument/2006/relationships/tags" Target="../tags/tag1278.xml"/><Relationship Id="rId51" Type="http://schemas.openxmlformats.org/officeDocument/2006/relationships/tags" Target="../tags/tag1277.xml"/><Relationship Id="rId50" Type="http://schemas.openxmlformats.org/officeDocument/2006/relationships/tags" Target="../tags/tag1276.xml"/><Relationship Id="rId5" Type="http://schemas.openxmlformats.org/officeDocument/2006/relationships/tags" Target="../tags/tag1231.xml"/><Relationship Id="rId49" Type="http://schemas.openxmlformats.org/officeDocument/2006/relationships/tags" Target="../tags/tag1275.xml"/><Relationship Id="rId48" Type="http://schemas.openxmlformats.org/officeDocument/2006/relationships/tags" Target="../tags/tag1274.xml"/><Relationship Id="rId47" Type="http://schemas.openxmlformats.org/officeDocument/2006/relationships/tags" Target="../tags/tag1273.xml"/><Relationship Id="rId46" Type="http://schemas.openxmlformats.org/officeDocument/2006/relationships/tags" Target="../tags/tag1272.xml"/><Relationship Id="rId45" Type="http://schemas.openxmlformats.org/officeDocument/2006/relationships/tags" Target="../tags/tag1271.xml"/><Relationship Id="rId44" Type="http://schemas.openxmlformats.org/officeDocument/2006/relationships/tags" Target="../tags/tag1270.xml"/><Relationship Id="rId43" Type="http://schemas.openxmlformats.org/officeDocument/2006/relationships/tags" Target="../tags/tag1269.xml"/><Relationship Id="rId42" Type="http://schemas.openxmlformats.org/officeDocument/2006/relationships/tags" Target="../tags/tag1268.xml"/><Relationship Id="rId41" Type="http://schemas.openxmlformats.org/officeDocument/2006/relationships/tags" Target="../tags/tag1267.xml"/><Relationship Id="rId40" Type="http://schemas.openxmlformats.org/officeDocument/2006/relationships/tags" Target="../tags/tag1266.xml"/><Relationship Id="rId4" Type="http://schemas.openxmlformats.org/officeDocument/2006/relationships/tags" Target="../tags/tag1230.xml"/><Relationship Id="rId39" Type="http://schemas.openxmlformats.org/officeDocument/2006/relationships/tags" Target="../tags/tag1265.xml"/><Relationship Id="rId38" Type="http://schemas.openxmlformats.org/officeDocument/2006/relationships/tags" Target="../tags/tag1264.xml"/><Relationship Id="rId37" Type="http://schemas.openxmlformats.org/officeDocument/2006/relationships/tags" Target="../tags/tag1263.xml"/><Relationship Id="rId36" Type="http://schemas.openxmlformats.org/officeDocument/2006/relationships/tags" Target="../tags/tag1262.xml"/><Relationship Id="rId35" Type="http://schemas.openxmlformats.org/officeDocument/2006/relationships/tags" Target="../tags/tag1261.xml"/><Relationship Id="rId34" Type="http://schemas.openxmlformats.org/officeDocument/2006/relationships/tags" Target="../tags/tag1260.xml"/><Relationship Id="rId33" Type="http://schemas.openxmlformats.org/officeDocument/2006/relationships/tags" Target="../tags/tag1259.xml"/><Relationship Id="rId32" Type="http://schemas.openxmlformats.org/officeDocument/2006/relationships/tags" Target="../tags/tag1258.xml"/><Relationship Id="rId31" Type="http://schemas.openxmlformats.org/officeDocument/2006/relationships/tags" Target="../tags/tag1257.xml"/><Relationship Id="rId30" Type="http://schemas.openxmlformats.org/officeDocument/2006/relationships/tags" Target="../tags/tag1256.xml"/><Relationship Id="rId3" Type="http://schemas.openxmlformats.org/officeDocument/2006/relationships/tags" Target="../tags/tag1229.xml"/><Relationship Id="rId29" Type="http://schemas.openxmlformats.org/officeDocument/2006/relationships/tags" Target="../tags/tag1255.xml"/><Relationship Id="rId28" Type="http://schemas.openxmlformats.org/officeDocument/2006/relationships/tags" Target="../tags/tag1254.xml"/><Relationship Id="rId27" Type="http://schemas.openxmlformats.org/officeDocument/2006/relationships/tags" Target="../tags/tag1253.xml"/><Relationship Id="rId26" Type="http://schemas.openxmlformats.org/officeDocument/2006/relationships/tags" Target="../tags/tag1252.xml"/><Relationship Id="rId25" Type="http://schemas.openxmlformats.org/officeDocument/2006/relationships/tags" Target="../tags/tag1251.xml"/><Relationship Id="rId24" Type="http://schemas.openxmlformats.org/officeDocument/2006/relationships/tags" Target="../tags/tag1250.xml"/><Relationship Id="rId23" Type="http://schemas.openxmlformats.org/officeDocument/2006/relationships/tags" Target="../tags/tag1249.xml"/><Relationship Id="rId22" Type="http://schemas.openxmlformats.org/officeDocument/2006/relationships/tags" Target="../tags/tag1248.xml"/><Relationship Id="rId21" Type="http://schemas.openxmlformats.org/officeDocument/2006/relationships/tags" Target="../tags/tag1247.xml"/><Relationship Id="rId20" Type="http://schemas.openxmlformats.org/officeDocument/2006/relationships/tags" Target="../tags/tag1246.xml"/><Relationship Id="rId2" Type="http://schemas.openxmlformats.org/officeDocument/2006/relationships/tags" Target="../tags/tag1228.xml"/><Relationship Id="rId19" Type="http://schemas.openxmlformats.org/officeDocument/2006/relationships/tags" Target="../tags/tag1245.xml"/><Relationship Id="rId18" Type="http://schemas.openxmlformats.org/officeDocument/2006/relationships/tags" Target="../tags/tag1244.xml"/><Relationship Id="rId17" Type="http://schemas.openxmlformats.org/officeDocument/2006/relationships/tags" Target="../tags/tag1243.xml"/><Relationship Id="rId16" Type="http://schemas.openxmlformats.org/officeDocument/2006/relationships/tags" Target="../tags/tag1242.xml"/><Relationship Id="rId15" Type="http://schemas.openxmlformats.org/officeDocument/2006/relationships/tags" Target="../tags/tag1241.xml"/><Relationship Id="rId14" Type="http://schemas.openxmlformats.org/officeDocument/2006/relationships/tags" Target="../tags/tag1240.xml"/><Relationship Id="rId13" Type="http://schemas.openxmlformats.org/officeDocument/2006/relationships/tags" Target="../tags/tag1239.xml"/><Relationship Id="rId12" Type="http://schemas.openxmlformats.org/officeDocument/2006/relationships/tags" Target="../tags/tag1238.xml"/><Relationship Id="rId11" Type="http://schemas.openxmlformats.org/officeDocument/2006/relationships/tags" Target="../tags/tag1237.xml"/><Relationship Id="rId10" Type="http://schemas.openxmlformats.org/officeDocument/2006/relationships/tags" Target="../tags/tag1236.xml"/><Relationship Id="rId1" Type="http://schemas.openxmlformats.org/officeDocument/2006/relationships/tags" Target="../tags/tag1227.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tags" Target="../tags/tag1298.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9" Type="http://schemas.openxmlformats.org/officeDocument/2006/relationships/tags" Target="../tags/tag1306.xml"/><Relationship Id="rId8" Type="http://schemas.openxmlformats.org/officeDocument/2006/relationships/tags" Target="../tags/tag1305.xml"/><Relationship Id="rId7" Type="http://schemas.openxmlformats.org/officeDocument/2006/relationships/tags" Target="../tags/tag1304.xml"/><Relationship Id="rId6" Type="http://schemas.openxmlformats.org/officeDocument/2006/relationships/tags" Target="../tags/tag1303.xml"/><Relationship Id="rId5" Type="http://schemas.openxmlformats.org/officeDocument/2006/relationships/tags" Target="../tags/tag1302.xml"/><Relationship Id="rId4" Type="http://schemas.openxmlformats.org/officeDocument/2006/relationships/tags" Target="../tags/tag1301.xml"/><Relationship Id="rId3" Type="http://schemas.openxmlformats.org/officeDocument/2006/relationships/tags" Target="../tags/tag1300.xml"/><Relationship Id="rId2" Type="http://schemas.openxmlformats.org/officeDocument/2006/relationships/tags" Target="../tags/tag1299.xml"/><Relationship Id="rId14" Type="http://schemas.openxmlformats.org/officeDocument/2006/relationships/notesSlide" Target="../notesSlides/notesSlide27.xml"/><Relationship Id="rId13" Type="http://schemas.openxmlformats.org/officeDocument/2006/relationships/slideLayout" Target="../slideLayouts/slideLayout2.xml"/><Relationship Id="rId12" Type="http://schemas.openxmlformats.org/officeDocument/2006/relationships/tags" Target="../tags/tag1309.xml"/><Relationship Id="rId11" Type="http://schemas.openxmlformats.org/officeDocument/2006/relationships/tags" Target="../tags/tag1308.xml"/><Relationship Id="rId10" Type="http://schemas.openxmlformats.org/officeDocument/2006/relationships/tags" Target="../tags/tag1307.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9" Type="http://schemas.openxmlformats.org/officeDocument/2006/relationships/tags" Target="../tags/tag1317.xml"/><Relationship Id="rId8" Type="http://schemas.openxmlformats.org/officeDocument/2006/relationships/tags" Target="../tags/tag1316.xml"/><Relationship Id="rId7" Type="http://schemas.openxmlformats.org/officeDocument/2006/relationships/tags" Target="../tags/tag1315.xml"/><Relationship Id="rId6" Type="http://schemas.openxmlformats.org/officeDocument/2006/relationships/tags" Target="../tags/tag1314.xml"/><Relationship Id="rId5" Type="http://schemas.openxmlformats.org/officeDocument/2006/relationships/tags" Target="../tags/tag1313.xml"/><Relationship Id="rId4" Type="http://schemas.openxmlformats.org/officeDocument/2006/relationships/tags" Target="../tags/tag1312.xml"/><Relationship Id="rId3" Type="http://schemas.openxmlformats.org/officeDocument/2006/relationships/tags" Target="../tags/tag1311.xml"/><Relationship Id="rId26" Type="http://schemas.openxmlformats.org/officeDocument/2006/relationships/notesSlide" Target="../notesSlides/notesSlide28.xml"/><Relationship Id="rId25" Type="http://schemas.openxmlformats.org/officeDocument/2006/relationships/slideLayout" Target="../slideLayouts/slideLayout2.xml"/><Relationship Id="rId24" Type="http://schemas.openxmlformats.org/officeDocument/2006/relationships/tags" Target="../tags/tag1332.xml"/><Relationship Id="rId23" Type="http://schemas.openxmlformats.org/officeDocument/2006/relationships/tags" Target="../tags/tag1331.xml"/><Relationship Id="rId22" Type="http://schemas.openxmlformats.org/officeDocument/2006/relationships/tags" Target="../tags/tag1330.xml"/><Relationship Id="rId21" Type="http://schemas.openxmlformats.org/officeDocument/2006/relationships/tags" Target="../tags/tag1329.xml"/><Relationship Id="rId20" Type="http://schemas.openxmlformats.org/officeDocument/2006/relationships/tags" Target="../tags/tag1328.xml"/><Relationship Id="rId2" Type="http://schemas.openxmlformats.org/officeDocument/2006/relationships/tags" Target="../tags/tag1310.xml"/><Relationship Id="rId19" Type="http://schemas.openxmlformats.org/officeDocument/2006/relationships/tags" Target="../tags/tag1327.xml"/><Relationship Id="rId18" Type="http://schemas.openxmlformats.org/officeDocument/2006/relationships/tags" Target="../tags/tag1326.xml"/><Relationship Id="rId17" Type="http://schemas.openxmlformats.org/officeDocument/2006/relationships/tags" Target="../tags/tag1325.xml"/><Relationship Id="rId16" Type="http://schemas.openxmlformats.org/officeDocument/2006/relationships/tags" Target="../tags/tag1324.xml"/><Relationship Id="rId15" Type="http://schemas.openxmlformats.org/officeDocument/2006/relationships/tags" Target="../tags/tag1323.xml"/><Relationship Id="rId14" Type="http://schemas.openxmlformats.org/officeDocument/2006/relationships/tags" Target="../tags/tag1322.xml"/><Relationship Id="rId13" Type="http://schemas.openxmlformats.org/officeDocument/2006/relationships/tags" Target="../tags/tag1321.xml"/><Relationship Id="rId12" Type="http://schemas.openxmlformats.org/officeDocument/2006/relationships/tags" Target="../tags/tag1320.xml"/><Relationship Id="rId11" Type="http://schemas.openxmlformats.org/officeDocument/2006/relationships/tags" Target="../tags/tag1319.xml"/><Relationship Id="rId10" Type="http://schemas.openxmlformats.org/officeDocument/2006/relationships/tags" Target="../tags/tag1318.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9" Type="http://schemas.openxmlformats.org/officeDocument/2006/relationships/tags" Target="../tags/tag1341.xml"/><Relationship Id="rId8" Type="http://schemas.openxmlformats.org/officeDocument/2006/relationships/tags" Target="../tags/tag1340.xml"/><Relationship Id="rId7" Type="http://schemas.openxmlformats.org/officeDocument/2006/relationships/tags" Target="../tags/tag1339.xml"/><Relationship Id="rId6" Type="http://schemas.openxmlformats.org/officeDocument/2006/relationships/tags" Target="../tags/tag1338.xml"/><Relationship Id="rId5" Type="http://schemas.openxmlformats.org/officeDocument/2006/relationships/tags" Target="../tags/tag1337.xml"/><Relationship Id="rId4" Type="http://schemas.openxmlformats.org/officeDocument/2006/relationships/tags" Target="../tags/tag1336.xml"/><Relationship Id="rId3" Type="http://schemas.openxmlformats.org/officeDocument/2006/relationships/tags" Target="../tags/tag1335.xml"/><Relationship Id="rId22" Type="http://schemas.openxmlformats.org/officeDocument/2006/relationships/notesSlide" Target="../notesSlides/notesSlide29.xml"/><Relationship Id="rId21" Type="http://schemas.openxmlformats.org/officeDocument/2006/relationships/slideLayout" Target="../slideLayouts/slideLayout2.xml"/><Relationship Id="rId20" Type="http://schemas.openxmlformats.org/officeDocument/2006/relationships/tags" Target="../tags/tag1352.xml"/><Relationship Id="rId2" Type="http://schemas.openxmlformats.org/officeDocument/2006/relationships/tags" Target="../tags/tag1334.xml"/><Relationship Id="rId19" Type="http://schemas.openxmlformats.org/officeDocument/2006/relationships/tags" Target="../tags/tag1351.xml"/><Relationship Id="rId18" Type="http://schemas.openxmlformats.org/officeDocument/2006/relationships/tags" Target="../tags/tag1350.xml"/><Relationship Id="rId17" Type="http://schemas.openxmlformats.org/officeDocument/2006/relationships/tags" Target="../tags/tag1349.xml"/><Relationship Id="rId16" Type="http://schemas.openxmlformats.org/officeDocument/2006/relationships/tags" Target="../tags/tag1348.xml"/><Relationship Id="rId15" Type="http://schemas.openxmlformats.org/officeDocument/2006/relationships/tags" Target="../tags/tag1347.xml"/><Relationship Id="rId14" Type="http://schemas.openxmlformats.org/officeDocument/2006/relationships/tags" Target="../tags/tag1346.xml"/><Relationship Id="rId13" Type="http://schemas.openxmlformats.org/officeDocument/2006/relationships/tags" Target="../tags/tag1345.xml"/><Relationship Id="rId12" Type="http://schemas.openxmlformats.org/officeDocument/2006/relationships/tags" Target="../tags/tag1344.xml"/><Relationship Id="rId11" Type="http://schemas.openxmlformats.org/officeDocument/2006/relationships/tags" Target="../tags/tag1343.xml"/><Relationship Id="rId10" Type="http://schemas.openxmlformats.org/officeDocument/2006/relationships/tags" Target="../tags/tag1342.xml"/><Relationship Id="rId1" Type="http://schemas.openxmlformats.org/officeDocument/2006/relationships/tags" Target="../tags/tag1333.xml"/></Relationships>
</file>

<file path=ppt/slides/_rels/slide41.xml.rels><?xml version="1.0" encoding="UTF-8" standalone="yes"?>
<Relationships xmlns="http://schemas.openxmlformats.org/package/2006/relationships"><Relationship Id="rId9" Type="http://schemas.openxmlformats.org/officeDocument/2006/relationships/tags" Target="../tags/tag1361.xml"/><Relationship Id="rId8" Type="http://schemas.openxmlformats.org/officeDocument/2006/relationships/tags" Target="../tags/tag1360.xml"/><Relationship Id="rId7" Type="http://schemas.openxmlformats.org/officeDocument/2006/relationships/tags" Target="../tags/tag1359.xml"/><Relationship Id="rId6" Type="http://schemas.openxmlformats.org/officeDocument/2006/relationships/tags" Target="../tags/tag1358.xml"/><Relationship Id="rId5" Type="http://schemas.openxmlformats.org/officeDocument/2006/relationships/tags" Target="../tags/tag1357.xml"/><Relationship Id="rId4" Type="http://schemas.openxmlformats.org/officeDocument/2006/relationships/tags" Target="../tags/tag1356.xml"/><Relationship Id="rId3" Type="http://schemas.openxmlformats.org/officeDocument/2006/relationships/tags" Target="../tags/tag1355.xml"/><Relationship Id="rId2" Type="http://schemas.openxmlformats.org/officeDocument/2006/relationships/tags" Target="../tags/tag1354.xml"/><Relationship Id="rId16" Type="http://schemas.openxmlformats.org/officeDocument/2006/relationships/slideLayout" Target="../slideLayouts/slideLayout2.xml"/><Relationship Id="rId15" Type="http://schemas.openxmlformats.org/officeDocument/2006/relationships/tags" Target="../tags/tag1367.xml"/><Relationship Id="rId14" Type="http://schemas.openxmlformats.org/officeDocument/2006/relationships/tags" Target="../tags/tag1366.xml"/><Relationship Id="rId13" Type="http://schemas.openxmlformats.org/officeDocument/2006/relationships/tags" Target="../tags/tag1365.xml"/><Relationship Id="rId12" Type="http://schemas.openxmlformats.org/officeDocument/2006/relationships/tags" Target="../tags/tag1364.xml"/><Relationship Id="rId11" Type="http://schemas.openxmlformats.org/officeDocument/2006/relationships/tags" Target="../tags/tag1363.xml"/><Relationship Id="rId10" Type="http://schemas.openxmlformats.org/officeDocument/2006/relationships/tags" Target="../tags/tag1362.xml"/><Relationship Id="rId1" Type="http://schemas.openxmlformats.org/officeDocument/2006/relationships/tags" Target="../tags/tag1353.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tags" Target="../tags/tag1368.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tags" Target="../tags/tag1369.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tags" Target="../tags/tag1370.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tags" Target="../tags/tag1371.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tags" Target="../tags/tag1372.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tags" Target="../tags/tag1373.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99" Type="http://schemas.openxmlformats.org/officeDocument/2006/relationships/tags" Target="../tags/tag1471.xml"/><Relationship Id="rId98" Type="http://schemas.openxmlformats.org/officeDocument/2006/relationships/tags" Target="../tags/tag1470.xml"/><Relationship Id="rId97" Type="http://schemas.openxmlformats.org/officeDocument/2006/relationships/tags" Target="../tags/tag1469.xml"/><Relationship Id="rId96" Type="http://schemas.openxmlformats.org/officeDocument/2006/relationships/tags" Target="../tags/tag1468.xml"/><Relationship Id="rId95" Type="http://schemas.openxmlformats.org/officeDocument/2006/relationships/tags" Target="../tags/tag1467.xml"/><Relationship Id="rId94" Type="http://schemas.openxmlformats.org/officeDocument/2006/relationships/tags" Target="../tags/tag1466.xml"/><Relationship Id="rId93" Type="http://schemas.openxmlformats.org/officeDocument/2006/relationships/tags" Target="../tags/tag1465.xml"/><Relationship Id="rId92" Type="http://schemas.openxmlformats.org/officeDocument/2006/relationships/tags" Target="../tags/tag1464.xml"/><Relationship Id="rId91" Type="http://schemas.openxmlformats.org/officeDocument/2006/relationships/tags" Target="../tags/tag1463.xml"/><Relationship Id="rId90" Type="http://schemas.openxmlformats.org/officeDocument/2006/relationships/tags" Target="../tags/tag1462.xml"/><Relationship Id="rId9" Type="http://schemas.openxmlformats.org/officeDocument/2006/relationships/tags" Target="../tags/tag1381.xml"/><Relationship Id="rId89" Type="http://schemas.openxmlformats.org/officeDocument/2006/relationships/tags" Target="../tags/tag1461.xml"/><Relationship Id="rId88" Type="http://schemas.openxmlformats.org/officeDocument/2006/relationships/tags" Target="../tags/tag1460.xml"/><Relationship Id="rId87" Type="http://schemas.openxmlformats.org/officeDocument/2006/relationships/tags" Target="../tags/tag1459.xml"/><Relationship Id="rId86" Type="http://schemas.openxmlformats.org/officeDocument/2006/relationships/tags" Target="../tags/tag1458.xml"/><Relationship Id="rId85" Type="http://schemas.openxmlformats.org/officeDocument/2006/relationships/tags" Target="../tags/tag1457.xml"/><Relationship Id="rId84" Type="http://schemas.openxmlformats.org/officeDocument/2006/relationships/tags" Target="../tags/tag1456.xml"/><Relationship Id="rId83" Type="http://schemas.openxmlformats.org/officeDocument/2006/relationships/tags" Target="../tags/tag1455.xml"/><Relationship Id="rId82" Type="http://schemas.openxmlformats.org/officeDocument/2006/relationships/tags" Target="../tags/tag1454.xml"/><Relationship Id="rId81" Type="http://schemas.openxmlformats.org/officeDocument/2006/relationships/tags" Target="../tags/tag1453.xml"/><Relationship Id="rId80" Type="http://schemas.openxmlformats.org/officeDocument/2006/relationships/tags" Target="../tags/tag1452.xml"/><Relationship Id="rId8" Type="http://schemas.openxmlformats.org/officeDocument/2006/relationships/tags" Target="../tags/tag1380.xml"/><Relationship Id="rId79" Type="http://schemas.openxmlformats.org/officeDocument/2006/relationships/tags" Target="../tags/tag1451.xml"/><Relationship Id="rId78" Type="http://schemas.openxmlformats.org/officeDocument/2006/relationships/tags" Target="../tags/tag1450.xml"/><Relationship Id="rId77" Type="http://schemas.openxmlformats.org/officeDocument/2006/relationships/tags" Target="../tags/tag1449.xml"/><Relationship Id="rId76" Type="http://schemas.openxmlformats.org/officeDocument/2006/relationships/tags" Target="../tags/tag1448.xml"/><Relationship Id="rId75" Type="http://schemas.openxmlformats.org/officeDocument/2006/relationships/tags" Target="../tags/tag1447.xml"/><Relationship Id="rId74" Type="http://schemas.openxmlformats.org/officeDocument/2006/relationships/tags" Target="../tags/tag1446.xml"/><Relationship Id="rId73" Type="http://schemas.openxmlformats.org/officeDocument/2006/relationships/tags" Target="../tags/tag1445.xml"/><Relationship Id="rId72" Type="http://schemas.openxmlformats.org/officeDocument/2006/relationships/tags" Target="../tags/tag1444.xml"/><Relationship Id="rId71" Type="http://schemas.openxmlformats.org/officeDocument/2006/relationships/tags" Target="../tags/tag1443.xml"/><Relationship Id="rId70" Type="http://schemas.openxmlformats.org/officeDocument/2006/relationships/tags" Target="../tags/tag1442.xml"/><Relationship Id="rId7" Type="http://schemas.openxmlformats.org/officeDocument/2006/relationships/tags" Target="../tags/tag1379.xml"/><Relationship Id="rId69" Type="http://schemas.openxmlformats.org/officeDocument/2006/relationships/tags" Target="../tags/tag1441.xml"/><Relationship Id="rId68" Type="http://schemas.openxmlformats.org/officeDocument/2006/relationships/tags" Target="../tags/tag1440.xml"/><Relationship Id="rId67" Type="http://schemas.openxmlformats.org/officeDocument/2006/relationships/tags" Target="../tags/tag1439.xml"/><Relationship Id="rId66" Type="http://schemas.openxmlformats.org/officeDocument/2006/relationships/tags" Target="../tags/tag1438.xml"/><Relationship Id="rId65" Type="http://schemas.openxmlformats.org/officeDocument/2006/relationships/tags" Target="../tags/tag1437.xml"/><Relationship Id="rId64" Type="http://schemas.openxmlformats.org/officeDocument/2006/relationships/tags" Target="../tags/tag1436.xml"/><Relationship Id="rId63" Type="http://schemas.openxmlformats.org/officeDocument/2006/relationships/tags" Target="../tags/tag1435.xml"/><Relationship Id="rId62" Type="http://schemas.openxmlformats.org/officeDocument/2006/relationships/tags" Target="../tags/tag1434.xml"/><Relationship Id="rId61" Type="http://schemas.openxmlformats.org/officeDocument/2006/relationships/tags" Target="../tags/tag1433.xml"/><Relationship Id="rId60" Type="http://schemas.openxmlformats.org/officeDocument/2006/relationships/tags" Target="../tags/tag1432.xml"/><Relationship Id="rId6" Type="http://schemas.openxmlformats.org/officeDocument/2006/relationships/tags" Target="../tags/tag1378.xml"/><Relationship Id="rId59" Type="http://schemas.openxmlformats.org/officeDocument/2006/relationships/tags" Target="../tags/tag1431.xml"/><Relationship Id="rId58" Type="http://schemas.openxmlformats.org/officeDocument/2006/relationships/tags" Target="../tags/tag1430.xml"/><Relationship Id="rId57" Type="http://schemas.openxmlformats.org/officeDocument/2006/relationships/tags" Target="../tags/tag1429.xml"/><Relationship Id="rId56" Type="http://schemas.openxmlformats.org/officeDocument/2006/relationships/tags" Target="../tags/tag1428.xml"/><Relationship Id="rId55" Type="http://schemas.openxmlformats.org/officeDocument/2006/relationships/tags" Target="../tags/tag1427.xml"/><Relationship Id="rId54" Type="http://schemas.openxmlformats.org/officeDocument/2006/relationships/tags" Target="../tags/tag1426.xml"/><Relationship Id="rId53" Type="http://schemas.openxmlformats.org/officeDocument/2006/relationships/tags" Target="../tags/tag1425.xml"/><Relationship Id="rId52" Type="http://schemas.openxmlformats.org/officeDocument/2006/relationships/tags" Target="../tags/tag1424.xml"/><Relationship Id="rId51" Type="http://schemas.openxmlformats.org/officeDocument/2006/relationships/tags" Target="../tags/tag1423.xml"/><Relationship Id="rId50" Type="http://schemas.openxmlformats.org/officeDocument/2006/relationships/tags" Target="../tags/tag1422.xml"/><Relationship Id="rId5" Type="http://schemas.openxmlformats.org/officeDocument/2006/relationships/tags" Target="../tags/tag1377.xml"/><Relationship Id="rId49" Type="http://schemas.openxmlformats.org/officeDocument/2006/relationships/tags" Target="../tags/tag1421.xml"/><Relationship Id="rId48" Type="http://schemas.openxmlformats.org/officeDocument/2006/relationships/tags" Target="../tags/tag1420.xml"/><Relationship Id="rId47" Type="http://schemas.openxmlformats.org/officeDocument/2006/relationships/tags" Target="../tags/tag1419.xml"/><Relationship Id="rId46" Type="http://schemas.openxmlformats.org/officeDocument/2006/relationships/tags" Target="../tags/tag1418.xml"/><Relationship Id="rId45" Type="http://schemas.openxmlformats.org/officeDocument/2006/relationships/tags" Target="../tags/tag1417.xml"/><Relationship Id="rId44" Type="http://schemas.openxmlformats.org/officeDocument/2006/relationships/tags" Target="../tags/tag1416.xml"/><Relationship Id="rId43" Type="http://schemas.openxmlformats.org/officeDocument/2006/relationships/tags" Target="../tags/tag1415.xml"/><Relationship Id="rId42" Type="http://schemas.openxmlformats.org/officeDocument/2006/relationships/tags" Target="../tags/tag1414.xml"/><Relationship Id="rId41" Type="http://schemas.openxmlformats.org/officeDocument/2006/relationships/tags" Target="../tags/tag1413.xml"/><Relationship Id="rId40" Type="http://schemas.openxmlformats.org/officeDocument/2006/relationships/tags" Target="../tags/tag1412.xml"/><Relationship Id="rId4" Type="http://schemas.openxmlformats.org/officeDocument/2006/relationships/tags" Target="../tags/tag1376.xml"/><Relationship Id="rId39" Type="http://schemas.openxmlformats.org/officeDocument/2006/relationships/tags" Target="../tags/tag1411.xml"/><Relationship Id="rId38" Type="http://schemas.openxmlformats.org/officeDocument/2006/relationships/tags" Target="../tags/tag1410.xml"/><Relationship Id="rId37" Type="http://schemas.openxmlformats.org/officeDocument/2006/relationships/tags" Target="../tags/tag1409.xml"/><Relationship Id="rId36" Type="http://schemas.openxmlformats.org/officeDocument/2006/relationships/tags" Target="../tags/tag1408.xml"/><Relationship Id="rId35" Type="http://schemas.openxmlformats.org/officeDocument/2006/relationships/tags" Target="../tags/tag1407.xml"/><Relationship Id="rId34" Type="http://schemas.openxmlformats.org/officeDocument/2006/relationships/tags" Target="../tags/tag1406.xml"/><Relationship Id="rId33" Type="http://schemas.openxmlformats.org/officeDocument/2006/relationships/tags" Target="../tags/tag1405.xml"/><Relationship Id="rId32" Type="http://schemas.openxmlformats.org/officeDocument/2006/relationships/tags" Target="../tags/tag1404.xml"/><Relationship Id="rId31" Type="http://schemas.openxmlformats.org/officeDocument/2006/relationships/tags" Target="../tags/tag1403.xml"/><Relationship Id="rId30" Type="http://schemas.openxmlformats.org/officeDocument/2006/relationships/tags" Target="../tags/tag1402.xml"/><Relationship Id="rId3" Type="http://schemas.openxmlformats.org/officeDocument/2006/relationships/tags" Target="../tags/tag1375.xml"/><Relationship Id="rId29" Type="http://schemas.openxmlformats.org/officeDocument/2006/relationships/tags" Target="../tags/tag1401.xml"/><Relationship Id="rId28" Type="http://schemas.openxmlformats.org/officeDocument/2006/relationships/tags" Target="../tags/tag1400.xml"/><Relationship Id="rId27" Type="http://schemas.openxmlformats.org/officeDocument/2006/relationships/tags" Target="../tags/tag1399.xml"/><Relationship Id="rId26" Type="http://schemas.openxmlformats.org/officeDocument/2006/relationships/tags" Target="../tags/tag1398.xml"/><Relationship Id="rId25" Type="http://schemas.openxmlformats.org/officeDocument/2006/relationships/tags" Target="../tags/tag1397.xml"/><Relationship Id="rId24" Type="http://schemas.openxmlformats.org/officeDocument/2006/relationships/tags" Target="../tags/tag1396.xml"/><Relationship Id="rId23" Type="http://schemas.openxmlformats.org/officeDocument/2006/relationships/tags" Target="../tags/tag1395.xml"/><Relationship Id="rId22" Type="http://schemas.openxmlformats.org/officeDocument/2006/relationships/tags" Target="../tags/tag1394.xml"/><Relationship Id="rId21" Type="http://schemas.openxmlformats.org/officeDocument/2006/relationships/tags" Target="../tags/tag1393.xml"/><Relationship Id="rId20" Type="http://schemas.openxmlformats.org/officeDocument/2006/relationships/tags" Target="../tags/tag1392.xml"/><Relationship Id="rId2" Type="http://schemas.openxmlformats.org/officeDocument/2006/relationships/tags" Target="../tags/tag1374.xml"/><Relationship Id="rId19" Type="http://schemas.openxmlformats.org/officeDocument/2006/relationships/tags" Target="../tags/tag1391.xml"/><Relationship Id="rId18" Type="http://schemas.openxmlformats.org/officeDocument/2006/relationships/tags" Target="../tags/tag1390.xml"/><Relationship Id="rId17" Type="http://schemas.openxmlformats.org/officeDocument/2006/relationships/tags" Target="../tags/tag1389.xml"/><Relationship Id="rId16" Type="http://schemas.openxmlformats.org/officeDocument/2006/relationships/tags" Target="../tags/tag1388.xml"/><Relationship Id="rId15" Type="http://schemas.openxmlformats.org/officeDocument/2006/relationships/tags" Target="../tags/tag1387.xml"/><Relationship Id="rId14" Type="http://schemas.openxmlformats.org/officeDocument/2006/relationships/tags" Target="../tags/tag1386.xml"/><Relationship Id="rId13" Type="http://schemas.openxmlformats.org/officeDocument/2006/relationships/tags" Target="../tags/tag1385.xml"/><Relationship Id="rId12" Type="http://schemas.openxmlformats.org/officeDocument/2006/relationships/tags" Target="../tags/tag1384.xml"/><Relationship Id="rId112" Type="http://schemas.openxmlformats.org/officeDocument/2006/relationships/notesSlide" Target="../notesSlides/notesSlide33.xml"/><Relationship Id="rId111" Type="http://schemas.openxmlformats.org/officeDocument/2006/relationships/slideLayout" Target="../slideLayouts/slideLayout2.xml"/><Relationship Id="rId110" Type="http://schemas.openxmlformats.org/officeDocument/2006/relationships/tags" Target="../tags/tag1482.xml"/><Relationship Id="rId11" Type="http://schemas.openxmlformats.org/officeDocument/2006/relationships/tags" Target="../tags/tag1383.xml"/><Relationship Id="rId109" Type="http://schemas.openxmlformats.org/officeDocument/2006/relationships/tags" Target="../tags/tag1481.xml"/><Relationship Id="rId108" Type="http://schemas.openxmlformats.org/officeDocument/2006/relationships/tags" Target="../tags/tag1480.xml"/><Relationship Id="rId107" Type="http://schemas.openxmlformats.org/officeDocument/2006/relationships/tags" Target="../tags/tag1479.xml"/><Relationship Id="rId106" Type="http://schemas.openxmlformats.org/officeDocument/2006/relationships/tags" Target="../tags/tag1478.xml"/><Relationship Id="rId105" Type="http://schemas.openxmlformats.org/officeDocument/2006/relationships/tags" Target="../tags/tag1477.xml"/><Relationship Id="rId104" Type="http://schemas.openxmlformats.org/officeDocument/2006/relationships/tags" Target="../tags/tag1476.xml"/><Relationship Id="rId103" Type="http://schemas.openxmlformats.org/officeDocument/2006/relationships/tags" Target="../tags/tag1475.xml"/><Relationship Id="rId102" Type="http://schemas.openxmlformats.org/officeDocument/2006/relationships/tags" Target="../tags/tag1474.xml"/><Relationship Id="rId101" Type="http://schemas.openxmlformats.org/officeDocument/2006/relationships/tags" Target="../tags/tag1473.xml"/><Relationship Id="rId100" Type="http://schemas.openxmlformats.org/officeDocument/2006/relationships/tags" Target="../tags/tag1472.xml"/><Relationship Id="rId10" Type="http://schemas.openxmlformats.org/officeDocument/2006/relationships/tags" Target="../tags/tag1382.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267744" y="1412776"/>
            <a:ext cx="4682693" cy="2215991"/>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a:t>
            </a:r>
            <a:endParaRPr lang="en-US" altLang="zh-CN" sz="48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a:t>
            </a:r>
            <a:r>
              <a:rPr lang="zh-CN" altLang="en-US" sz="3000">
                <a:solidFill>
                  <a:schemeClr val="bg1"/>
                </a:solidFill>
                <a:latin typeface="华光中雅_CNKI" panose="02000500000000000000" pitchFamily="2" charset="-122"/>
                <a:ea typeface="华光中雅_CNKI" panose="02000500000000000000" pitchFamily="2" charset="-122"/>
              </a:rPr>
              <a:t>微观</a:t>
            </a:r>
            <a:r>
              <a:rPr lang="zh-CN" altLang="en-US" sz="3000" smtClean="0">
                <a:solidFill>
                  <a:schemeClr val="bg1"/>
                </a:solidFill>
                <a:latin typeface="华光中雅_CNKI" panose="02000500000000000000" pitchFamily="2" charset="-122"/>
                <a:ea typeface="华光中雅_CNKI" panose="02000500000000000000" pitchFamily="2" charset="-122"/>
              </a:rPr>
              <a:t>经济学原理部分）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59632" y="3933056"/>
            <a:ext cx="7110260" cy="706755"/>
          </a:xfrm>
          <a:prstGeom prst="rect">
            <a:avLst/>
          </a:prstGeom>
          <a:noFill/>
        </p:spPr>
        <p:txBody>
          <a:bodyPr wrap="square" rtlCol="0">
            <a:spAutoFit/>
          </a:bodyPr>
          <a:lstStyle/>
          <a:p>
            <a:pPr algn="ctr"/>
            <a:r>
              <a:rPr lang="zh-CN" altLang="en-US" sz="4000" b="1">
                <a:solidFill>
                  <a:schemeClr val="bg1"/>
                </a:solidFill>
                <a:latin typeface="华光中雅_CNKI" panose="02000500000000000000" pitchFamily="2" charset="-122"/>
                <a:ea typeface="华光中雅_CNKI" panose="02000500000000000000" pitchFamily="2" charset="-122"/>
              </a:rPr>
              <a:t>第</a:t>
            </a:r>
            <a:r>
              <a:rPr lang="en-US" altLang="zh-CN" sz="4000" b="1">
                <a:solidFill>
                  <a:schemeClr val="bg1"/>
                </a:solidFill>
                <a:latin typeface="华光中雅_CNKI" panose="02000500000000000000" pitchFamily="2" charset="-122"/>
                <a:ea typeface="华光中雅_CNKI" panose="02000500000000000000" pitchFamily="2" charset="-122"/>
              </a:rPr>
              <a:t>13</a:t>
            </a:r>
            <a:r>
              <a:rPr lang="zh-CN" altLang="en-US" sz="4000" b="1">
                <a:solidFill>
                  <a:schemeClr val="bg1"/>
                </a:solidFill>
                <a:latin typeface="华光中雅_CNKI" panose="02000500000000000000" pitchFamily="2" charset="-122"/>
                <a:ea typeface="华光中雅_CNKI" panose="02000500000000000000" pitchFamily="2" charset="-122"/>
              </a:rPr>
              <a:t>章</a:t>
            </a:r>
            <a:r>
              <a:rPr lang="zh-CN" altLang="en-US" sz="4000" b="1" smtClean="0">
                <a:solidFill>
                  <a:schemeClr val="bg1"/>
                </a:solidFill>
                <a:latin typeface="华光中雅_CNKI" panose="02000500000000000000" pitchFamily="2" charset="-122"/>
                <a:ea typeface="华光中雅_CNKI" panose="02000500000000000000" pitchFamily="2" charset="-122"/>
              </a:rPr>
              <a:t>：生产成本</a:t>
            </a:r>
            <a:endParaRPr lang="zh-CN" altLang="en-US" sz="4000" b="1" smtClean="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450080" cy="58356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本章回答如下</a:t>
            </a:r>
            <a:r>
              <a:rPr lang="en-US" altLang="zh-CN" sz="3200" smtClean="0">
                <a:solidFill>
                  <a:srgbClr val="002060"/>
                </a:solidFill>
                <a:latin typeface="华光中雅_CNKI" panose="02000500000000000000" pitchFamily="2" charset="-122"/>
                <a:ea typeface="华光中雅_CNKI" panose="02000500000000000000" pitchFamily="2" charset="-122"/>
              </a:rPr>
              <a:t>4</a:t>
            </a:r>
            <a:r>
              <a:rPr lang="zh-CN" altLang="en-US" sz="3200" smtClean="0">
                <a:solidFill>
                  <a:srgbClr val="002060"/>
                </a:solidFill>
                <a:latin typeface="华光中雅_CNKI" panose="02000500000000000000" pitchFamily="2" charset="-122"/>
                <a:ea typeface="华光中雅_CNKI" panose="02000500000000000000" pitchFamily="2" charset="-122"/>
              </a:rPr>
              <a:t>个问题</a:t>
            </a:r>
            <a:r>
              <a:rPr lang="zh-CN" altLang="en-US" sz="3200">
                <a:solidFill>
                  <a:srgbClr val="002060"/>
                </a:solidFill>
                <a:latin typeface="华光中雅_CNKI" panose="02000500000000000000" pitchFamily="2" charset="-122"/>
                <a:ea typeface="华光中雅_CNKI" panose="02000500000000000000" pitchFamily="2" charset="-122"/>
              </a:rPr>
              <a:t>：</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755650" y="1700530"/>
            <a:ext cx="8388350" cy="3969385"/>
          </a:xfrm>
          <a:prstGeom prst="rect">
            <a:avLst/>
          </a:prstGeom>
          <a:noFill/>
        </p:spPr>
        <p:txBody>
          <a:bodyPr wrap="square" rtlCol="0">
            <a:spAutoFit/>
          </a:bodyPr>
          <a:lstStyle/>
          <a:p>
            <a:pPr marL="457200" indent="-457200" algn="l">
              <a:lnSpc>
                <a:spcPct val="150000"/>
              </a:lnSpc>
              <a:buFont typeface="+mj-lt"/>
              <a:buAutoNum type="arabicPeriod"/>
            </a:pPr>
            <a:r>
              <a:rPr lang="en-US" altLang="zh-CN" sz="2800" dirty="0">
                <a:solidFill>
                  <a:srgbClr val="002060"/>
                </a:solidFill>
                <a:latin typeface="微软雅黑" panose="020B0503020204020204" pitchFamily="34" charset="-122"/>
                <a:ea typeface="微软雅黑" panose="020B0503020204020204" pitchFamily="34" charset="-122"/>
                <a:sym typeface="+mn-ea"/>
              </a:rPr>
              <a:t>什么是生产函数？什么是边际产量？两者如何联系在一起? </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l">
              <a:lnSpc>
                <a:spcPct val="150000"/>
              </a:lnSpc>
              <a:buFont typeface="+mj-lt"/>
              <a:buAutoNum type="arabicPeriod"/>
            </a:pPr>
            <a:r>
              <a:rPr lang="en-US" altLang="zh-CN" sz="2800" dirty="0">
                <a:solidFill>
                  <a:srgbClr val="002060"/>
                </a:solidFill>
                <a:latin typeface="微软雅黑" panose="020B0503020204020204" pitchFamily="34" charset="-122"/>
                <a:ea typeface="微软雅黑" panose="020B0503020204020204" pitchFamily="34" charset="-122"/>
                <a:sym typeface="+mn-ea"/>
              </a:rPr>
              <a:t>成本的各种衡量指标有哪些?  它们如何相互联系？它们如何和产量联系在一起?</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l">
              <a:lnSpc>
                <a:spcPct val="150000"/>
              </a:lnSpc>
              <a:buFont typeface="+mj-lt"/>
              <a:buAutoNum type="arabicPeriod"/>
            </a:pPr>
            <a:r>
              <a:rPr lang="en-US" altLang="zh-CN" sz="2800" dirty="0">
                <a:solidFill>
                  <a:srgbClr val="002060"/>
                </a:solidFill>
                <a:latin typeface="微软雅黑" panose="020B0503020204020204" pitchFamily="34" charset="-122"/>
                <a:ea typeface="微软雅黑" panose="020B0503020204020204" pitchFamily="34" charset="-122"/>
                <a:sym typeface="+mn-ea"/>
              </a:rPr>
              <a:t>短期成本和长期成本有什么不同?</a:t>
            </a:r>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pPr marL="457200" indent="-457200" algn="l">
              <a:lnSpc>
                <a:spcPct val="150000"/>
              </a:lnSpc>
              <a:buFont typeface="+mj-lt"/>
              <a:buAutoNum type="arabicPeriod"/>
            </a:pPr>
            <a:r>
              <a:rPr lang="en-US" altLang="zh-CN" sz="2800" dirty="0">
                <a:solidFill>
                  <a:srgbClr val="002060"/>
                </a:solidFill>
                <a:latin typeface="微软雅黑" panose="020B0503020204020204" pitchFamily="34" charset="-122"/>
                <a:ea typeface="微软雅黑" panose="020B0503020204020204" pitchFamily="34" charset="-122"/>
                <a:sym typeface="+mn-ea"/>
              </a:rPr>
              <a:t>什么是规模经济?</a:t>
            </a:r>
            <a:endParaRPr lang="en-US" altLang="zh-CN" sz="28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down)">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down)">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wipe(down)">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4246880" cy="583565"/>
          </a:xfrm>
          <a:prstGeom prst="rect">
            <a:avLst/>
          </a:prstGeom>
          <a:noFill/>
        </p:spPr>
        <p:txBody>
          <a:bodyPr wrap="none" rtlCol="0">
            <a:spAutoFit/>
          </a:bodyPr>
          <a:lstStyle/>
          <a:p>
            <a:pPr algn="l"/>
            <a:r>
              <a:rPr sz="3200" smtClean="0">
                <a:solidFill>
                  <a:srgbClr val="002060"/>
                </a:solidFill>
                <a:latin typeface="华光中雅_CNKI" panose="02000500000000000000" pitchFamily="2" charset="-122"/>
                <a:ea typeface="华光中雅_CNKI" panose="02000500000000000000" pitchFamily="2" charset="-122"/>
              </a:rPr>
              <a:t>总收益，总成本，利润</a:t>
            </a:r>
            <a:endParaRPr sz="3200" smtClean="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684203" y="2158648"/>
            <a:ext cx="8064896" cy="645160"/>
          </a:xfrm>
          <a:prstGeom prst="rect">
            <a:avLst/>
          </a:prstGeom>
          <a:noFill/>
        </p:spPr>
        <p:txBody>
          <a:bodyPr wrap="square" rtlCol="0">
            <a:spAutoFit/>
          </a:bodyPr>
          <a:lstStyle/>
          <a:p>
            <a:pPr indent="0" algn="ctr">
              <a:lnSpc>
                <a:spcPct val="150000"/>
              </a:lnSpc>
              <a:buClrTx/>
              <a:buSzTx/>
              <a:buFont typeface="+mj-lt"/>
              <a:buNone/>
            </a:pPr>
            <a:r>
              <a:rPr lang="en-US" altLang="zh-CN" sz="2400" dirty="0">
                <a:solidFill>
                  <a:srgbClr val="FF0000"/>
                </a:solidFill>
                <a:latin typeface="微软雅黑" panose="020B0503020204020204" pitchFamily="34" charset="-122"/>
                <a:ea typeface="微软雅黑" panose="020B0503020204020204" pitchFamily="34" charset="-122"/>
              </a:rPr>
              <a:t>利润</a:t>
            </a:r>
            <a:r>
              <a:rPr lang="en-US" altLang="zh-CN" sz="2400" dirty="0">
                <a:solidFill>
                  <a:srgbClr val="002060"/>
                </a:solidFill>
                <a:latin typeface="微软雅黑" panose="020B0503020204020204" pitchFamily="34" charset="-122"/>
                <a:ea typeface="微软雅黑" panose="020B0503020204020204" pitchFamily="34" charset="-122"/>
              </a:rPr>
              <a:t> = </a:t>
            </a:r>
            <a:r>
              <a:rPr lang="en-US" altLang="zh-CN" sz="2400" dirty="0">
                <a:solidFill>
                  <a:srgbClr val="FF0000"/>
                </a:solidFill>
                <a:latin typeface="微软雅黑" panose="020B0503020204020204" pitchFamily="34" charset="-122"/>
                <a:ea typeface="微软雅黑" panose="020B0503020204020204" pitchFamily="34" charset="-122"/>
              </a:rPr>
              <a:t>总收益</a:t>
            </a:r>
            <a:r>
              <a:rPr lang="en-US" altLang="zh-CN" sz="2400" dirty="0">
                <a:solidFill>
                  <a:srgbClr val="00206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总成本</a:t>
            </a:r>
            <a:endParaRPr lang="en-US" altLang="zh-CN" sz="2400" dirty="0">
              <a:solidFill>
                <a:srgbClr val="FF0000"/>
              </a:solidFill>
              <a:latin typeface="微软雅黑" panose="020B0503020204020204" pitchFamily="34" charset="-122"/>
              <a:ea typeface="微软雅黑" panose="020B0503020204020204" pitchFamily="34" charset="-122"/>
            </a:endParaRPr>
          </a:p>
        </p:txBody>
      </p:sp>
      <p:cxnSp>
        <p:nvCxnSpPr>
          <p:cNvPr id="2" name="直接连接符 1"/>
          <p:cNvCxnSpPr/>
          <p:nvPr/>
        </p:nvCxnSpPr>
        <p:spPr>
          <a:xfrm flipH="1">
            <a:off x="3491865" y="2712085"/>
            <a:ext cx="1369060" cy="932815"/>
          </a:xfrm>
          <a:prstGeom prst="line">
            <a:avLst/>
          </a:prstGeom>
        </p:spPr>
        <p:style>
          <a:lnRef idx="2">
            <a:schemeClr val="accent1"/>
          </a:lnRef>
          <a:fillRef idx="0">
            <a:srgbClr val="FFFFFF"/>
          </a:fillRef>
          <a:effectRef idx="0">
            <a:srgbClr val="FFFFFF"/>
          </a:effectRef>
          <a:fontRef idx="minor">
            <a:schemeClr val="tx1"/>
          </a:fontRef>
        </p:style>
      </p:cxnSp>
      <p:cxnSp>
        <p:nvCxnSpPr>
          <p:cNvPr id="3" name="直接连接符 2"/>
          <p:cNvCxnSpPr>
            <a:endCxn id="8" idx="0"/>
          </p:cNvCxnSpPr>
          <p:nvPr/>
        </p:nvCxnSpPr>
        <p:spPr>
          <a:xfrm>
            <a:off x="5868670" y="2636520"/>
            <a:ext cx="1079500" cy="1008380"/>
          </a:xfrm>
          <a:prstGeom prst="line">
            <a:avLst/>
          </a:prstGeom>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1979930" y="3676015"/>
            <a:ext cx="2647315" cy="829945"/>
          </a:xfrm>
          <a:prstGeom prst="rect">
            <a:avLst/>
          </a:prstGeom>
          <a:noFill/>
        </p:spPr>
        <p:txBody>
          <a:bodyPr wrap="square"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rPr>
              <a:t>企业出售其产品所得到的货币量</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436235" y="3716655"/>
            <a:ext cx="2955925" cy="829945"/>
          </a:xfrm>
          <a:prstGeom prst="rect">
            <a:avLst/>
          </a:prstGeom>
          <a:noFill/>
        </p:spPr>
        <p:txBody>
          <a:bodyPr wrap="square" rtlCol="0" anchor="t">
            <a:spAutoFit/>
          </a:bodyPr>
          <a:lstStyle/>
          <a:p>
            <a:pPr algn="l">
              <a:buClrTx/>
              <a:buSzTx/>
              <a:buFontTx/>
            </a:pPr>
            <a:r>
              <a:rPr lang="en-US" altLang="zh-CN" sz="2400" dirty="0">
                <a:solidFill>
                  <a:srgbClr val="002060"/>
                </a:solidFill>
                <a:latin typeface="微软雅黑" panose="020B0503020204020204" pitchFamily="34" charset="-122"/>
                <a:ea typeface="微软雅黑" panose="020B0503020204020204" pitchFamily="34" charset="-122"/>
              </a:rPr>
              <a:t>企业用于生产的投入品的市场价值</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7" name="圆角矩形 6"/>
          <p:cNvSpPr/>
          <p:nvPr/>
        </p:nvSpPr>
        <p:spPr>
          <a:xfrm>
            <a:off x="1763395" y="3644265"/>
            <a:ext cx="3168015" cy="936625"/>
          </a:xfrm>
          <a:prstGeom prst="roundRect">
            <a:avLst/>
          </a:prstGeom>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p>
        </p:txBody>
      </p:sp>
      <p:sp>
        <p:nvSpPr>
          <p:cNvPr id="8" name="圆角矩形 7"/>
          <p:cNvSpPr/>
          <p:nvPr/>
        </p:nvSpPr>
        <p:spPr>
          <a:xfrm>
            <a:off x="5147945" y="3644900"/>
            <a:ext cx="3600450" cy="936625"/>
          </a:xfrm>
          <a:prstGeom prst="roundRect">
            <a:avLst/>
          </a:prstGeom>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p>
        </p:txBody>
      </p:sp>
      <p:sp>
        <p:nvSpPr>
          <p:cNvPr id="9" name="文本框 8"/>
          <p:cNvSpPr txBox="1"/>
          <p:nvPr/>
        </p:nvSpPr>
        <p:spPr>
          <a:xfrm>
            <a:off x="179705" y="1423035"/>
            <a:ext cx="8564245" cy="581057"/>
          </a:xfrm>
          <a:prstGeom prst="rect">
            <a:avLst/>
          </a:prstGeom>
          <a:noFill/>
        </p:spPr>
        <p:txBody>
          <a:bodyPr wrap="square" rtlCol="0" anchor="t">
            <a:spAutoFit/>
          </a:bodyPr>
          <a:lstStyle/>
          <a:p>
            <a:pPr marL="457200" indent="-457200" algn="l">
              <a:lnSpc>
                <a:spcPct val="150000"/>
              </a:lnSpc>
              <a:buClrTx/>
              <a:buSzTx/>
              <a:buFont typeface="+mj-lt"/>
              <a:buAutoNum type="arabicPeriod"/>
            </a:pPr>
            <a:r>
              <a:rPr lang="en-US" altLang="zh-CN" sz="2400" smtClean="0">
                <a:solidFill>
                  <a:srgbClr val="002060"/>
                </a:solidFill>
                <a:latin typeface="微软雅黑" panose="020B0503020204020204" pitchFamily="34" charset="-122"/>
                <a:ea typeface="微软雅黑" panose="020B0503020204020204" pitchFamily="34" charset="-122"/>
              </a:rPr>
              <a:t>企业的目标是利润最大化</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down)">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down)">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7" grpId="0" animBg="1"/>
      <p:bldP spid="7" grpId="1" animBg="1"/>
      <p:bldP spid="8" grpId="0" animBg="1"/>
      <p:bldP spid="8"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zh-CN" altLang="en-US" sz="3200">
                <a:latin typeface="华光中雅_CNKI" panose="02000500000000000000" pitchFamily="2" charset="-122"/>
                <a:ea typeface="华光中雅_CNKI" panose="02000500000000000000" pitchFamily="2" charset="-122"/>
              </a:rPr>
              <a:t>显性成本与隐性成本</a:t>
            </a:r>
            <a:endParaRPr lang="zh-CN" altLang="en-US" sz="3200">
              <a:latin typeface="华光中雅_CNKI" panose="02000500000000000000" pitchFamily="2" charset="-122"/>
              <a:ea typeface="华光中雅_CNKI" panose="02000500000000000000" pitchFamily="2" charset="-122"/>
            </a:endParaRPr>
          </a:p>
        </p:txBody>
      </p:sp>
      <p:sp>
        <p:nvSpPr>
          <p:cNvPr id="3" name="文本框 2"/>
          <p:cNvSpPr txBox="1"/>
          <p:nvPr/>
        </p:nvSpPr>
        <p:spPr>
          <a:xfrm>
            <a:off x="755650" y="1484630"/>
            <a:ext cx="7124065" cy="4276725"/>
          </a:xfrm>
          <a:prstGeom prst="rect">
            <a:avLst/>
          </a:prstGeom>
          <a:noFill/>
        </p:spPr>
        <p:txBody>
          <a:bodyPr wrap="square" rtlCol="0" anchor="t">
            <a:spAutoFit/>
          </a:bodyPr>
          <a:lstStyle/>
          <a:p>
            <a:r>
              <a:rPr lang="en-US" altLang="zh-CN" sz="2800" dirty="0">
                <a:solidFill>
                  <a:srgbClr val="FF0000"/>
                </a:solidFill>
                <a:latin typeface="微软雅黑" panose="020B0503020204020204" pitchFamily="34" charset="-122"/>
                <a:ea typeface="微软雅黑" panose="020B0503020204020204" pitchFamily="34" charset="-122"/>
              </a:rPr>
              <a:t>显性成本</a:t>
            </a:r>
            <a:r>
              <a:rPr lang="en-US" altLang="zh-CN" sz="2400" dirty="0">
                <a:solidFill>
                  <a:srgbClr val="002060"/>
                </a:solidFill>
                <a:latin typeface="微软雅黑" panose="020B0503020204020204" pitchFamily="34" charset="-122"/>
                <a:ea typeface="微软雅黑" panose="020B0503020204020204" pitchFamily="34" charset="-122"/>
              </a:rPr>
              <a:t>:需要企业支出货币的投入成本</a:t>
            </a:r>
            <a:endParaRPr lang="en-US" altLang="zh-CN" sz="2400" dirty="0">
              <a:solidFill>
                <a:srgbClr val="002060"/>
              </a:solidFill>
              <a:latin typeface="微软雅黑" panose="020B0503020204020204" pitchFamily="34" charset="-122"/>
              <a:ea typeface="微软雅黑" panose="020B0503020204020204" pitchFamily="34" charset="-122"/>
            </a:endParaRPr>
          </a:p>
          <a:p>
            <a:r>
              <a:rPr lang="en-US" altLang="zh-CN" sz="2400" dirty="0">
                <a:solidFill>
                  <a:srgbClr val="002060"/>
                </a:solidFill>
                <a:latin typeface="微软雅黑" panose="020B0503020204020204" pitchFamily="34" charset="-122"/>
                <a:ea typeface="微软雅黑" panose="020B0503020204020204" pitchFamily="34" charset="-122"/>
              </a:rPr>
              <a:t>例如</a:t>
            </a:r>
            <a:r>
              <a:rPr lang="en-US" altLang="zh-CN" sz="2400">
                <a:solidFill>
                  <a:srgbClr val="002060"/>
                </a:solidFill>
                <a:latin typeface="微软雅黑" panose="020B0503020204020204" pitchFamily="34" charset="-122"/>
                <a:ea typeface="微软雅黑" panose="020B0503020204020204" pitchFamily="34" charset="-122"/>
              </a:rPr>
              <a:t>:</a:t>
            </a:r>
            <a:r>
              <a:rPr lang="en-US" altLang="zh-CN" sz="2400" smtClean="0">
                <a:solidFill>
                  <a:srgbClr val="002060"/>
                </a:solidFill>
                <a:latin typeface="微软雅黑" panose="020B0503020204020204" pitchFamily="34" charset="-122"/>
                <a:ea typeface="微软雅黑" panose="020B0503020204020204" pitchFamily="34" charset="-122"/>
              </a:rPr>
              <a:t>支付给工人的工资</a:t>
            </a:r>
            <a:r>
              <a:rPr lang="zh-CN" altLang="en-US" sz="2400" smtClean="0">
                <a:solidFill>
                  <a:srgbClr val="002060"/>
                </a:solidFill>
                <a:latin typeface="微软雅黑" panose="020B0503020204020204" pitchFamily="34" charset="-122"/>
                <a:ea typeface="微软雅黑" panose="020B0503020204020204" pitchFamily="34" charset="-122"/>
              </a:rPr>
              <a:t>、购买原材料的支出</a:t>
            </a:r>
            <a:endParaRPr lang="en-US" altLang="zh-CN" sz="2400" dirty="0">
              <a:solidFill>
                <a:srgbClr val="002060"/>
              </a:solidFill>
              <a:latin typeface="微软雅黑" panose="020B0503020204020204" pitchFamily="34" charset="-122"/>
              <a:ea typeface="微软雅黑" panose="020B0503020204020204" pitchFamily="34" charset="-122"/>
            </a:endParaRPr>
          </a:p>
          <a:p>
            <a:endParaRPr lang="en-US" altLang="zh-CN" sz="2400" dirty="0">
              <a:solidFill>
                <a:srgbClr val="002060"/>
              </a:solidFill>
              <a:latin typeface="微软雅黑" panose="020B0503020204020204" pitchFamily="34" charset="-122"/>
              <a:ea typeface="微软雅黑" panose="020B0503020204020204" pitchFamily="34" charset="-122"/>
            </a:endParaRPr>
          </a:p>
          <a:p>
            <a:r>
              <a:rPr lang="en-US" altLang="zh-CN" sz="2800" dirty="0">
                <a:solidFill>
                  <a:srgbClr val="FF0000"/>
                </a:solidFill>
                <a:latin typeface="微软雅黑" panose="020B0503020204020204" pitchFamily="34" charset="-122"/>
                <a:ea typeface="微软雅黑" panose="020B0503020204020204" pitchFamily="34" charset="-122"/>
              </a:rPr>
              <a:t>隐性成本</a:t>
            </a:r>
            <a:r>
              <a:rPr lang="en-US" altLang="zh-CN" sz="2400" dirty="0">
                <a:solidFill>
                  <a:srgbClr val="002060"/>
                </a:solidFill>
                <a:latin typeface="微软雅黑" panose="020B0503020204020204" pitchFamily="34" charset="-122"/>
                <a:ea typeface="微软雅黑" panose="020B0503020204020204" pitchFamily="34" charset="-122"/>
              </a:rPr>
              <a:t>:不需要企业支付货币的投入成本</a:t>
            </a:r>
            <a:endParaRPr lang="en-US" altLang="zh-CN" sz="2400" dirty="0">
              <a:solidFill>
                <a:srgbClr val="002060"/>
              </a:solidFill>
              <a:latin typeface="微软雅黑" panose="020B0503020204020204" pitchFamily="34" charset="-122"/>
              <a:ea typeface="微软雅黑" panose="020B0503020204020204" pitchFamily="34" charset="-122"/>
            </a:endParaRPr>
          </a:p>
          <a:p>
            <a:r>
              <a:rPr lang="en-US" altLang="zh-CN" sz="2400" dirty="0">
                <a:solidFill>
                  <a:srgbClr val="002060"/>
                </a:solidFill>
                <a:latin typeface="微软雅黑" panose="020B0503020204020204" pitchFamily="34" charset="-122"/>
                <a:ea typeface="微软雅黑" panose="020B0503020204020204" pitchFamily="34" charset="-122"/>
              </a:rPr>
              <a:t>例如:企业所有者时间的机会成本</a:t>
            </a:r>
            <a:endParaRPr lang="en-US" altLang="zh-CN" sz="2400" dirty="0">
              <a:solidFill>
                <a:srgbClr val="002060"/>
              </a:solidFill>
              <a:latin typeface="微软雅黑" panose="020B0503020204020204" pitchFamily="34" charset="-122"/>
              <a:ea typeface="微软雅黑" panose="020B0503020204020204" pitchFamily="34" charset="-122"/>
            </a:endParaRPr>
          </a:p>
          <a:p>
            <a:endParaRPr lang="en-US" altLang="zh-CN" sz="2400" dirty="0">
              <a:solidFill>
                <a:srgbClr val="002060"/>
              </a:solidFill>
              <a:latin typeface="微软雅黑" panose="020B0503020204020204" pitchFamily="34" charset="-122"/>
              <a:ea typeface="微软雅黑" panose="020B0503020204020204" pitchFamily="34" charset="-122"/>
            </a:endParaRPr>
          </a:p>
          <a:p>
            <a:r>
              <a:rPr lang="en-US" altLang="zh-CN" sz="2400" dirty="0">
                <a:solidFill>
                  <a:srgbClr val="002060"/>
                </a:solidFill>
                <a:latin typeface="微软雅黑" panose="020B0503020204020204" pitchFamily="34" charset="-122"/>
                <a:ea typeface="微软雅黑" panose="020B0503020204020204" pitchFamily="34" charset="-122"/>
              </a:rPr>
              <a:t>记住经济学的</a:t>
            </a:r>
            <a:r>
              <a:rPr lang="zh-CN" altLang="en-US" sz="2400" dirty="0">
                <a:solidFill>
                  <a:srgbClr val="002060"/>
                </a:solidFill>
                <a:latin typeface="微软雅黑" panose="020B0503020204020204" pitchFamily="34" charset="-122"/>
                <a:ea typeface="微软雅黑" panose="020B0503020204020204" pitchFamily="34" charset="-122"/>
              </a:rPr>
              <a:t>十大原理之一：</a:t>
            </a:r>
            <a:endParaRPr lang="zh-CN" altLang="en-US" sz="2400" dirty="0">
              <a:solidFill>
                <a:srgbClr val="002060"/>
              </a:solidFill>
              <a:latin typeface="微软雅黑" panose="020B0503020204020204" pitchFamily="34" charset="-122"/>
              <a:ea typeface="微软雅黑" panose="020B0503020204020204" pitchFamily="34" charset="-122"/>
            </a:endParaRPr>
          </a:p>
          <a:p>
            <a:r>
              <a:rPr lang="en-US" altLang="zh-CN" sz="2400" smtClean="0">
                <a:solidFill>
                  <a:schemeClr val="accent4"/>
                </a:solidFill>
                <a:latin typeface="微软雅黑" panose="020B0503020204020204" pitchFamily="34" charset="-122"/>
                <a:ea typeface="微软雅黑" panose="020B0503020204020204" pitchFamily="34" charset="-122"/>
              </a:rPr>
              <a:t>某种东西的成本是你为了得到</a:t>
            </a:r>
            <a:r>
              <a:rPr lang="zh-CN" altLang="en-US" sz="2400" smtClean="0">
                <a:solidFill>
                  <a:schemeClr val="accent4"/>
                </a:solidFill>
                <a:latin typeface="微软雅黑" panose="020B0503020204020204" pitchFamily="34" charset="-122"/>
                <a:ea typeface="微软雅黑" panose="020B0503020204020204" pitchFamily="34" charset="-122"/>
              </a:rPr>
              <a:t>它</a:t>
            </a:r>
            <a:r>
              <a:rPr lang="en-US" altLang="zh-CN" sz="2400" smtClean="0">
                <a:solidFill>
                  <a:schemeClr val="accent4"/>
                </a:solidFill>
                <a:latin typeface="微软雅黑" panose="020B0503020204020204" pitchFamily="34" charset="-122"/>
                <a:ea typeface="微软雅黑" panose="020B0503020204020204" pitchFamily="34" charset="-122"/>
              </a:rPr>
              <a:t>所放弃的东西</a:t>
            </a:r>
            <a:endParaRPr lang="en-US" altLang="zh-CN" sz="2400" dirty="0">
              <a:solidFill>
                <a:schemeClr val="accent4"/>
              </a:solidFill>
              <a:latin typeface="微软雅黑" panose="020B0503020204020204" pitchFamily="34" charset="-122"/>
              <a:ea typeface="微软雅黑" panose="020B0503020204020204" pitchFamily="34" charset="-122"/>
            </a:endParaRPr>
          </a:p>
          <a:p>
            <a:endParaRPr lang="en-US" altLang="zh-CN" sz="2400" dirty="0">
              <a:solidFill>
                <a:srgbClr val="002060"/>
              </a:solidFill>
              <a:latin typeface="微软雅黑" panose="020B0503020204020204" pitchFamily="34" charset="-122"/>
              <a:ea typeface="微软雅黑" panose="020B0503020204020204" pitchFamily="34" charset="-122"/>
            </a:endParaRPr>
          </a:p>
          <a:p>
            <a:r>
              <a:rPr lang="en-US" altLang="zh-CN" sz="2400" b="1" smtClean="0">
                <a:solidFill>
                  <a:srgbClr val="002060"/>
                </a:solidFill>
                <a:latin typeface="微软雅黑" panose="020B0503020204020204" pitchFamily="34" charset="-122"/>
                <a:ea typeface="微软雅黑" panose="020B0503020204020204" pitchFamily="34" charset="-122"/>
              </a:rPr>
              <a:t>无论显性成本还是隐性成本，</a:t>
            </a:r>
            <a:r>
              <a:rPr lang="zh-CN" altLang="en-US" sz="2400" b="1" smtClean="0">
                <a:solidFill>
                  <a:srgbClr val="002060"/>
                </a:solidFill>
                <a:latin typeface="微软雅黑" panose="020B0503020204020204" pitchFamily="34" charset="-122"/>
                <a:ea typeface="微软雅黑" panose="020B0503020204020204" pitchFamily="34" charset="-122"/>
              </a:rPr>
              <a:t>都是机会成本</a:t>
            </a:r>
            <a:r>
              <a:rPr lang="zh-CN" altLang="en-US" sz="2400" smtClean="0">
                <a:solidFill>
                  <a:srgbClr val="002060"/>
                </a:solidFill>
                <a:latin typeface="微软雅黑" panose="020B0503020204020204" pitchFamily="34" charset="-122"/>
                <a:ea typeface="微软雅黑" panose="020B0503020204020204" pitchFamily="34" charset="-122"/>
              </a:rPr>
              <a:t>，</a:t>
            </a:r>
            <a:r>
              <a:rPr lang="en-US" altLang="zh-CN" sz="2400" smtClean="0">
                <a:solidFill>
                  <a:srgbClr val="002060"/>
                </a:solidFill>
                <a:latin typeface="微软雅黑" panose="020B0503020204020204" pitchFamily="34" charset="-122"/>
                <a:ea typeface="微软雅黑" panose="020B0503020204020204" pitchFamily="34" charset="-122"/>
              </a:rPr>
              <a:t>两者对于企业决策都是重要的</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00"/>
                                        <p:tgtEl>
                                          <p:spTgt spid="3">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down)">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wipe(down)">
                                      <p:cBhvr>
                                        <p:cTn id="23" dur="500"/>
                                        <p:tgtEl>
                                          <p:spTgt spid="3">
                                            <p:txEl>
                                              <p:pRg st="6" end="6"/>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wipe(down)">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wipe(down)">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25970" cy="467995"/>
          </a:xfrm>
        </p:spPr>
        <p:txBody>
          <a:bodyPr>
            <a:noAutofit/>
          </a:bodyPr>
          <a:lstStyle/>
          <a:p>
            <a:r>
              <a:rPr lang="zh-CN" altLang="en-US" sz="3200">
                <a:latin typeface="华光中雅_CNKI" panose="02000500000000000000" pitchFamily="2" charset="-122"/>
                <a:ea typeface="华光中雅_CNKI" panose="02000500000000000000" pitchFamily="2" charset="-122"/>
              </a:rPr>
              <a:t>显性成本与隐性成本:一个例子</a:t>
            </a:r>
            <a:endParaRPr lang="zh-CN" altLang="en-US" sz="320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536" y="1556792"/>
            <a:ext cx="8064896" cy="39693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sz="2400">
                <a:latin typeface="微软雅黑" panose="020B0503020204020204" pitchFamily="34" charset="-122"/>
                <a:ea typeface="微软雅黑" panose="020B0503020204020204" pitchFamily="34" charset="-122"/>
              </a:rPr>
              <a:t>需要 </a:t>
            </a:r>
            <a:r>
              <a:rPr sz="2400" smtClean="0">
                <a:latin typeface="微软雅黑" panose="020B0503020204020204" pitchFamily="34" charset="-122"/>
                <a:ea typeface="微软雅黑" panose="020B0503020204020204" pitchFamily="34" charset="-122"/>
              </a:rPr>
              <a:t>100,000</a:t>
            </a:r>
            <a:r>
              <a:rPr lang="zh-CN" altLang="en-US" sz="2400" smtClean="0">
                <a:latin typeface="微软雅黑" panose="020B0503020204020204" pitchFamily="34" charset="-122"/>
                <a:ea typeface="微软雅黑" panose="020B0503020204020204" pitchFamily="34" charset="-122"/>
              </a:rPr>
              <a:t>元</a:t>
            </a:r>
            <a:r>
              <a:rPr sz="2400" smtClean="0">
                <a:latin typeface="微软雅黑" panose="020B0503020204020204" pitchFamily="34" charset="-122"/>
                <a:ea typeface="微软雅黑" panose="020B0503020204020204" pitchFamily="34" charset="-122"/>
              </a:rPr>
              <a:t> </a:t>
            </a:r>
            <a:r>
              <a:rPr lang="zh-CN" altLang="en-US" sz="2400" smtClean="0">
                <a:latin typeface="微软雅黑" panose="020B0503020204020204" pitchFamily="34" charset="-122"/>
                <a:ea typeface="微软雅黑" panose="020B0503020204020204" pitchFamily="34" charset="-122"/>
              </a:rPr>
              <a:t>建一个厂</a:t>
            </a:r>
            <a:r>
              <a:rPr sz="2400" smtClean="0">
                <a:latin typeface="微软雅黑" panose="020B0503020204020204" pitchFamily="34" charset="-122"/>
                <a:ea typeface="微软雅黑" panose="020B0503020204020204" pitchFamily="34" charset="-122"/>
              </a:rPr>
              <a:t>。</a:t>
            </a:r>
            <a:r>
              <a:rPr lang="zh-CN" altLang="en-US" sz="2400" smtClean="0">
                <a:latin typeface="微软雅黑" panose="020B0503020204020204" pitchFamily="34" charset="-122"/>
                <a:ea typeface="微软雅黑" panose="020B0503020204020204" pitchFamily="34" charset="-122"/>
              </a:rPr>
              <a:t>银行借钱的</a:t>
            </a:r>
            <a:r>
              <a:rPr sz="2400" smtClean="0">
                <a:latin typeface="微软雅黑" panose="020B0503020204020204" pitchFamily="34" charset="-122"/>
                <a:ea typeface="微软雅黑" panose="020B0503020204020204" pitchFamily="34" charset="-122"/>
              </a:rPr>
              <a:t>利率为 </a:t>
            </a:r>
            <a:r>
              <a:rPr sz="2400">
                <a:latin typeface="微软雅黑" panose="020B0503020204020204" pitchFamily="34" charset="-122"/>
                <a:ea typeface="微软雅黑" panose="020B0503020204020204" pitchFamily="34" charset="-122"/>
              </a:rPr>
              <a:t>5%.</a:t>
            </a:r>
            <a:endParaRPr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sz="2400">
                <a:latin typeface="微软雅黑" panose="020B0503020204020204" pitchFamily="34" charset="-122"/>
                <a:ea typeface="微软雅黑" panose="020B0503020204020204" pitchFamily="34" charset="-122"/>
              </a:rPr>
              <a:t>情形 1: 借 </a:t>
            </a:r>
            <a:r>
              <a:rPr sz="2400" smtClean="0">
                <a:latin typeface="微软雅黑" panose="020B0503020204020204" pitchFamily="34" charset="-122"/>
                <a:ea typeface="微软雅黑" panose="020B0503020204020204" pitchFamily="34" charset="-122"/>
              </a:rPr>
              <a:t>100,000</a:t>
            </a:r>
            <a:r>
              <a:rPr lang="zh-CN" altLang="en-US" sz="2400" smtClean="0">
                <a:latin typeface="微软雅黑" panose="020B0503020204020204" pitchFamily="34" charset="-122"/>
                <a:ea typeface="微软雅黑" panose="020B0503020204020204" pitchFamily="34" charset="-122"/>
                <a:sym typeface="+mn-ea"/>
              </a:rPr>
              <a:t>元</a:t>
            </a:r>
            <a:endParaRPr sz="2400">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400">
                <a:latin typeface="微软雅黑" panose="020B0503020204020204" pitchFamily="34" charset="-122"/>
                <a:ea typeface="微软雅黑" panose="020B0503020204020204" pitchFamily="34" charset="-122"/>
              </a:rPr>
              <a:t>           </a:t>
            </a:r>
            <a:r>
              <a:rPr sz="2400">
                <a:latin typeface="微软雅黑" panose="020B0503020204020204" pitchFamily="34" charset="-122"/>
                <a:ea typeface="微软雅黑" panose="020B0503020204020204" pitchFamily="34" charset="-122"/>
              </a:rPr>
              <a:t>显性成本= </a:t>
            </a:r>
            <a:r>
              <a:rPr sz="2400" smtClean="0">
                <a:latin typeface="微软雅黑" panose="020B0503020204020204" pitchFamily="34" charset="-122"/>
                <a:ea typeface="微软雅黑" panose="020B0503020204020204" pitchFamily="34" charset="-122"/>
              </a:rPr>
              <a:t>5000</a:t>
            </a:r>
            <a:r>
              <a:rPr lang="zh-CN" sz="2400" smtClean="0">
                <a:latin typeface="微软雅黑" panose="020B0503020204020204" pitchFamily="34" charset="-122"/>
                <a:ea typeface="微软雅黑" panose="020B0503020204020204" pitchFamily="34" charset="-122"/>
              </a:rPr>
              <a:t>元</a:t>
            </a:r>
            <a:r>
              <a:rPr sz="2400" smtClean="0">
                <a:latin typeface="微软雅黑" panose="020B0503020204020204" pitchFamily="34" charset="-122"/>
                <a:ea typeface="微软雅黑" panose="020B0503020204020204" pitchFamily="34" charset="-122"/>
              </a:rPr>
              <a:t>借款利息</a:t>
            </a:r>
            <a:endParaRPr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sz="2400">
                <a:latin typeface="微软雅黑" panose="020B0503020204020204" pitchFamily="34" charset="-122"/>
                <a:ea typeface="微软雅黑" panose="020B0503020204020204" pitchFamily="34" charset="-122"/>
              </a:rPr>
              <a:t>情形 2: </a:t>
            </a:r>
            <a:r>
              <a:rPr sz="2400" smtClean="0">
                <a:latin typeface="微软雅黑" panose="020B0503020204020204" pitchFamily="34" charset="-122"/>
                <a:ea typeface="微软雅黑" panose="020B0503020204020204" pitchFamily="34" charset="-122"/>
              </a:rPr>
              <a:t>使用40,000</a:t>
            </a:r>
            <a:r>
              <a:rPr lang="zh-CN" altLang="en-US" sz="2400" smtClean="0">
                <a:latin typeface="微软雅黑" panose="020B0503020204020204" pitchFamily="34" charset="-122"/>
                <a:ea typeface="微软雅黑" panose="020B0503020204020204" pitchFamily="34" charset="-122"/>
                <a:sym typeface="+mn-ea"/>
              </a:rPr>
              <a:t>元</a:t>
            </a:r>
            <a:r>
              <a:rPr lang="zh-CN" sz="2400">
                <a:latin typeface="微软雅黑" panose="020B0503020204020204" pitchFamily="34" charset="-122"/>
                <a:ea typeface="微软雅黑" panose="020B0503020204020204" pitchFamily="34" charset="-122"/>
              </a:rPr>
              <a:t>储蓄</a:t>
            </a:r>
            <a:r>
              <a:rPr sz="2400">
                <a:latin typeface="微软雅黑" panose="020B0503020204020204" pitchFamily="34" charset="-122"/>
                <a:ea typeface="微软雅黑" panose="020B0503020204020204" pitchFamily="34" charset="-122"/>
              </a:rPr>
              <a:t>，</a:t>
            </a:r>
            <a:r>
              <a:rPr sz="2400" smtClean="0">
                <a:latin typeface="微软雅黑" panose="020B0503020204020204" pitchFamily="34" charset="-122"/>
                <a:ea typeface="微软雅黑" panose="020B0503020204020204" pitchFamily="34" charset="-122"/>
              </a:rPr>
              <a:t>并借60</a:t>
            </a:r>
            <a:r>
              <a:rPr lang="en-US" sz="2400">
                <a:latin typeface="微软雅黑" panose="020B0503020204020204" pitchFamily="34" charset="-122"/>
                <a:ea typeface="微软雅黑" panose="020B0503020204020204" pitchFamily="34" charset="-122"/>
              </a:rPr>
              <a:t>,</a:t>
            </a:r>
            <a:r>
              <a:rPr sz="2400">
                <a:latin typeface="微软雅黑" panose="020B0503020204020204" pitchFamily="34" charset="-122"/>
                <a:ea typeface="微软雅黑" panose="020B0503020204020204" pitchFamily="34" charset="-122"/>
              </a:rPr>
              <a:t>000</a:t>
            </a:r>
            <a:r>
              <a:rPr lang="zh-CN" altLang="en-US" sz="2400" smtClean="0">
                <a:latin typeface="微软雅黑" panose="020B0503020204020204" pitchFamily="34" charset="-122"/>
                <a:ea typeface="微软雅黑" panose="020B0503020204020204" pitchFamily="34" charset="-122"/>
                <a:sym typeface="+mn-ea"/>
              </a:rPr>
              <a:t>元</a:t>
            </a:r>
            <a:endParaRPr sz="2400">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400">
                <a:latin typeface="微软雅黑" panose="020B0503020204020204" pitchFamily="34" charset="-122"/>
                <a:ea typeface="微软雅黑" panose="020B0503020204020204" pitchFamily="34" charset="-122"/>
              </a:rPr>
              <a:t>           </a:t>
            </a:r>
            <a:r>
              <a:rPr lang="zh-CN" sz="2400">
                <a:latin typeface="微软雅黑" panose="020B0503020204020204" pitchFamily="34" charset="-122"/>
                <a:ea typeface="微软雅黑" panose="020B0503020204020204" pitchFamily="34" charset="-122"/>
              </a:rPr>
              <a:t>显性</a:t>
            </a:r>
            <a:r>
              <a:rPr sz="2400">
                <a:latin typeface="微软雅黑" panose="020B0503020204020204" pitchFamily="34" charset="-122"/>
                <a:ea typeface="微软雅黑" panose="020B0503020204020204" pitchFamily="34" charset="-122"/>
              </a:rPr>
              <a:t>成本</a:t>
            </a:r>
            <a:r>
              <a:rPr sz="2400" smtClean="0">
                <a:latin typeface="微软雅黑" panose="020B0503020204020204" pitchFamily="34" charset="-122"/>
                <a:ea typeface="微软雅黑" panose="020B0503020204020204" pitchFamily="34" charset="-122"/>
              </a:rPr>
              <a:t>=30</a:t>
            </a:r>
            <a:r>
              <a:rPr lang="en-US" sz="2400" smtClean="0">
                <a:latin typeface="微软雅黑" panose="020B0503020204020204" pitchFamily="34" charset="-122"/>
                <a:ea typeface="微软雅黑" panose="020B0503020204020204" pitchFamily="34" charset="-122"/>
              </a:rPr>
              <a:t>00</a:t>
            </a:r>
            <a:r>
              <a:rPr lang="zh-CN" altLang="en-US" sz="2400" smtClean="0">
                <a:latin typeface="微软雅黑" panose="020B0503020204020204" pitchFamily="34" charset="-122"/>
                <a:ea typeface="微软雅黑" panose="020B0503020204020204" pitchFamily="34" charset="-122"/>
                <a:sym typeface="+mn-ea"/>
              </a:rPr>
              <a:t>元</a:t>
            </a:r>
            <a:r>
              <a:rPr lang="zh-CN" altLang="en-US" sz="2400" smtClean="0">
                <a:latin typeface="微软雅黑" panose="020B0503020204020204" pitchFamily="34" charset="-122"/>
                <a:ea typeface="微软雅黑" panose="020B0503020204020204" pitchFamily="34" charset="-122"/>
              </a:rPr>
              <a:t>借款</a:t>
            </a:r>
            <a:r>
              <a:rPr lang="zh-CN" altLang="en-US" sz="2400">
                <a:latin typeface="微软雅黑" panose="020B0503020204020204" pitchFamily="34" charset="-122"/>
                <a:ea typeface="微软雅黑" panose="020B0503020204020204" pitchFamily="34" charset="-122"/>
              </a:rPr>
              <a:t>利息</a:t>
            </a:r>
            <a:endParaRPr lang="zh-CN" altLang="en-US" sz="2400">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          </a:t>
            </a:r>
            <a:r>
              <a:rPr sz="2400">
                <a:latin typeface="微软雅黑" panose="020B0503020204020204" pitchFamily="34" charset="-122"/>
                <a:ea typeface="微软雅黑" panose="020B0503020204020204" pitchFamily="34" charset="-122"/>
              </a:rPr>
              <a:t>隐性成本</a:t>
            </a:r>
            <a:r>
              <a:rPr lang="en-US" sz="2400" smtClean="0">
                <a:latin typeface="微软雅黑" panose="020B0503020204020204" pitchFamily="34" charset="-122"/>
                <a:ea typeface="微软雅黑" panose="020B0503020204020204" pitchFamily="34" charset="-122"/>
              </a:rPr>
              <a:t>=</a:t>
            </a:r>
            <a:r>
              <a:rPr sz="2400" smtClean="0">
                <a:latin typeface="微软雅黑" panose="020B0503020204020204" pitchFamily="34" charset="-122"/>
                <a:ea typeface="微软雅黑" panose="020B0503020204020204" pitchFamily="34" charset="-122"/>
              </a:rPr>
              <a:t>2000</a:t>
            </a:r>
            <a:r>
              <a:rPr lang="zh-CN" altLang="en-US" sz="2400" smtClean="0">
                <a:latin typeface="微软雅黑" panose="020B0503020204020204" pitchFamily="34" charset="-122"/>
                <a:ea typeface="微软雅黑" panose="020B0503020204020204" pitchFamily="34" charset="-122"/>
              </a:rPr>
              <a:t>元利息损失（本金</a:t>
            </a:r>
            <a:r>
              <a:rPr lang="en-US" altLang="zh-CN" sz="2400">
                <a:latin typeface="微软雅黑" panose="020B0503020204020204" pitchFamily="34" charset="-122"/>
                <a:ea typeface="微软雅黑" panose="020B0503020204020204" pitchFamily="34" charset="-122"/>
              </a:rPr>
              <a:t>40,000 </a:t>
            </a:r>
            <a:r>
              <a:rPr lang="zh-CN" altLang="en-US" sz="2400" smtClean="0">
                <a:latin typeface="微软雅黑" panose="020B0503020204020204" pitchFamily="34" charset="-122"/>
                <a:ea typeface="微软雅黑" panose="020B0503020204020204" pitchFamily="34" charset="-122"/>
              </a:rPr>
              <a:t>）</a:t>
            </a:r>
            <a:endParaRPr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sz="2400">
                <a:latin typeface="微软雅黑" panose="020B0503020204020204" pitchFamily="34" charset="-122"/>
                <a:ea typeface="微软雅黑" panose="020B0503020204020204" pitchFamily="34" charset="-122"/>
              </a:rPr>
              <a:t>在两种情形中，总成本 (显性 +隐性) 都是 </a:t>
            </a:r>
            <a:r>
              <a:rPr sz="2400" smtClean="0">
                <a:latin typeface="微软雅黑" panose="020B0503020204020204" pitchFamily="34" charset="-122"/>
                <a:ea typeface="微软雅黑" panose="020B0503020204020204" pitchFamily="34" charset="-122"/>
              </a:rPr>
              <a:t>5000</a:t>
            </a:r>
            <a:r>
              <a:rPr lang="zh-CN" altLang="en-US" sz="2400" smtClean="0">
                <a:latin typeface="微软雅黑" panose="020B0503020204020204" pitchFamily="34" charset="-122"/>
                <a:ea typeface="微软雅黑" panose="020B0503020204020204" pitchFamily="34" charset="-122"/>
              </a:rPr>
              <a:t>元。</a:t>
            </a:r>
            <a:endParaRPr sz="24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down)">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down)">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zh-CN" altLang="en-US" sz="3200">
                <a:latin typeface="华光中雅_CNKI" panose="02000500000000000000" pitchFamily="2" charset="-122"/>
                <a:ea typeface="华光中雅_CNKI" panose="02000500000000000000" pitchFamily="2" charset="-122"/>
              </a:rPr>
              <a:t>经济利润与会计利润</a:t>
            </a:r>
            <a:endParaRPr lang="zh-CN" altLang="en-US" sz="320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467544" y="1340768"/>
            <a:ext cx="8424936" cy="2527935"/>
          </a:xfrm>
          <a:prstGeom prst="rect">
            <a:avLst/>
          </a:prstGeom>
          <a:noFill/>
        </p:spPr>
        <p:txBody>
          <a:bodyPr wrap="square" rtlCol="0">
            <a:spAutoFit/>
          </a:bodyPr>
          <a:lstStyle/>
          <a:p>
            <a:pPr marL="342900" indent="-342900">
              <a:lnSpc>
                <a:spcPts val="3800"/>
              </a:lnSpc>
              <a:buFont typeface="Arial" panose="020B0604020202020204" pitchFamily="34" charset="0"/>
              <a:buChar char="•"/>
            </a:pPr>
            <a:r>
              <a:rPr sz="2800">
                <a:solidFill>
                  <a:srgbClr val="FF0000"/>
                </a:solidFill>
                <a:latin typeface="微软雅黑" panose="020B0503020204020204" pitchFamily="34" charset="-122"/>
                <a:ea typeface="微软雅黑" panose="020B0503020204020204" pitchFamily="34" charset="-122"/>
              </a:rPr>
              <a:t>会计利润</a:t>
            </a:r>
            <a:endParaRPr sz="2800">
              <a:solidFill>
                <a:srgbClr val="FF0000"/>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lang="en-US" sz="2400">
                <a:solidFill>
                  <a:srgbClr val="002060"/>
                </a:solidFill>
                <a:latin typeface="微软雅黑" panose="020B0503020204020204" pitchFamily="34" charset="-122"/>
                <a:ea typeface="微软雅黑" panose="020B0503020204020204" pitchFamily="34" charset="-122"/>
              </a:rPr>
              <a:t>   </a:t>
            </a:r>
            <a:r>
              <a:rPr sz="2400">
                <a:solidFill>
                  <a:srgbClr val="002060"/>
                </a:solidFill>
                <a:latin typeface="微软雅黑" panose="020B0503020204020204" pitchFamily="34" charset="-122"/>
                <a:ea typeface="微软雅黑" panose="020B0503020204020204" pitchFamily="34" charset="-122"/>
              </a:rPr>
              <a:t>= 总收益-总显性成本</a:t>
            </a:r>
            <a:endParaRPr sz="2400">
              <a:solidFill>
                <a:srgbClr val="002060"/>
              </a:solidFill>
              <a:latin typeface="微软雅黑" panose="020B0503020204020204" pitchFamily="34" charset="-122"/>
              <a:ea typeface="微软雅黑" panose="020B0503020204020204" pitchFamily="34" charset="-122"/>
            </a:endParaRPr>
          </a:p>
          <a:p>
            <a:pPr marL="342900" indent="-342900">
              <a:lnSpc>
                <a:spcPts val="3800"/>
              </a:lnSpc>
              <a:buFont typeface="Arial" panose="020B0604020202020204" pitchFamily="34" charset="0"/>
              <a:buChar char="•"/>
            </a:pPr>
            <a:r>
              <a:rPr sz="2800">
                <a:solidFill>
                  <a:srgbClr val="FF0000"/>
                </a:solidFill>
                <a:latin typeface="微软雅黑" panose="020B0503020204020204" pitchFamily="34" charset="-122"/>
                <a:ea typeface="微软雅黑" panose="020B0503020204020204" pitchFamily="34" charset="-122"/>
              </a:rPr>
              <a:t>经济利润</a:t>
            </a:r>
            <a:endParaRPr sz="2800">
              <a:solidFill>
                <a:srgbClr val="FF0000"/>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lang="en-US" sz="2400">
                <a:solidFill>
                  <a:srgbClr val="002060"/>
                </a:solidFill>
                <a:latin typeface="微软雅黑" panose="020B0503020204020204" pitchFamily="34" charset="-122"/>
                <a:ea typeface="微软雅黑" panose="020B0503020204020204" pitchFamily="34" charset="-122"/>
              </a:rPr>
              <a:t>   </a:t>
            </a:r>
            <a:r>
              <a:rPr sz="2400">
                <a:solidFill>
                  <a:srgbClr val="002060"/>
                </a:solidFill>
                <a:latin typeface="微软雅黑" panose="020B0503020204020204" pitchFamily="34" charset="-122"/>
                <a:ea typeface="微软雅黑" panose="020B0503020204020204" pitchFamily="34" charset="-122"/>
              </a:rPr>
              <a:t>= 总收益-总成本</a:t>
            </a:r>
            <a:r>
              <a:rPr 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华光楷体一_CNKI" panose="02000500000000000000" charset="-122"/>
                <a:ea typeface="华光楷体一_CNKI" panose="02000500000000000000" charset="-122"/>
              </a:rPr>
              <a:t>显性成本</a:t>
            </a:r>
            <a:r>
              <a:rPr lang="en-US" sz="2400" smtClean="0">
                <a:solidFill>
                  <a:srgbClr val="002060"/>
                </a:solidFill>
                <a:latin typeface="华光楷体一_CNKI" panose="02000500000000000000" charset="-122"/>
                <a:ea typeface="华光楷体一_CNKI" panose="02000500000000000000" charset="-122"/>
              </a:rPr>
              <a:t>+</a:t>
            </a:r>
            <a:r>
              <a:rPr sz="2400" smtClean="0">
                <a:solidFill>
                  <a:srgbClr val="002060"/>
                </a:solidFill>
                <a:latin typeface="华光楷体一_CNKI" panose="02000500000000000000" charset="-122"/>
                <a:ea typeface="华光楷体一_CNKI" panose="02000500000000000000" charset="-122"/>
              </a:rPr>
              <a:t>隐性成本</a:t>
            </a:r>
            <a:r>
              <a:rPr sz="2400">
                <a:solidFill>
                  <a:srgbClr val="002060"/>
                </a:solidFill>
                <a:latin typeface="微软雅黑" panose="020B0503020204020204" pitchFamily="34" charset="-122"/>
                <a:ea typeface="微软雅黑" panose="020B0503020204020204" pitchFamily="34" charset="-122"/>
              </a:rPr>
              <a:t>)</a:t>
            </a:r>
            <a:endParaRPr sz="2400">
              <a:solidFill>
                <a:srgbClr val="002060"/>
              </a:solidFill>
              <a:latin typeface="微软雅黑" panose="020B0503020204020204" pitchFamily="34" charset="-122"/>
              <a:ea typeface="微软雅黑" panose="020B0503020204020204" pitchFamily="34" charset="-122"/>
            </a:endParaRPr>
          </a:p>
          <a:p>
            <a:pPr marL="342900" indent="-342900">
              <a:lnSpc>
                <a:spcPts val="38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sym typeface="+mn-ea"/>
              </a:rPr>
              <a:t>会计利润</a:t>
            </a:r>
            <a:r>
              <a:rPr lang="zh-CN" altLang="en-US" sz="2400" smtClean="0">
                <a:solidFill>
                  <a:srgbClr val="002060"/>
                </a:solidFill>
                <a:latin typeface="微软雅黑" panose="020B0503020204020204" pitchFamily="34" charset="-122"/>
                <a:ea typeface="微软雅黑" panose="020B0503020204020204" pitchFamily="34" charset="-122"/>
                <a:sym typeface="+mn-ea"/>
              </a:rPr>
              <a:t>未</a:t>
            </a:r>
            <a:r>
              <a:rPr sz="2400" smtClean="0">
                <a:solidFill>
                  <a:srgbClr val="002060"/>
                </a:solidFill>
                <a:latin typeface="微软雅黑" panose="020B0503020204020204" pitchFamily="34" charset="-122"/>
                <a:ea typeface="微软雅黑" panose="020B0503020204020204" pitchFamily="34" charset="-122"/>
                <a:sym typeface="+mn-ea"/>
              </a:rPr>
              <a:t>考虑</a:t>
            </a:r>
            <a:r>
              <a:rPr lang="zh-CN" sz="2400">
                <a:solidFill>
                  <a:srgbClr val="002060"/>
                </a:solidFill>
                <a:latin typeface="微软雅黑" panose="020B0503020204020204" pitchFamily="34" charset="-122"/>
                <a:ea typeface="微软雅黑" panose="020B0503020204020204" pitchFamily="34" charset="-122"/>
                <a:sym typeface="+mn-ea"/>
              </a:rPr>
              <a:t>隐性</a:t>
            </a:r>
            <a:r>
              <a:rPr sz="2400">
                <a:solidFill>
                  <a:srgbClr val="002060"/>
                </a:solidFill>
                <a:latin typeface="微软雅黑" panose="020B0503020204020204" pitchFamily="34" charset="-122"/>
                <a:ea typeface="微软雅黑" panose="020B0503020204020204" pitchFamily="34" charset="-122"/>
                <a:sym typeface="+mn-ea"/>
              </a:rPr>
              <a:t>成本，</a:t>
            </a:r>
            <a:r>
              <a:rPr lang="zh-CN" sz="2400">
                <a:solidFill>
                  <a:srgbClr val="002060"/>
                </a:solidFill>
                <a:latin typeface="微软雅黑" panose="020B0503020204020204" pitchFamily="34" charset="-122"/>
                <a:ea typeface="微软雅黑" panose="020B0503020204020204" pitchFamily="34" charset="-122"/>
                <a:sym typeface="+mn-ea"/>
              </a:rPr>
              <a:t>因此会计</a:t>
            </a:r>
            <a:r>
              <a:rPr sz="2400">
                <a:solidFill>
                  <a:srgbClr val="002060"/>
                </a:solidFill>
                <a:latin typeface="微软雅黑" panose="020B0503020204020204" pitchFamily="34" charset="-122"/>
                <a:ea typeface="微软雅黑" panose="020B0503020204020204" pitchFamily="34" charset="-122"/>
                <a:sym typeface="+mn-ea"/>
              </a:rPr>
              <a:t>利润</a:t>
            </a:r>
            <a:r>
              <a:rPr lang="zh-CN" sz="2400">
                <a:solidFill>
                  <a:srgbClr val="002060"/>
                </a:solidFill>
                <a:latin typeface="微软雅黑" panose="020B0503020204020204" pitchFamily="34" charset="-122"/>
                <a:ea typeface="微软雅黑" panose="020B0503020204020204" pitchFamily="34" charset="-122"/>
                <a:sym typeface="+mn-ea"/>
              </a:rPr>
              <a:t>要大于经济利润</a:t>
            </a:r>
            <a:endParaRPr lang="zh-CN" sz="2400">
              <a:solidFill>
                <a:srgbClr val="00206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20890" cy="467995"/>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习题：经济</a:t>
            </a:r>
            <a:r>
              <a:rPr lang="zh-CN" altLang="en-US" sz="3200">
                <a:latin typeface="华光中雅_CNKI" panose="02000500000000000000" pitchFamily="2" charset="-122"/>
                <a:ea typeface="华光中雅_CNKI" panose="02000500000000000000" pitchFamily="2" charset="-122"/>
              </a:rPr>
              <a:t>利润与会计</a:t>
            </a:r>
            <a:r>
              <a:rPr lang="zh-CN" altLang="en-US" sz="3200" smtClean="0">
                <a:latin typeface="华光中雅_CNKI" panose="02000500000000000000" pitchFamily="2" charset="-122"/>
                <a:ea typeface="华光中雅_CNKI" panose="02000500000000000000" pitchFamily="2" charset="-122"/>
              </a:rPr>
              <a:t>利润</a:t>
            </a:r>
            <a:endParaRPr lang="zh-CN" altLang="en-US" sz="320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467544" y="1340768"/>
            <a:ext cx="8280920" cy="2527935"/>
          </a:xfrm>
          <a:prstGeom prst="rect">
            <a:avLst/>
          </a:prstGeom>
          <a:noFill/>
        </p:spPr>
        <p:txBody>
          <a:bodyPr wrap="square" rtlCol="0">
            <a:spAutoFit/>
          </a:bodyPr>
          <a:lstStyle/>
          <a:p>
            <a:pPr indent="0">
              <a:lnSpc>
                <a:spcPts val="3800"/>
              </a:lnSpc>
              <a:buFont typeface="Arial" panose="020B0604020202020204" pitchFamily="34" charset="0"/>
              <a:buNone/>
            </a:pPr>
            <a:r>
              <a:rPr sz="2800" smtClean="0">
                <a:solidFill>
                  <a:schemeClr val="tx1"/>
                </a:solidFill>
                <a:latin typeface="微软雅黑" panose="020B0503020204020204" pitchFamily="34" charset="-122"/>
                <a:ea typeface="微软雅黑" panose="020B0503020204020204" pitchFamily="34" charset="-122"/>
              </a:rPr>
              <a:t>办公室的均衡租金上涨了500</a:t>
            </a:r>
            <a:r>
              <a:rPr lang="zh-CN" altLang="en-US" sz="2800" smtClean="0">
                <a:solidFill>
                  <a:schemeClr val="tx1"/>
                </a:solidFill>
                <a:latin typeface="微软雅黑" panose="020B0503020204020204" pitchFamily="34" charset="-122"/>
                <a:ea typeface="微软雅黑" panose="020B0503020204020204" pitchFamily="34" charset="-122"/>
              </a:rPr>
              <a:t>元</a:t>
            </a:r>
            <a:r>
              <a:rPr sz="2800" smtClean="0">
                <a:solidFill>
                  <a:schemeClr val="tx1"/>
                </a:solidFill>
                <a:latin typeface="微软雅黑" panose="020B0503020204020204" pitchFamily="34" charset="-122"/>
                <a:ea typeface="微软雅黑" panose="020B0503020204020204" pitchFamily="34" charset="-122"/>
              </a:rPr>
              <a:t>/</a:t>
            </a:r>
            <a:r>
              <a:rPr sz="2800">
                <a:solidFill>
                  <a:schemeClr val="tx1"/>
                </a:solidFill>
                <a:latin typeface="微软雅黑" panose="020B0503020204020204" pitchFamily="34" charset="-122"/>
                <a:ea typeface="微软雅黑" panose="020B0503020204020204" pitchFamily="34" charset="-122"/>
              </a:rPr>
              <a:t>每月</a:t>
            </a:r>
            <a:endParaRPr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endParaRPr lang="en-US" sz="2800" smtClean="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sz="2800" smtClean="0">
                <a:solidFill>
                  <a:schemeClr val="tx1"/>
                </a:solidFill>
                <a:latin typeface="微软雅黑" panose="020B0503020204020204" pitchFamily="34" charset="-122"/>
                <a:ea typeface="微软雅黑" panose="020B0503020204020204" pitchFamily="34" charset="-122"/>
              </a:rPr>
              <a:t>在以下情形，</a:t>
            </a:r>
            <a:r>
              <a:rPr lang="zh-CN" altLang="en-US" sz="2800">
                <a:latin typeface="微软雅黑" panose="020B0503020204020204" pitchFamily="34" charset="-122"/>
                <a:ea typeface="微软雅黑" panose="020B0503020204020204" pitchFamily="34" charset="-122"/>
              </a:rPr>
              <a:t>分析</a:t>
            </a:r>
            <a:r>
              <a:rPr sz="2800" smtClean="0">
                <a:solidFill>
                  <a:schemeClr val="tx1"/>
                </a:solidFill>
                <a:latin typeface="微软雅黑" panose="020B0503020204020204" pitchFamily="34" charset="-122"/>
                <a:ea typeface="微软雅黑" panose="020B0503020204020204" pitchFamily="34" charset="-122"/>
              </a:rPr>
              <a:t>对会计利润与经济利润的影响</a:t>
            </a:r>
            <a:r>
              <a:rPr lang="zh-CN" sz="2800">
                <a:solidFill>
                  <a:schemeClr val="tx1"/>
                </a:solidFill>
                <a:latin typeface="微软雅黑" panose="020B0503020204020204" pitchFamily="34" charset="-122"/>
                <a:ea typeface="微软雅黑" panose="020B0503020204020204" pitchFamily="34" charset="-122"/>
              </a:rPr>
              <a:t>：</a:t>
            </a:r>
            <a:endParaRPr lang="zh-CN"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sz="2800">
                <a:solidFill>
                  <a:schemeClr val="tx1"/>
                </a:solidFill>
                <a:latin typeface="微软雅黑" panose="020B0503020204020204" pitchFamily="34" charset="-122"/>
                <a:ea typeface="微软雅黑" panose="020B0503020204020204" pitchFamily="34" charset="-122"/>
              </a:rPr>
              <a:t>a. </a:t>
            </a:r>
            <a:r>
              <a:rPr sz="2800" smtClean="0">
                <a:solidFill>
                  <a:schemeClr val="tx1"/>
                </a:solidFill>
                <a:latin typeface="微软雅黑" panose="020B0503020204020204" pitchFamily="34" charset="-122"/>
                <a:ea typeface="微软雅黑" panose="020B0503020204020204" pitchFamily="34" charset="-122"/>
              </a:rPr>
              <a:t>你</a:t>
            </a:r>
            <a:r>
              <a:rPr lang="zh-CN" altLang="en-US" sz="2800" smtClean="0">
                <a:solidFill>
                  <a:schemeClr val="tx1"/>
                </a:solidFill>
                <a:latin typeface="微软雅黑" panose="020B0503020204020204" pitchFamily="34" charset="-122"/>
                <a:ea typeface="微软雅黑" panose="020B0503020204020204" pitchFamily="34" charset="-122"/>
              </a:rPr>
              <a:t>是租户</a:t>
            </a:r>
            <a:endParaRPr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lang="en-US" sz="2800">
                <a:solidFill>
                  <a:schemeClr val="tx1"/>
                </a:solidFill>
                <a:latin typeface="微软雅黑" panose="020B0503020204020204" pitchFamily="34" charset="-122"/>
                <a:ea typeface="微软雅黑" panose="020B0503020204020204" pitchFamily="34" charset="-122"/>
              </a:rPr>
              <a:t>b.</a:t>
            </a:r>
            <a:r>
              <a:rPr sz="2800">
                <a:solidFill>
                  <a:schemeClr val="tx1"/>
                </a:solidFill>
                <a:latin typeface="微软雅黑" panose="020B0503020204020204" pitchFamily="34" charset="-122"/>
                <a:ea typeface="微软雅黑" panose="020B0503020204020204" pitchFamily="34" charset="-122"/>
              </a:rPr>
              <a:t> </a:t>
            </a:r>
            <a:r>
              <a:rPr sz="2800" smtClean="0">
                <a:solidFill>
                  <a:schemeClr val="tx1"/>
                </a:solidFill>
                <a:latin typeface="微软雅黑" panose="020B0503020204020204" pitchFamily="34" charset="-122"/>
                <a:ea typeface="微软雅黑" panose="020B0503020204020204" pitchFamily="34" charset="-122"/>
              </a:rPr>
              <a:t>你</a:t>
            </a:r>
            <a:r>
              <a:rPr lang="zh-CN" altLang="en-US" sz="2800" smtClean="0">
                <a:solidFill>
                  <a:schemeClr val="tx1"/>
                </a:solidFill>
                <a:latin typeface="微软雅黑" panose="020B0503020204020204" pitchFamily="34" charset="-122"/>
                <a:ea typeface="微软雅黑" panose="020B0503020204020204" pitchFamily="34" charset="-122"/>
              </a:rPr>
              <a:t>是业主</a:t>
            </a:r>
            <a:endParaRPr sz="28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down)">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down)">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wipe(down)">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20890" cy="467995"/>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习题：答案</a:t>
            </a:r>
            <a:endParaRPr lang="en-US" altLang="zh-CN" sz="320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467544" y="1340768"/>
            <a:ext cx="8280920" cy="3989705"/>
          </a:xfrm>
          <a:prstGeom prst="rect">
            <a:avLst/>
          </a:prstGeom>
          <a:noFill/>
        </p:spPr>
        <p:txBody>
          <a:bodyPr wrap="square" rtlCol="0">
            <a:spAutoFit/>
          </a:bodyPr>
          <a:lstStyle/>
          <a:p>
            <a:pPr indent="0">
              <a:lnSpc>
                <a:spcPts val="3800"/>
              </a:lnSpc>
              <a:buFont typeface="Arial" panose="020B0604020202020204" pitchFamily="34" charset="0"/>
              <a:buNone/>
            </a:pPr>
            <a:r>
              <a:rPr sz="2800" smtClean="0">
                <a:solidFill>
                  <a:schemeClr val="tx1"/>
                </a:solidFill>
                <a:latin typeface="微软雅黑" panose="020B0503020204020204" pitchFamily="34" charset="-122"/>
                <a:ea typeface="微软雅黑" panose="020B0503020204020204" pitchFamily="34" charset="-122"/>
              </a:rPr>
              <a:t>办公室的均衡租金上涨了500</a:t>
            </a:r>
            <a:r>
              <a:rPr sz="2800">
                <a:solidFill>
                  <a:schemeClr val="tx1"/>
                </a:solidFill>
                <a:latin typeface="微软雅黑" panose="020B0503020204020204" pitchFamily="34" charset="-122"/>
                <a:ea typeface="微软雅黑" panose="020B0503020204020204" pitchFamily="34" charset="-122"/>
              </a:rPr>
              <a:t>/每月</a:t>
            </a:r>
            <a:endParaRPr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sz="2800">
                <a:solidFill>
                  <a:schemeClr val="tx1"/>
                </a:solidFill>
                <a:latin typeface="微软雅黑" panose="020B0503020204020204" pitchFamily="34" charset="-122"/>
                <a:ea typeface="微软雅黑" panose="020B0503020204020204" pitchFamily="34" charset="-122"/>
              </a:rPr>
              <a:t>a.</a:t>
            </a:r>
            <a:r>
              <a:rPr sz="2800" smtClean="0">
                <a:solidFill>
                  <a:schemeClr val="tx1"/>
                </a:solidFill>
                <a:latin typeface="微软雅黑" panose="020B0503020204020204" pitchFamily="34" charset="-122"/>
                <a:ea typeface="微软雅黑" panose="020B0503020204020204" pitchFamily="34" charset="-122"/>
              </a:rPr>
              <a:t>你</a:t>
            </a:r>
            <a:r>
              <a:rPr lang="zh-CN" altLang="en-US" sz="2800" smtClean="0">
                <a:solidFill>
                  <a:schemeClr val="tx1"/>
                </a:solidFill>
                <a:latin typeface="微软雅黑" panose="020B0503020204020204" pitchFamily="34" charset="-122"/>
                <a:ea typeface="微软雅黑" panose="020B0503020204020204" pitchFamily="34" charset="-122"/>
              </a:rPr>
              <a:t>是租户</a:t>
            </a:r>
            <a:endParaRPr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lang="en-US" sz="2800" smtClean="0">
                <a:solidFill>
                  <a:srgbClr val="FF0000"/>
                </a:solidFill>
                <a:latin typeface="微软雅黑" panose="020B0503020204020204" pitchFamily="34" charset="-122"/>
                <a:ea typeface="微软雅黑" panose="020B0503020204020204" pitchFamily="34" charset="-122"/>
              </a:rPr>
              <a:t>        </a:t>
            </a:r>
            <a:r>
              <a:rPr sz="2800" smtClean="0">
                <a:solidFill>
                  <a:srgbClr val="FF0000"/>
                </a:solidFill>
                <a:latin typeface="微软雅黑" panose="020B0503020204020204" pitchFamily="34" charset="-122"/>
                <a:ea typeface="微软雅黑" panose="020B0503020204020204" pitchFamily="34" charset="-122"/>
              </a:rPr>
              <a:t>显性成本增加了500</a:t>
            </a:r>
            <a:r>
              <a:rPr sz="2800">
                <a:solidFill>
                  <a:srgbClr val="FF0000"/>
                </a:solidFill>
                <a:latin typeface="微软雅黑" panose="020B0503020204020204" pitchFamily="34" charset="-122"/>
                <a:ea typeface="微软雅黑" panose="020B0503020204020204" pitchFamily="34" charset="-122"/>
              </a:rPr>
              <a:t>/每月。</a:t>
            </a:r>
            <a:r>
              <a:rPr sz="2800" smtClean="0">
                <a:solidFill>
                  <a:srgbClr val="FF0000"/>
                </a:solidFill>
                <a:latin typeface="微软雅黑" panose="020B0503020204020204" pitchFamily="34" charset="-122"/>
                <a:ea typeface="微软雅黑" panose="020B0503020204020204" pitchFamily="34" charset="-122"/>
              </a:rPr>
              <a:t>会计利润与经济利润都减少了500</a:t>
            </a:r>
            <a:r>
              <a:rPr sz="2800">
                <a:solidFill>
                  <a:srgbClr val="FF0000"/>
                </a:solidFill>
                <a:latin typeface="微软雅黑" panose="020B0503020204020204" pitchFamily="34" charset="-122"/>
                <a:ea typeface="微软雅黑" panose="020B0503020204020204" pitchFamily="34" charset="-122"/>
              </a:rPr>
              <a:t>/每</a:t>
            </a:r>
            <a:r>
              <a:rPr lang="zh-CN" sz="2800">
                <a:solidFill>
                  <a:srgbClr val="FF0000"/>
                </a:solidFill>
                <a:latin typeface="微软雅黑" panose="020B0503020204020204" pitchFamily="34" charset="-122"/>
                <a:ea typeface="微软雅黑" panose="020B0503020204020204" pitchFamily="34" charset="-122"/>
              </a:rPr>
              <a:t>月</a:t>
            </a:r>
            <a:endParaRPr lang="zh-CN"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sz="2800">
                <a:solidFill>
                  <a:schemeClr val="tx1"/>
                </a:solidFill>
                <a:latin typeface="微软雅黑" panose="020B0503020204020204" pitchFamily="34" charset="-122"/>
                <a:ea typeface="微软雅黑" panose="020B0503020204020204" pitchFamily="34" charset="-122"/>
              </a:rPr>
              <a:t>b.</a:t>
            </a:r>
            <a:r>
              <a:rPr sz="2800" smtClean="0">
                <a:solidFill>
                  <a:schemeClr val="tx1"/>
                </a:solidFill>
                <a:latin typeface="微软雅黑" panose="020B0503020204020204" pitchFamily="34" charset="-122"/>
                <a:ea typeface="微软雅黑" panose="020B0503020204020204" pitchFamily="34" charset="-122"/>
              </a:rPr>
              <a:t>你</a:t>
            </a:r>
            <a:r>
              <a:rPr lang="zh-CN" altLang="en-US" sz="2800" smtClean="0">
                <a:solidFill>
                  <a:schemeClr val="tx1"/>
                </a:solidFill>
                <a:latin typeface="微软雅黑" panose="020B0503020204020204" pitchFamily="34" charset="-122"/>
                <a:ea typeface="微软雅黑" panose="020B0503020204020204" pitchFamily="34" charset="-122"/>
              </a:rPr>
              <a:t>是业主</a:t>
            </a:r>
            <a:r>
              <a:rPr sz="2800" smtClean="0">
                <a:solidFill>
                  <a:schemeClr val="tx1"/>
                </a:solidFill>
                <a:latin typeface="微软雅黑" panose="020B0503020204020204" pitchFamily="34" charset="-122"/>
                <a:ea typeface="微软雅黑" panose="020B0503020204020204" pitchFamily="34" charset="-122"/>
              </a:rPr>
              <a:t> </a:t>
            </a:r>
            <a:endParaRPr sz="2800">
              <a:solidFill>
                <a:schemeClr val="tx1"/>
              </a:solidFill>
              <a:latin typeface="微软雅黑" panose="020B0503020204020204" pitchFamily="34" charset="-122"/>
              <a:ea typeface="微软雅黑" panose="020B0503020204020204" pitchFamily="34" charset="-122"/>
            </a:endParaRPr>
          </a:p>
          <a:p>
            <a:pPr indent="0">
              <a:lnSpc>
                <a:spcPts val="3800"/>
              </a:lnSpc>
              <a:buFont typeface="Arial" panose="020B0604020202020204" pitchFamily="34" charset="0"/>
              <a:buNone/>
            </a:pPr>
            <a:r>
              <a:rPr lang="en-US" sz="2800" smtClean="0">
                <a:solidFill>
                  <a:srgbClr val="FF0000"/>
                </a:solidFill>
                <a:latin typeface="微软雅黑" panose="020B0503020204020204" pitchFamily="34" charset="-122"/>
                <a:ea typeface="微软雅黑" panose="020B0503020204020204" pitchFamily="34" charset="-122"/>
              </a:rPr>
              <a:t>        </a:t>
            </a:r>
            <a:r>
              <a:rPr sz="2800" smtClean="0">
                <a:solidFill>
                  <a:srgbClr val="FF0000"/>
                </a:solidFill>
                <a:latin typeface="微软雅黑" panose="020B0503020204020204" pitchFamily="34" charset="-122"/>
                <a:ea typeface="微软雅黑" panose="020B0503020204020204" pitchFamily="34" charset="-122"/>
              </a:rPr>
              <a:t>显性成本没有变化</a:t>
            </a:r>
            <a:r>
              <a:rPr sz="2800">
                <a:solidFill>
                  <a:srgbClr val="FF0000"/>
                </a:solidFill>
                <a:latin typeface="微软雅黑" panose="020B0503020204020204" pitchFamily="34" charset="-122"/>
                <a:ea typeface="微软雅黑" panose="020B0503020204020204" pitchFamily="34" charset="-122"/>
              </a:rPr>
              <a:t>，因此会计利润也不会变。</a:t>
            </a:r>
            <a:r>
              <a:rPr sz="2800" smtClean="0">
                <a:solidFill>
                  <a:srgbClr val="FF0000"/>
                </a:solidFill>
                <a:latin typeface="微软雅黑" panose="020B0503020204020204" pitchFamily="34" charset="-122"/>
                <a:ea typeface="微软雅黑" panose="020B0503020204020204" pitchFamily="34" charset="-122"/>
              </a:rPr>
              <a:t>隐性成本增加了500</a:t>
            </a:r>
            <a:r>
              <a:rPr sz="2800">
                <a:solidFill>
                  <a:srgbClr val="FF0000"/>
                </a:solidFill>
                <a:latin typeface="微软雅黑" panose="020B0503020204020204" pitchFamily="34" charset="-122"/>
                <a:ea typeface="微软雅黑" panose="020B0503020204020204" pitchFamily="34" charset="-122"/>
              </a:rPr>
              <a:t>/每月 (</a:t>
            </a:r>
            <a:r>
              <a:rPr sz="2800" smtClean="0">
                <a:solidFill>
                  <a:srgbClr val="FF0000"/>
                </a:solidFill>
                <a:latin typeface="华光楷体一_CNKI" panose="02000500000000000000" charset="-122"/>
                <a:ea typeface="华光楷体一_CNKI" panose="02000500000000000000" charset="-122"/>
              </a:rPr>
              <a:t>使用办公室的机会成本是租用它的价格</a:t>
            </a:r>
            <a:r>
              <a:rPr sz="2800">
                <a:solidFill>
                  <a:srgbClr val="FF0000"/>
                </a:solidFill>
                <a:latin typeface="微软雅黑" panose="020B0503020204020204" pitchFamily="34" charset="-122"/>
                <a:ea typeface="微软雅黑" panose="020B0503020204020204" pitchFamily="34" charset="-122"/>
              </a:rPr>
              <a:t>) ，</a:t>
            </a:r>
            <a:r>
              <a:rPr sz="2800" smtClean="0">
                <a:solidFill>
                  <a:srgbClr val="FF0000"/>
                </a:solidFill>
                <a:latin typeface="微软雅黑" panose="020B0503020204020204" pitchFamily="34" charset="-122"/>
                <a:ea typeface="微软雅黑" panose="020B0503020204020204" pitchFamily="34" charset="-122"/>
              </a:rPr>
              <a:t>因此经济利润减少500</a:t>
            </a:r>
            <a:r>
              <a:rPr sz="2800">
                <a:solidFill>
                  <a:srgbClr val="FF0000"/>
                </a:solidFill>
                <a:latin typeface="微软雅黑" panose="020B0503020204020204" pitchFamily="34" charset="-122"/>
                <a:ea typeface="微软雅黑" panose="020B0503020204020204" pitchFamily="34" charset="-122"/>
              </a:rPr>
              <a:t>/每月</a:t>
            </a:r>
            <a:endParaRPr sz="280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8084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生产函数</a:t>
            </a:r>
            <a:endParaRPr sz="320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611307" y="1412776"/>
            <a:ext cx="7920880" cy="40614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sz="2800">
                <a:solidFill>
                  <a:srgbClr val="FF0000"/>
                </a:solidFill>
                <a:latin typeface="微软雅黑" panose="020B0503020204020204" pitchFamily="34" charset="-122"/>
                <a:ea typeface="微软雅黑" panose="020B0503020204020204" pitchFamily="34" charset="-122"/>
              </a:rPr>
              <a:t>生产函数: </a:t>
            </a:r>
            <a:r>
              <a:rPr sz="2400">
                <a:latin typeface="微软雅黑" panose="020B0503020204020204" pitchFamily="34" charset="-122"/>
                <a:ea typeface="微软雅黑" panose="020B0503020204020204" pitchFamily="34" charset="-122"/>
              </a:rPr>
              <a:t>用于生产一种物品的</a:t>
            </a:r>
            <a:r>
              <a:rPr sz="2400">
                <a:solidFill>
                  <a:srgbClr val="FF0000"/>
                </a:solidFill>
                <a:latin typeface="微软雅黑" panose="020B0503020204020204" pitchFamily="34" charset="-122"/>
                <a:ea typeface="微软雅黑" panose="020B0503020204020204" pitchFamily="34" charset="-122"/>
              </a:rPr>
              <a:t>投入量</a:t>
            </a:r>
            <a:r>
              <a:rPr sz="2400">
                <a:latin typeface="微软雅黑" panose="020B0503020204020204" pitchFamily="34" charset="-122"/>
                <a:ea typeface="微软雅黑" panose="020B0503020204020204" pitchFamily="34" charset="-122"/>
              </a:rPr>
              <a:t>与该物品</a:t>
            </a:r>
            <a:r>
              <a:rPr sz="2400">
                <a:solidFill>
                  <a:srgbClr val="FF0000"/>
                </a:solidFill>
                <a:latin typeface="微软雅黑" panose="020B0503020204020204" pitchFamily="34" charset="-122"/>
                <a:ea typeface="微软雅黑" panose="020B0503020204020204" pitchFamily="34" charset="-122"/>
              </a:rPr>
              <a:t>产量</a:t>
            </a:r>
            <a:r>
              <a:rPr sz="2400">
                <a:latin typeface="微软雅黑" panose="020B0503020204020204" pitchFamily="34" charset="-122"/>
                <a:ea typeface="微软雅黑" panose="020B0503020204020204" pitchFamily="34" charset="-122"/>
              </a:rPr>
              <a:t>之间的关系</a:t>
            </a:r>
            <a:endParaRPr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sz="2400">
                <a:latin typeface="微软雅黑" panose="020B0503020204020204" pitchFamily="34" charset="-122"/>
                <a:ea typeface="微软雅黑" panose="020B0503020204020204" pitchFamily="34" charset="-122"/>
              </a:rPr>
              <a:t>它能用</a:t>
            </a:r>
            <a:r>
              <a:rPr sz="2400" u="sng">
                <a:latin typeface="微软雅黑" panose="020B0503020204020204" pitchFamily="34" charset="-122"/>
                <a:ea typeface="微软雅黑" panose="020B0503020204020204" pitchFamily="34" charset="-122"/>
              </a:rPr>
              <a:t>表格</a:t>
            </a:r>
            <a:r>
              <a:rPr sz="2400">
                <a:latin typeface="微软雅黑" panose="020B0503020204020204" pitchFamily="34" charset="-122"/>
                <a:ea typeface="微软雅黑" panose="020B0503020204020204" pitchFamily="34" charset="-122"/>
              </a:rPr>
              <a:t>，</a:t>
            </a:r>
            <a:r>
              <a:rPr sz="2400" u="sng">
                <a:latin typeface="微软雅黑" panose="020B0503020204020204" pitchFamily="34" charset="-122"/>
                <a:ea typeface="微软雅黑" panose="020B0503020204020204" pitchFamily="34" charset="-122"/>
              </a:rPr>
              <a:t>方程式</a:t>
            </a:r>
            <a:r>
              <a:rPr sz="2400">
                <a:latin typeface="微软雅黑" panose="020B0503020204020204" pitchFamily="34" charset="-122"/>
                <a:ea typeface="微软雅黑" panose="020B0503020204020204" pitchFamily="34" charset="-122"/>
              </a:rPr>
              <a:t>或者</a:t>
            </a:r>
            <a:r>
              <a:rPr sz="2400" u="sng">
                <a:latin typeface="微软雅黑" panose="020B0503020204020204" pitchFamily="34" charset="-122"/>
                <a:ea typeface="微软雅黑" panose="020B0503020204020204" pitchFamily="34" charset="-122"/>
              </a:rPr>
              <a:t>图形</a:t>
            </a:r>
            <a:r>
              <a:rPr sz="2400">
                <a:latin typeface="微软雅黑" panose="020B0503020204020204" pitchFamily="34" charset="-122"/>
                <a:ea typeface="微软雅黑" panose="020B0503020204020204" pitchFamily="34" charset="-122"/>
              </a:rPr>
              <a:t>来表示</a:t>
            </a:r>
            <a:endParaRPr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sz="2400">
                <a:latin typeface="微软雅黑" panose="020B0503020204020204" pitchFamily="34" charset="-122"/>
                <a:ea typeface="微软雅黑" panose="020B0503020204020204" pitchFamily="34" charset="-122"/>
              </a:rPr>
              <a:t>例1:</a:t>
            </a:r>
            <a:endParaRPr sz="2400">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农场主种植小麦</a:t>
            </a:r>
            <a:endParaRPr lang="en-US" sz="2400">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400">
                <a:latin typeface="微软雅黑" panose="020B0503020204020204" pitchFamily="34" charset="-122"/>
                <a:ea typeface="微软雅黑" panose="020B0503020204020204" pitchFamily="34" charset="-122"/>
              </a:rPr>
              <a:t>         </a:t>
            </a:r>
            <a:r>
              <a:rPr sz="2400">
                <a:latin typeface="微软雅黑" panose="020B0503020204020204" pitchFamily="34" charset="-122"/>
                <a:ea typeface="微软雅黑" panose="020B0503020204020204" pitchFamily="34" charset="-122"/>
              </a:rPr>
              <a:t>他有5</a:t>
            </a:r>
            <a:r>
              <a:rPr lang="zh-CN" sz="2400">
                <a:latin typeface="微软雅黑" panose="020B0503020204020204" pitchFamily="34" charset="-122"/>
                <a:ea typeface="微软雅黑" panose="020B0503020204020204" pitchFamily="34" charset="-122"/>
              </a:rPr>
              <a:t>亩土地</a:t>
            </a:r>
            <a:endParaRPr sz="2400">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400">
                <a:latin typeface="微软雅黑" panose="020B0503020204020204" pitchFamily="34" charset="-122"/>
                <a:ea typeface="微软雅黑" panose="020B0503020204020204" pitchFamily="34" charset="-122"/>
              </a:rPr>
              <a:t>         </a:t>
            </a:r>
            <a:r>
              <a:rPr sz="2400">
                <a:latin typeface="微软雅黑" panose="020B0503020204020204" pitchFamily="34" charset="-122"/>
                <a:ea typeface="微软雅黑" panose="020B0503020204020204" pitchFamily="34" charset="-122"/>
              </a:rPr>
              <a:t>他可以雇佣任意数量的工人</a:t>
            </a:r>
            <a:endParaRPr sz="24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down)">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down)">
                                      <p:cBhvr>
                                        <p:cTn id="17" dur="500"/>
                                        <p:tgtEl>
                                          <p:spTgt spid="16">
                                            <p:txEl>
                                              <p:pRg st="2" end="2"/>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16">
                                            <p:txEl>
                                              <p:pRg st="3" end="3"/>
                                            </p:txEl>
                                          </p:spTgt>
                                        </p:tgtEl>
                                        <p:attrNameLst>
                                          <p:attrName>style.visibility</p:attrName>
                                        </p:attrNameLst>
                                      </p:cBhvr>
                                      <p:to>
                                        <p:strVal val="visible"/>
                                      </p:to>
                                    </p:set>
                                    <p:animEffect transition="in" filter="wipe(down)">
                                      <p:cBhvr>
                                        <p:cTn id="20" dur="500"/>
                                        <p:tgtEl>
                                          <p:spTgt spid="16">
                                            <p:txEl>
                                              <p:pRg st="3" end="3"/>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Effect transition="in" filter="wipe(down)">
                                      <p:cBhvr>
                                        <p:cTn id="23" dur="500"/>
                                        <p:tgtEl>
                                          <p:spTgt spid="16">
                                            <p:txEl>
                                              <p:pRg st="4" end="4"/>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16">
                                            <p:txEl>
                                              <p:pRg st="5" end="5"/>
                                            </p:txEl>
                                          </p:spTgt>
                                        </p:tgtEl>
                                        <p:attrNameLst>
                                          <p:attrName>style.visibility</p:attrName>
                                        </p:attrNameLst>
                                      </p:cBhvr>
                                      <p:to>
                                        <p:strVal val="visible"/>
                                      </p:to>
                                    </p:set>
                                    <p:animEffect transition="in" filter="wipe(down)">
                                      <p:cBhvr>
                                        <p:cTn id="26"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4500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例1: 农场主的生产函数</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grpSp>
        <p:nvGrpSpPr>
          <p:cNvPr id="2" name="Group 2"/>
          <p:cNvGrpSpPr>
            <a:grpSpLocks noChangeAspect="1"/>
          </p:cNvGrpSpPr>
          <p:nvPr/>
        </p:nvGrpSpPr>
        <p:grpSpPr bwMode="auto">
          <a:xfrm>
            <a:off x="3968750" y="798513"/>
            <a:ext cx="4900613" cy="5722937"/>
            <a:chOff x="2500" y="503"/>
            <a:chExt cx="3087" cy="3605"/>
          </a:xfrm>
        </p:grpSpPr>
        <p:sp>
          <p:nvSpPr>
            <p:cNvPr id="20561" name="AutoShape 3"/>
            <p:cNvSpPr>
              <a:spLocks noChangeAspect="1" noChangeArrowheads="1" noTextEdit="1"/>
            </p:cNvSpPr>
            <p:nvPr>
              <p:custDataLst>
                <p:tags r:id="rId2"/>
              </p:custDataLst>
            </p:nvPr>
          </p:nvSpPr>
          <p:spPr bwMode="auto">
            <a:xfrm>
              <a:off x="2500" y="503"/>
              <a:ext cx="3087" cy="3605"/>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20562" name="Rectangle 4"/>
            <p:cNvSpPr>
              <a:spLocks noChangeArrowheads="1"/>
            </p:cNvSpPr>
            <p:nvPr>
              <p:custDataLst>
                <p:tags r:id="rId3"/>
              </p:custDataLst>
            </p:nvPr>
          </p:nvSpPr>
          <p:spPr bwMode="auto">
            <a:xfrm>
              <a:off x="3364" y="731"/>
              <a:ext cx="1995" cy="2670"/>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sp>
          <p:nvSpPr>
            <p:cNvPr id="20563" name="Line 5"/>
            <p:cNvSpPr>
              <a:spLocks noChangeShapeType="1"/>
            </p:cNvSpPr>
            <p:nvPr>
              <p:custDataLst>
                <p:tags r:id="rId4"/>
              </p:custDataLst>
            </p:nvPr>
          </p:nvSpPr>
          <p:spPr bwMode="auto">
            <a:xfrm>
              <a:off x="3364" y="731"/>
              <a:ext cx="1" cy="2670"/>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64" name="Line 6"/>
            <p:cNvSpPr>
              <a:spLocks noChangeShapeType="1"/>
            </p:cNvSpPr>
            <p:nvPr>
              <p:custDataLst>
                <p:tags r:id="rId5"/>
              </p:custDataLst>
            </p:nvPr>
          </p:nvSpPr>
          <p:spPr bwMode="auto">
            <a:xfrm>
              <a:off x="3317" y="3401"/>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65" name="Line 7"/>
            <p:cNvSpPr>
              <a:spLocks noChangeShapeType="1"/>
            </p:cNvSpPr>
            <p:nvPr>
              <p:custDataLst>
                <p:tags r:id="rId6"/>
              </p:custDataLst>
            </p:nvPr>
          </p:nvSpPr>
          <p:spPr bwMode="auto">
            <a:xfrm>
              <a:off x="3317" y="2993"/>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66" name="Line 8"/>
            <p:cNvSpPr>
              <a:spLocks noChangeShapeType="1"/>
            </p:cNvSpPr>
            <p:nvPr>
              <p:custDataLst>
                <p:tags r:id="rId7"/>
              </p:custDataLst>
            </p:nvPr>
          </p:nvSpPr>
          <p:spPr bwMode="auto">
            <a:xfrm>
              <a:off x="3317" y="2592"/>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67" name="Line 9"/>
            <p:cNvSpPr>
              <a:spLocks noChangeShapeType="1"/>
            </p:cNvSpPr>
            <p:nvPr>
              <p:custDataLst>
                <p:tags r:id="rId8"/>
              </p:custDataLst>
            </p:nvPr>
          </p:nvSpPr>
          <p:spPr bwMode="auto">
            <a:xfrm>
              <a:off x="3317" y="2184"/>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68" name="Line 10"/>
            <p:cNvSpPr>
              <a:spLocks noChangeShapeType="1"/>
            </p:cNvSpPr>
            <p:nvPr>
              <p:custDataLst>
                <p:tags r:id="rId9"/>
              </p:custDataLst>
            </p:nvPr>
          </p:nvSpPr>
          <p:spPr bwMode="auto">
            <a:xfrm>
              <a:off x="3317" y="1783"/>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69" name="Line 11"/>
            <p:cNvSpPr>
              <a:spLocks noChangeShapeType="1"/>
            </p:cNvSpPr>
            <p:nvPr>
              <p:custDataLst>
                <p:tags r:id="rId10"/>
              </p:custDataLst>
            </p:nvPr>
          </p:nvSpPr>
          <p:spPr bwMode="auto">
            <a:xfrm>
              <a:off x="3317" y="1375"/>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0" name="Line 12"/>
            <p:cNvSpPr>
              <a:spLocks noChangeShapeType="1"/>
            </p:cNvSpPr>
            <p:nvPr>
              <p:custDataLst>
                <p:tags r:id="rId11"/>
              </p:custDataLst>
            </p:nvPr>
          </p:nvSpPr>
          <p:spPr bwMode="auto">
            <a:xfrm>
              <a:off x="3317" y="974"/>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1" name="Line 13"/>
            <p:cNvSpPr>
              <a:spLocks noChangeShapeType="1"/>
            </p:cNvSpPr>
            <p:nvPr>
              <p:custDataLst>
                <p:tags r:id="rId12"/>
              </p:custDataLst>
            </p:nvPr>
          </p:nvSpPr>
          <p:spPr bwMode="auto">
            <a:xfrm>
              <a:off x="3364" y="3401"/>
              <a:ext cx="1995"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2" name="Line 14"/>
            <p:cNvSpPr>
              <a:spLocks noChangeShapeType="1"/>
            </p:cNvSpPr>
            <p:nvPr>
              <p:custDataLst>
                <p:tags r:id="rId13"/>
              </p:custDataLst>
            </p:nvPr>
          </p:nvSpPr>
          <p:spPr bwMode="auto">
            <a:xfrm flipV="1">
              <a:off x="3364"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3" name="Line 15"/>
            <p:cNvSpPr>
              <a:spLocks noChangeShapeType="1"/>
            </p:cNvSpPr>
            <p:nvPr>
              <p:custDataLst>
                <p:tags r:id="rId14"/>
              </p:custDataLst>
            </p:nvPr>
          </p:nvSpPr>
          <p:spPr bwMode="auto">
            <a:xfrm flipV="1">
              <a:off x="3725"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4" name="Line 16"/>
            <p:cNvSpPr>
              <a:spLocks noChangeShapeType="1"/>
            </p:cNvSpPr>
            <p:nvPr>
              <p:custDataLst>
                <p:tags r:id="rId15"/>
              </p:custDataLst>
            </p:nvPr>
          </p:nvSpPr>
          <p:spPr bwMode="auto">
            <a:xfrm flipV="1">
              <a:off x="4087"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5" name="Line 17"/>
            <p:cNvSpPr>
              <a:spLocks noChangeShapeType="1"/>
            </p:cNvSpPr>
            <p:nvPr>
              <p:custDataLst>
                <p:tags r:id="rId16"/>
              </p:custDataLst>
            </p:nvPr>
          </p:nvSpPr>
          <p:spPr bwMode="auto">
            <a:xfrm flipV="1">
              <a:off x="4456"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6" name="Line 18"/>
            <p:cNvSpPr>
              <a:spLocks noChangeShapeType="1"/>
            </p:cNvSpPr>
            <p:nvPr>
              <p:custDataLst>
                <p:tags r:id="rId17"/>
              </p:custDataLst>
            </p:nvPr>
          </p:nvSpPr>
          <p:spPr bwMode="auto">
            <a:xfrm flipV="1">
              <a:off x="4817"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7" name="Line 19"/>
            <p:cNvSpPr>
              <a:spLocks noChangeShapeType="1"/>
            </p:cNvSpPr>
            <p:nvPr>
              <p:custDataLst>
                <p:tags r:id="rId18"/>
              </p:custDataLst>
            </p:nvPr>
          </p:nvSpPr>
          <p:spPr bwMode="auto">
            <a:xfrm flipV="1">
              <a:off x="5178"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0578" name="Rectangle 20"/>
            <p:cNvSpPr>
              <a:spLocks noChangeArrowheads="1"/>
            </p:cNvSpPr>
            <p:nvPr>
              <p:custDataLst>
                <p:tags r:id="rId19"/>
              </p:custDataLst>
            </p:nvPr>
          </p:nvSpPr>
          <p:spPr bwMode="auto">
            <a:xfrm>
              <a:off x="3168" y="3323"/>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20579" name="Rectangle 21"/>
            <p:cNvSpPr>
              <a:spLocks noChangeArrowheads="1"/>
            </p:cNvSpPr>
            <p:nvPr>
              <p:custDataLst>
                <p:tags r:id="rId20"/>
              </p:custDataLst>
            </p:nvPr>
          </p:nvSpPr>
          <p:spPr bwMode="auto">
            <a:xfrm>
              <a:off x="3011" y="2914"/>
              <a:ext cx="243"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500</a:t>
              </a:r>
              <a:endParaRPr lang="en-US">
                <a:latin typeface="Arial" panose="020B0604020202020204"/>
                <a:cs typeface="Arial" panose="020B0604020202020204"/>
              </a:endParaRPr>
            </a:p>
          </p:txBody>
        </p:sp>
        <p:sp>
          <p:nvSpPr>
            <p:cNvPr id="20580" name="Rectangle 22"/>
            <p:cNvSpPr>
              <a:spLocks noChangeArrowheads="1"/>
            </p:cNvSpPr>
            <p:nvPr>
              <p:custDataLst>
                <p:tags r:id="rId21"/>
              </p:custDataLst>
            </p:nvPr>
          </p:nvSpPr>
          <p:spPr bwMode="auto">
            <a:xfrm>
              <a:off x="2893" y="2514"/>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1,000</a:t>
              </a:r>
              <a:endParaRPr lang="en-US">
                <a:latin typeface="Arial" panose="020B0604020202020204"/>
                <a:cs typeface="Arial" panose="020B0604020202020204"/>
              </a:endParaRPr>
            </a:p>
          </p:txBody>
        </p:sp>
        <p:sp>
          <p:nvSpPr>
            <p:cNvPr id="20581" name="Rectangle 23"/>
            <p:cNvSpPr>
              <a:spLocks noChangeArrowheads="1"/>
            </p:cNvSpPr>
            <p:nvPr>
              <p:custDataLst>
                <p:tags r:id="rId22"/>
              </p:custDataLst>
            </p:nvPr>
          </p:nvSpPr>
          <p:spPr bwMode="auto">
            <a:xfrm>
              <a:off x="2893" y="2105"/>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1,500</a:t>
              </a:r>
              <a:endParaRPr lang="en-US">
                <a:latin typeface="Arial" panose="020B0604020202020204"/>
                <a:cs typeface="Arial" panose="020B0604020202020204"/>
              </a:endParaRPr>
            </a:p>
          </p:txBody>
        </p:sp>
        <p:sp>
          <p:nvSpPr>
            <p:cNvPr id="20582" name="Rectangle 24"/>
            <p:cNvSpPr>
              <a:spLocks noChangeArrowheads="1"/>
            </p:cNvSpPr>
            <p:nvPr>
              <p:custDataLst>
                <p:tags r:id="rId23"/>
              </p:custDataLst>
            </p:nvPr>
          </p:nvSpPr>
          <p:spPr bwMode="auto">
            <a:xfrm>
              <a:off x="2893" y="1705"/>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2,000</a:t>
              </a:r>
              <a:endParaRPr lang="en-US">
                <a:latin typeface="Arial" panose="020B0604020202020204"/>
                <a:cs typeface="Arial" panose="020B0604020202020204"/>
              </a:endParaRPr>
            </a:p>
          </p:txBody>
        </p:sp>
        <p:sp>
          <p:nvSpPr>
            <p:cNvPr id="20583" name="Rectangle 25"/>
            <p:cNvSpPr>
              <a:spLocks noChangeArrowheads="1"/>
            </p:cNvSpPr>
            <p:nvPr>
              <p:custDataLst>
                <p:tags r:id="rId24"/>
              </p:custDataLst>
            </p:nvPr>
          </p:nvSpPr>
          <p:spPr bwMode="auto">
            <a:xfrm>
              <a:off x="2893" y="1296"/>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2,500</a:t>
              </a:r>
              <a:endParaRPr lang="en-US">
                <a:latin typeface="Arial" panose="020B0604020202020204"/>
                <a:cs typeface="Arial" panose="020B0604020202020204"/>
              </a:endParaRPr>
            </a:p>
          </p:txBody>
        </p:sp>
        <p:sp>
          <p:nvSpPr>
            <p:cNvPr id="20584" name="Rectangle 26"/>
            <p:cNvSpPr>
              <a:spLocks noChangeArrowheads="1"/>
            </p:cNvSpPr>
            <p:nvPr>
              <p:custDataLst>
                <p:tags r:id="rId25"/>
              </p:custDataLst>
            </p:nvPr>
          </p:nvSpPr>
          <p:spPr bwMode="auto">
            <a:xfrm>
              <a:off x="2893" y="896"/>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3,000</a:t>
              </a:r>
              <a:endParaRPr lang="en-US">
                <a:latin typeface="Arial" panose="020B0604020202020204"/>
                <a:cs typeface="Arial" panose="020B0604020202020204"/>
              </a:endParaRPr>
            </a:p>
          </p:txBody>
        </p:sp>
        <p:sp>
          <p:nvSpPr>
            <p:cNvPr id="20585" name="Rectangle 27"/>
            <p:cNvSpPr>
              <a:spLocks noChangeArrowheads="1"/>
            </p:cNvSpPr>
            <p:nvPr>
              <p:custDataLst>
                <p:tags r:id="rId26"/>
              </p:custDataLst>
            </p:nvPr>
          </p:nvSpPr>
          <p:spPr bwMode="auto">
            <a:xfrm>
              <a:off x="3325"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20586" name="Rectangle 28"/>
            <p:cNvSpPr>
              <a:spLocks noChangeArrowheads="1"/>
            </p:cNvSpPr>
            <p:nvPr>
              <p:custDataLst>
                <p:tags r:id="rId27"/>
              </p:custDataLst>
            </p:nvPr>
          </p:nvSpPr>
          <p:spPr bwMode="auto">
            <a:xfrm>
              <a:off x="3686"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20587" name="Rectangle 29"/>
            <p:cNvSpPr>
              <a:spLocks noChangeArrowheads="1"/>
            </p:cNvSpPr>
            <p:nvPr>
              <p:custDataLst>
                <p:tags r:id="rId28"/>
              </p:custDataLst>
            </p:nvPr>
          </p:nvSpPr>
          <p:spPr bwMode="auto">
            <a:xfrm>
              <a:off x="4047"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20588" name="Rectangle 30"/>
            <p:cNvSpPr>
              <a:spLocks noChangeArrowheads="1"/>
            </p:cNvSpPr>
            <p:nvPr>
              <p:custDataLst>
                <p:tags r:id="rId29"/>
              </p:custDataLst>
            </p:nvPr>
          </p:nvSpPr>
          <p:spPr bwMode="auto">
            <a:xfrm>
              <a:off x="4417"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20589" name="Rectangle 31"/>
            <p:cNvSpPr>
              <a:spLocks noChangeArrowheads="1"/>
            </p:cNvSpPr>
            <p:nvPr>
              <p:custDataLst>
                <p:tags r:id="rId30"/>
              </p:custDataLst>
            </p:nvPr>
          </p:nvSpPr>
          <p:spPr bwMode="auto">
            <a:xfrm>
              <a:off x="4778"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20590" name="Rectangle 32"/>
            <p:cNvSpPr>
              <a:spLocks noChangeArrowheads="1"/>
            </p:cNvSpPr>
            <p:nvPr>
              <p:custDataLst>
                <p:tags r:id="rId31"/>
              </p:custDataLst>
            </p:nvPr>
          </p:nvSpPr>
          <p:spPr bwMode="auto">
            <a:xfrm>
              <a:off x="5139"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20591" name="Rectangle 33"/>
            <p:cNvSpPr>
              <a:spLocks noChangeArrowheads="1"/>
            </p:cNvSpPr>
            <p:nvPr>
              <p:custDataLst>
                <p:tags r:id="rId32"/>
              </p:custDataLst>
            </p:nvPr>
          </p:nvSpPr>
          <p:spPr bwMode="auto">
            <a:xfrm>
              <a:off x="3835" y="3778"/>
              <a:ext cx="764" cy="184"/>
            </a:xfrm>
            <a:prstGeom prst="rect">
              <a:avLst/>
            </a:prstGeom>
            <a:noFill/>
            <a:ln w="9525">
              <a:noFill/>
              <a:miter lim="800000"/>
            </a:ln>
          </p:spPr>
          <p:txBody>
            <a:bodyPr wrap="none" lIns="0" tIns="0" rIns="0" bIns="0">
              <a:spAutoFit/>
            </a:bodyPr>
            <a:lstStyle/>
            <a:p>
              <a:pPr algn="l"/>
              <a:r>
                <a:rPr lang="en-US" sz="1900" b="1">
                  <a:solidFill>
                    <a:srgbClr val="000000"/>
                  </a:solidFill>
                  <a:latin typeface="Arial" panose="020B0604020202020204"/>
                  <a:cs typeface="Arial" panose="020B0604020202020204"/>
                </a:rPr>
                <a:t>工人的数量</a:t>
              </a:r>
              <a:endParaRPr lang="en-US" sz="1900" b="1">
                <a:solidFill>
                  <a:srgbClr val="000000"/>
                </a:solidFill>
                <a:latin typeface="Arial" panose="020B0604020202020204"/>
                <a:cs typeface="Arial" panose="020B0604020202020204"/>
              </a:endParaRPr>
            </a:p>
          </p:txBody>
        </p:sp>
        <p:sp>
          <p:nvSpPr>
            <p:cNvPr id="20592" name="Rectangle 34"/>
            <p:cNvSpPr>
              <a:spLocks noChangeArrowheads="1"/>
            </p:cNvSpPr>
            <p:nvPr>
              <p:custDataLst>
                <p:tags r:id="rId33"/>
              </p:custDataLst>
            </p:nvPr>
          </p:nvSpPr>
          <p:spPr bwMode="auto">
            <a:xfrm rot="16200000">
              <a:off x="2000" y="2225"/>
              <a:ext cx="1315" cy="184"/>
            </a:xfrm>
            <a:prstGeom prst="rect">
              <a:avLst/>
            </a:prstGeom>
            <a:noFill/>
            <a:ln w="9525">
              <a:noFill/>
              <a:miter lim="800000"/>
            </a:ln>
          </p:spPr>
          <p:txBody>
            <a:bodyPr wrap="none" lIns="0" tIns="0" rIns="0" bIns="0">
              <a:spAutoFit/>
            </a:bodyPr>
            <a:lstStyle/>
            <a:p>
              <a:pPr algn="ctr"/>
              <a:r>
                <a:rPr lang="en-US" sz="1900" b="1">
                  <a:solidFill>
                    <a:srgbClr val="000000"/>
                  </a:solidFill>
                  <a:latin typeface="Arial" panose="020B0604020202020204"/>
                  <a:cs typeface="Arial" panose="020B0604020202020204"/>
                </a:rPr>
                <a:t>             </a:t>
              </a:r>
              <a:r>
                <a:rPr lang="zh-CN" altLang="en-US" sz="1900" b="1">
                  <a:solidFill>
                    <a:srgbClr val="000000"/>
                  </a:solidFill>
                  <a:latin typeface="Arial" panose="020B0604020202020204"/>
                  <a:cs typeface="Arial" panose="020B0604020202020204"/>
                </a:rPr>
                <a:t>产出的数量</a:t>
              </a:r>
              <a:endParaRPr lang="en-US">
                <a:latin typeface="Arial" panose="020B0604020202020204"/>
                <a:cs typeface="Arial" panose="020B0604020202020204"/>
              </a:endParaRPr>
            </a:p>
          </p:txBody>
        </p:sp>
      </p:grpSp>
      <p:grpSp>
        <p:nvGrpSpPr>
          <p:cNvPr id="3" name="Group 36"/>
          <p:cNvGrpSpPr/>
          <p:nvPr/>
        </p:nvGrpSpPr>
        <p:grpSpPr bwMode="auto">
          <a:xfrm>
            <a:off x="333375" y="5646738"/>
            <a:ext cx="2349500" cy="581025"/>
            <a:chOff x="210" y="3557"/>
            <a:chExt cx="1480" cy="366"/>
          </a:xfrm>
        </p:grpSpPr>
        <p:sp>
          <p:nvSpPr>
            <p:cNvPr id="20559" name="Rectangle 37"/>
            <p:cNvSpPr>
              <a:spLocks noChangeArrowheads="1"/>
            </p:cNvSpPr>
            <p:nvPr>
              <p:custDataLst>
                <p:tags r:id="rId34"/>
              </p:custDataLst>
            </p:nvPr>
          </p:nvSpPr>
          <p:spPr bwMode="auto">
            <a:xfrm>
              <a:off x="958" y="3557"/>
              <a:ext cx="732" cy="366"/>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0560" name="Rectangle 38"/>
            <p:cNvSpPr>
              <a:spLocks noChangeArrowheads="1"/>
            </p:cNvSpPr>
            <p:nvPr>
              <p:custDataLst>
                <p:tags r:id="rId35"/>
              </p:custDataLst>
            </p:nvPr>
          </p:nvSpPr>
          <p:spPr bwMode="auto">
            <a:xfrm>
              <a:off x="210" y="3557"/>
              <a:ext cx="748" cy="366"/>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grpSp>
      <p:grpSp>
        <p:nvGrpSpPr>
          <p:cNvPr id="4" name="Group 39"/>
          <p:cNvGrpSpPr/>
          <p:nvPr/>
        </p:nvGrpSpPr>
        <p:grpSpPr bwMode="auto">
          <a:xfrm>
            <a:off x="333375" y="5065713"/>
            <a:ext cx="2349500" cy="581025"/>
            <a:chOff x="210" y="3191"/>
            <a:chExt cx="1480" cy="366"/>
          </a:xfrm>
        </p:grpSpPr>
        <p:sp>
          <p:nvSpPr>
            <p:cNvPr id="20557" name="Rectangle 40"/>
            <p:cNvSpPr>
              <a:spLocks noChangeArrowheads="1"/>
            </p:cNvSpPr>
            <p:nvPr>
              <p:custDataLst>
                <p:tags r:id="rId36"/>
              </p:custDataLst>
            </p:nvPr>
          </p:nvSpPr>
          <p:spPr bwMode="auto">
            <a:xfrm>
              <a:off x="958" y="3191"/>
              <a:ext cx="732" cy="366"/>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2800</a:t>
              </a:r>
              <a:endParaRPr lang="en-US" sz="2400">
                <a:latin typeface="Arial" panose="020B0604020202020204"/>
                <a:cs typeface="Arial" panose="020B0604020202020204"/>
              </a:endParaRPr>
            </a:p>
          </p:txBody>
        </p:sp>
        <p:sp>
          <p:nvSpPr>
            <p:cNvPr id="20558" name="Rectangle 41"/>
            <p:cNvSpPr>
              <a:spLocks noChangeArrowheads="1"/>
            </p:cNvSpPr>
            <p:nvPr>
              <p:custDataLst>
                <p:tags r:id="rId37"/>
              </p:custDataLst>
            </p:nvPr>
          </p:nvSpPr>
          <p:spPr bwMode="auto">
            <a:xfrm>
              <a:off x="210" y="3191"/>
              <a:ext cx="748" cy="366"/>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grpSp>
      <p:grpSp>
        <p:nvGrpSpPr>
          <p:cNvPr id="7" name="Group 42"/>
          <p:cNvGrpSpPr/>
          <p:nvPr/>
        </p:nvGrpSpPr>
        <p:grpSpPr bwMode="auto">
          <a:xfrm>
            <a:off x="333375" y="4425950"/>
            <a:ext cx="2349500" cy="639763"/>
            <a:chOff x="210" y="2788"/>
            <a:chExt cx="1480" cy="403"/>
          </a:xfrm>
        </p:grpSpPr>
        <p:sp>
          <p:nvSpPr>
            <p:cNvPr id="20555" name="Rectangle 43"/>
            <p:cNvSpPr>
              <a:spLocks noChangeArrowheads="1"/>
            </p:cNvSpPr>
            <p:nvPr>
              <p:custDataLst>
                <p:tags r:id="rId38"/>
              </p:custDataLst>
            </p:nvPr>
          </p:nvSpPr>
          <p:spPr bwMode="auto">
            <a:xfrm>
              <a:off x="958" y="2788"/>
              <a:ext cx="732" cy="40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20556" name="Rectangle 44"/>
            <p:cNvSpPr>
              <a:spLocks noChangeArrowheads="1"/>
            </p:cNvSpPr>
            <p:nvPr>
              <p:custDataLst>
                <p:tags r:id="rId39"/>
              </p:custDataLst>
            </p:nvPr>
          </p:nvSpPr>
          <p:spPr bwMode="auto">
            <a:xfrm>
              <a:off x="210" y="2788"/>
              <a:ext cx="748" cy="40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grpSp>
      <p:grpSp>
        <p:nvGrpSpPr>
          <p:cNvPr id="8" name="Group 45"/>
          <p:cNvGrpSpPr/>
          <p:nvPr/>
        </p:nvGrpSpPr>
        <p:grpSpPr bwMode="auto">
          <a:xfrm>
            <a:off x="333375" y="3771900"/>
            <a:ext cx="2349500" cy="654050"/>
            <a:chOff x="210" y="2376"/>
            <a:chExt cx="1480" cy="412"/>
          </a:xfrm>
        </p:grpSpPr>
        <p:sp>
          <p:nvSpPr>
            <p:cNvPr id="20553" name="Rectangle 46"/>
            <p:cNvSpPr>
              <a:spLocks noChangeArrowheads="1"/>
            </p:cNvSpPr>
            <p:nvPr>
              <p:custDataLst>
                <p:tags r:id="rId40"/>
              </p:custDataLst>
            </p:nvPr>
          </p:nvSpPr>
          <p:spPr bwMode="auto">
            <a:xfrm>
              <a:off x="958" y="2376"/>
              <a:ext cx="732" cy="41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1800</a:t>
              </a:r>
              <a:endParaRPr lang="en-US" sz="2400">
                <a:latin typeface="Arial" panose="020B0604020202020204"/>
                <a:cs typeface="Arial" panose="020B0604020202020204"/>
              </a:endParaRPr>
            </a:p>
          </p:txBody>
        </p:sp>
        <p:sp>
          <p:nvSpPr>
            <p:cNvPr id="20554" name="Rectangle 47"/>
            <p:cNvSpPr>
              <a:spLocks noChangeArrowheads="1"/>
            </p:cNvSpPr>
            <p:nvPr>
              <p:custDataLst>
                <p:tags r:id="rId41"/>
              </p:custDataLst>
            </p:nvPr>
          </p:nvSpPr>
          <p:spPr bwMode="auto">
            <a:xfrm>
              <a:off x="210" y="2376"/>
              <a:ext cx="748" cy="41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grpSp>
      <p:grpSp>
        <p:nvGrpSpPr>
          <p:cNvPr id="9" name="Group 48"/>
          <p:cNvGrpSpPr/>
          <p:nvPr/>
        </p:nvGrpSpPr>
        <p:grpSpPr bwMode="auto">
          <a:xfrm>
            <a:off x="333375" y="3132138"/>
            <a:ext cx="2349500" cy="639762"/>
            <a:chOff x="210" y="1973"/>
            <a:chExt cx="1480" cy="403"/>
          </a:xfrm>
        </p:grpSpPr>
        <p:sp>
          <p:nvSpPr>
            <p:cNvPr id="20551" name="Rectangle 49"/>
            <p:cNvSpPr>
              <a:spLocks noChangeArrowheads="1"/>
            </p:cNvSpPr>
            <p:nvPr>
              <p:custDataLst>
                <p:tags r:id="rId42"/>
              </p:custDataLst>
            </p:nvPr>
          </p:nvSpPr>
          <p:spPr bwMode="auto">
            <a:xfrm>
              <a:off x="958" y="1973"/>
              <a:ext cx="732" cy="40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0552" name="Rectangle 50"/>
            <p:cNvSpPr>
              <a:spLocks noChangeArrowheads="1"/>
            </p:cNvSpPr>
            <p:nvPr>
              <p:custDataLst>
                <p:tags r:id="rId43"/>
              </p:custDataLst>
            </p:nvPr>
          </p:nvSpPr>
          <p:spPr bwMode="auto">
            <a:xfrm>
              <a:off x="210" y="1973"/>
              <a:ext cx="748" cy="40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grpSp>
      <p:grpSp>
        <p:nvGrpSpPr>
          <p:cNvPr id="10" name="Group 51"/>
          <p:cNvGrpSpPr/>
          <p:nvPr/>
        </p:nvGrpSpPr>
        <p:grpSpPr bwMode="auto">
          <a:xfrm>
            <a:off x="333375" y="2452688"/>
            <a:ext cx="2349500" cy="679450"/>
            <a:chOff x="210" y="1545"/>
            <a:chExt cx="1480" cy="428"/>
          </a:xfrm>
        </p:grpSpPr>
        <p:sp>
          <p:nvSpPr>
            <p:cNvPr id="20549" name="Rectangle 52"/>
            <p:cNvSpPr>
              <a:spLocks noChangeArrowheads="1"/>
            </p:cNvSpPr>
            <p:nvPr>
              <p:custDataLst>
                <p:tags r:id="rId44"/>
              </p:custDataLst>
            </p:nvPr>
          </p:nvSpPr>
          <p:spPr bwMode="auto">
            <a:xfrm>
              <a:off x="958" y="1545"/>
              <a:ext cx="732" cy="428"/>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0550" name="Rectangle 53"/>
            <p:cNvSpPr>
              <a:spLocks noChangeArrowheads="1"/>
            </p:cNvSpPr>
            <p:nvPr>
              <p:custDataLst>
                <p:tags r:id="rId45"/>
              </p:custDataLst>
            </p:nvPr>
          </p:nvSpPr>
          <p:spPr bwMode="auto">
            <a:xfrm>
              <a:off x="210" y="1545"/>
              <a:ext cx="748" cy="428"/>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grpSp>
      <p:sp>
        <p:nvSpPr>
          <p:cNvPr id="20492" name="Line 54"/>
          <p:cNvSpPr>
            <a:spLocks noChangeShapeType="1"/>
          </p:cNvSpPr>
          <p:nvPr>
            <p:custDataLst>
              <p:tags r:id="rId46"/>
            </p:custDataLst>
          </p:nvPr>
        </p:nvSpPr>
        <p:spPr bwMode="auto">
          <a:xfrm>
            <a:off x="333375" y="1139825"/>
            <a:ext cx="11874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3" name="Line 55"/>
          <p:cNvSpPr>
            <a:spLocks noChangeShapeType="1"/>
          </p:cNvSpPr>
          <p:nvPr>
            <p:custDataLst>
              <p:tags r:id="rId47"/>
            </p:custDataLst>
          </p:nvPr>
        </p:nvSpPr>
        <p:spPr bwMode="auto">
          <a:xfrm>
            <a:off x="333375" y="6227763"/>
            <a:ext cx="11874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4" name="Line 56"/>
          <p:cNvSpPr>
            <a:spLocks noChangeShapeType="1"/>
          </p:cNvSpPr>
          <p:nvPr>
            <p:custDataLst>
              <p:tags r:id="rId48"/>
            </p:custDataLst>
          </p:nvPr>
        </p:nvSpPr>
        <p:spPr bwMode="auto">
          <a:xfrm>
            <a:off x="333375" y="1139825"/>
            <a:ext cx="0" cy="13128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5" name="Line 57"/>
          <p:cNvSpPr>
            <a:spLocks noChangeShapeType="1"/>
          </p:cNvSpPr>
          <p:nvPr>
            <p:custDataLst>
              <p:tags r:id="rId49"/>
            </p:custDataLst>
          </p:nvPr>
        </p:nvSpPr>
        <p:spPr bwMode="auto">
          <a:xfrm>
            <a:off x="3776663" y="1139825"/>
            <a:ext cx="0" cy="13128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6" name="Line 58"/>
          <p:cNvSpPr>
            <a:spLocks noChangeShapeType="1"/>
          </p:cNvSpPr>
          <p:nvPr>
            <p:custDataLst>
              <p:tags r:id="rId50"/>
            </p:custDataLst>
          </p:nvPr>
        </p:nvSpPr>
        <p:spPr bwMode="auto">
          <a:xfrm>
            <a:off x="1520825" y="1139825"/>
            <a:ext cx="132873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7" name="Line 59"/>
          <p:cNvSpPr>
            <a:spLocks noChangeShapeType="1"/>
          </p:cNvSpPr>
          <p:nvPr>
            <p:custDataLst>
              <p:tags r:id="rId51"/>
            </p:custDataLst>
          </p:nvPr>
        </p:nvSpPr>
        <p:spPr bwMode="auto">
          <a:xfrm>
            <a:off x="333375"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8" name="Line 60"/>
          <p:cNvSpPr>
            <a:spLocks noChangeShapeType="1"/>
          </p:cNvSpPr>
          <p:nvPr>
            <p:custDataLst>
              <p:tags r:id="rId52"/>
            </p:custDataLst>
          </p:nvPr>
        </p:nvSpPr>
        <p:spPr bwMode="auto">
          <a:xfrm>
            <a:off x="2849563" y="1139825"/>
            <a:ext cx="9271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499" name="Line 61"/>
          <p:cNvSpPr>
            <a:spLocks noChangeShapeType="1"/>
          </p:cNvSpPr>
          <p:nvPr>
            <p:custDataLst>
              <p:tags r:id="rId53"/>
            </p:custDataLst>
          </p:nvPr>
        </p:nvSpPr>
        <p:spPr bwMode="auto">
          <a:xfrm>
            <a:off x="3776663"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0" name="Line 62"/>
          <p:cNvSpPr>
            <a:spLocks noChangeShapeType="1"/>
          </p:cNvSpPr>
          <p:nvPr>
            <p:custDataLst>
              <p:tags r:id="rId54"/>
            </p:custDataLst>
          </p:nvPr>
        </p:nvSpPr>
        <p:spPr bwMode="auto">
          <a:xfrm>
            <a:off x="333375"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1" name="Line 63"/>
          <p:cNvSpPr>
            <a:spLocks noChangeShapeType="1"/>
          </p:cNvSpPr>
          <p:nvPr>
            <p:custDataLst>
              <p:tags r:id="rId55"/>
            </p:custDataLst>
          </p:nvPr>
        </p:nvSpPr>
        <p:spPr bwMode="auto">
          <a:xfrm>
            <a:off x="3776663"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2" name="Line 64"/>
          <p:cNvSpPr>
            <a:spLocks noChangeShapeType="1"/>
          </p:cNvSpPr>
          <p:nvPr>
            <p:custDataLst>
              <p:tags r:id="rId56"/>
            </p:custDataLst>
          </p:nvPr>
        </p:nvSpPr>
        <p:spPr bwMode="auto">
          <a:xfrm>
            <a:off x="333375"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3" name="Line 65"/>
          <p:cNvSpPr>
            <a:spLocks noChangeShapeType="1"/>
          </p:cNvSpPr>
          <p:nvPr>
            <p:custDataLst>
              <p:tags r:id="rId57"/>
            </p:custDataLst>
          </p:nvPr>
        </p:nvSpPr>
        <p:spPr bwMode="auto">
          <a:xfrm>
            <a:off x="3776663"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4" name="Line 66"/>
          <p:cNvSpPr>
            <a:spLocks noChangeShapeType="1"/>
          </p:cNvSpPr>
          <p:nvPr>
            <p:custDataLst>
              <p:tags r:id="rId58"/>
            </p:custDataLst>
          </p:nvPr>
        </p:nvSpPr>
        <p:spPr bwMode="auto">
          <a:xfrm>
            <a:off x="333375"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5" name="Line 67"/>
          <p:cNvSpPr>
            <a:spLocks noChangeShapeType="1"/>
          </p:cNvSpPr>
          <p:nvPr>
            <p:custDataLst>
              <p:tags r:id="rId59"/>
            </p:custDataLst>
          </p:nvPr>
        </p:nvSpPr>
        <p:spPr bwMode="auto">
          <a:xfrm>
            <a:off x="3776663"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6" name="Line 68"/>
          <p:cNvSpPr>
            <a:spLocks noChangeShapeType="1"/>
          </p:cNvSpPr>
          <p:nvPr>
            <p:custDataLst>
              <p:tags r:id="rId60"/>
            </p:custDataLst>
          </p:nvPr>
        </p:nvSpPr>
        <p:spPr bwMode="auto">
          <a:xfrm>
            <a:off x="333375"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7" name="Line 69"/>
          <p:cNvSpPr>
            <a:spLocks noChangeShapeType="1"/>
          </p:cNvSpPr>
          <p:nvPr>
            <p:custDataLst>
              <p:tags r:id="rId61"/>
            </p:custDataLst>
          </p:nvPr>
        </p:nvSpPr>
        <p:spPr bwMode="auto">
          <a:xfrm>
            <a:off x="3776663"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8" name="Line 70"/>
          <p:cNvSpPr>
            <a:spLocks noChangeShapeType="1"/>
          </p:cNvSpPr>
          <p:nvPr>
            <p:custDataLst>
              <p:tags r:id="rId62"/>
            </p:custDataLst>
          </p:nvPr>
        </p:nvSpPr>
        <p:spPr bwMode="auto">
          <a:xfrm>
            <a:off x="333375"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09" name="Line 71"/>
          <p:cNvSpPr>
            <a:spLocks noChangeShapeType="1"/>
          </p:cNvSpPr>
          <p:nvPr>
            <p:custDataLst>
              <p:tags r:id="rId63"/>
            </p:custDataLst>
          </p:nvPr>
        </p:nvSpPr>
        <p:spPr bwMode="auto">
          <a:xfrm>
            <a:off x="3776663"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10" name="Line 72"/>
          <p:cNvSpPr>
            <a:spLocks noChangeShapeType="1"/>
          </p:cNvSpPr>
          <p:nvPr>
            <p:custDataLst>
              <p:tags r:id="rId64"/>
            </p:custDataLst>
          </p:nvPr>
        </p:nvSpPr>
        <p:spPr bwMode="auto">
          <a:xfrm>
            <a:off x="1520825" y="6227763"/>
            <a:ext cx="132873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511" name="Line 73"/>
          <p:cNvSpPr>
            <a:spLocks noChangeShapeType="1"/>
          </p:cNvSpPr>
          <p:nvPr>
            <p:custDataLst>
              <p:tags r:id="rId65"/>
            </p:custDataLst>
          </p:nvPr>
        </p:nvSpPr>
        <p:spPr bwMode="auto">
          <a:xfrm>
            <a:off x="2849563" y="6227763"/>
            <a:ext cx="927100" cy="0"/>
          </a:xfrm>
          <a:prstGeom prst="line">
            <a:avLst/>
          </a:prstGeom>
          <a:noFill/>
          <a:ln w="28575" cap="sq">
            <a:noFill/>
            <a:round/>
          </a:ln>
        </p:spPr>
        <p:txBody>
          <a:bodyPr/>
          <a:lstStyle/>
          <a:p>
            <a:endParaRPr lang="en-US">
              <a:latin typeface="Arial" panose="020B0604020202020204"/>
              <a:cs typeface="Arial" panose="020B0604020202020204"/>
            </a:endParaRPr>
          </a:p>
        </p:txBody>
      </p:sp>
      <p:grpSp>
        <p:nvGrpSpPr>
          <p:cNvPr id="11" name="Group 74"/>
          <p:cNvGrpSpPr/>
          <p:nvPr/>
        </p:nvGrpSpPr>
        <p:grpSpPr bwMode="auto">
          <a:xfrm>
            <a:off x="333375" y="1139825"/>
            <a:ext cx="2455863" cy="1325563"/>
            <a:chOff x="210" y="718"/>
            <a:chExt cx="1547" cy="835"/>
          </a:xfrm>
        </p:grpSpPr>
        <p:sp>
          <p:nvSpPr>
            <p:cNvPr id="20546" name="Rectangle 75"/>
            <p:cNvSpPr>
              <a:spLocks noChangeArrowheads="1"/>
            </p:cNvSpPr>
            <p:nvPr>
              <p:custDataLst>
                <p:tags r:id="rId66"/>
              </p:custDataLst>
            </p:nvPr>
          </p:nvSpPr>
          <p:spPr bwMode="auto">
            <a:xfrm>
              <a:off x="958" y="718"/>
              <a:ext cx="758" cy="827"/>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        </a:t>
              </a:r>
              <a:r>
                <a:rPr lang="en-US" sz="2400">
                  <a:latin typeface="Arial" panose="020B0604020202020204"/>
                  <a:cs typeface="Arial" panose="020B0604020202020204"/>
                </a:rPr>
                <a:t> </a:t>
              </a:r>
              <a:r>
                <a:rPr lang="en-US" sz="2200">
                  <a:latin typeface="Arial" panose="020B0604020202020204"/>
                  <a:cs typeface="Arial" panose="020B0604020202020204"/>
                </a:rPr>
                <a:t>(小麦</a:t>
              </a:r>
              <a:r>
                <a:rPr lang="zh-CN" altLang="en-US" sz="2200">
                  <a:latin typeface="Arial" panose="020B0604020202020204"/>
                  <a:cs typeface="Arial" panose="020B0604020202020204"/>
                </a:rPr>
                <a:t>的产量</a:t>
              </a:r>
              <a:r>
                <a:rPr lang="en-US" sz="2200">
                  <a:latin typeface="Arial" panose="020B0604020202020204"/>
                  <a:cs typeface="Arial" panose="020B0604020202020204"/>
                </a:rPr>
                <a:t>)</a:t>
              </a:r>
              <a:endParaRPr lang="en-US" sz="2200">
                <a:latin typeface="Arial" panose="020B0604020202020204"/>
                <a:cs typeface="Arial" panose="020B0604020202020204"/>
              </a:endParaRPr>
            </a:p>
          </p:txBody>
        </p:sp>
        <p:sp>
          <p:nvSpPr>
            <p:cNvPr id="20547" name="Rectangle 76"/>
            <p:cNvSpPr>
              <a:spLocks noChangeArrowheads="1"/>
            </p:cNvSpPr>
            <p:nvPr>
              <p:custDataLst>
                <p:tags r:id="rId67"/>
              </p:custDataLst>
            </p:nvPr>
          </p:nvSpPr>
          <p:spPr bwMode="auto">
            <a:xfrm>
              <a:off x="210" y="718"/>
              <a:ext cx="748" cy="827"/>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L</a:t>
              </a:r>
              <a:br>
                <a:rPr lang="en-US" sz="2400">
                  <a:latin typeface="Arial" panose="020B0604020202020204"/>
                  <a:cs typeface="Arial" panose="020B0604020202020204"/>
                </a:rPr>
              </a:br>
              <a:r>
                <a:rPr lang="en-US" sz="2200">
                  <a:latin typeface="Arial" panose="020B0604020202020204"/>
                  <a:cs typeface="Arial" panose="020B0604020202020204"/>
                </a:rPr>
                <a:t>(工人的数量)</a:t>
              </a:r>
              <a:endParaRPr lang="en-US" sz="2200">
                <a:latin typeface="Arial" panose="020B0604020202020204"/>
                <a:cs typeface="Arial" panose="020B0604020202020204"/>
              </a:endParaRPr>
            </a:p>
          </p:txBody>
        </p:sp>
        <p:sp>
          <p:nvSpPr>
            <p:cNvPr id="20548" name="Line 77"/>
            <p:cNvSpPr>
              <a:spLocks noChangeShapeType="1"/>
            </p:cNvSpPr>
            <p:nvPr>
              <p:custDataLst>
                <p:tags r:id="rId68"/>
              </p:custDataLst>
            </p:nvPr>
          </p:nvSpPr>
          <p:spPr bwMode="auto">
            <a:xfrm>
              <a:off x="216" y="1553"/>
              <a:ext cx="1541"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72782" name="Oval 78"/>
          <p:cNvSpPr>
            <a:spLocks noChangeArrowheads="1"/>
          </p:cNvSpPr>
          <p:nvPr>
            <p:custDataLst>
              <p:tags r:id="rId69"/>
            </p:custDataLst>
          </p:nvPr>
        </p:nvSpPr>
        <p:spPr bwMode="auto">
          <a:xfrm>
            <a:off x="5273675" y="5318125"/>
            <a:ext cx="139700" cy="138113"/>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12" name="Group 79"/>
          <p:cNvGrpSpPr/>
          <p:nvPr/>
        </p:nvGrpSpPr>
        <p:grpSpPr bwMode="auto">
          <a:xfrm>
            <a:off x="5337175" y="1484313"/>
            <a:ext cx="2949575" cy="3903662"/>
            <a:chOff x="3362" y="935"/>
            <a:chExt cx="1858" cy="2459"/>
          </a:xfrm>
        </p:grpSpPr>
        <p:grpSp>
          <p:nvGrpSpPr>
            <p:cNvPr id="13" name="Group 80"/>
            <p:cNvGrpSpPr/>
            <p:nvPr/>
          </p:nvGrpSpPr>
          <p:grpSpPr bwMode="auto">
            <a:xfrm>
              <a:off x="3362" y="978"/>
              <a:ext cx="1816" cy="2416"/>
              <a:chOff x="357" y="2450"/>
              <a:chExt cx="795" cy="646"/>
            </a:xfrm>
          </p:grpSpPr>
          <p:sp>
            <p:nvSpPr>
              <p:cNvPr id="20544" name="Line 81"/>
              <p:cNvSpPr>
                <a:spLocks noChangeShapeType="1"/>
              </p:cNvSpPr>
              <p:nvPr>
                <p:custDataLst>
                  <p:tags r:id="rId70"/>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0545" name="Line 82"/>
              <p:cNvSpPr>
                <a:spLocks noChangeShapeType="1"/>
              </p:cNvSpPr>
              <p:nvPr>
                <p:custDataLst>
                  <p:tags r:id="rId71"/>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0543" name="Oval 83"/>
            <p:cNvSpPr>
              <a:spLocks noChangeArrowheads="1"/>
            </p:cNvSpPr>
            <p:nvPr>
              <p:custDataLst>
                <p:tags r:id="rId72"/>
              </p:custDataLst>
            </p:nvPr>
          </p:nvSpPr>
          <p:spPr bwMode="auto">
            <a:xfrm>
              <a:off x="5132" y="935"/>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4" name="Group 84"/>
          <p:cNvGrpSpPr/>
          <p:nvPr/>
        </p:nvGrpSpPr>
        <p:grpSpPr bwMode="auto">
          <a:xfrm>
            <a:off x="5340350" y="1706563"/>
            <a:ext cx="2374900" cy="3690937"/>
            <a:chOff x="3364" y="1075"/>
            <a:chExt cx="1496" cy="2325"/>
          </a:xfrm>
        </p:grpSpPr>
        <p:grpSp>
          <p:nvGrpSpPr>
            <p:cNvPr id="15" name="Group 85"/>
            <p:cNvGrpSpPr/>
            <p:nvPr/>
          </p:nvGrpSpPr>
          <p:grpSpPr bwMode="auto">
            <a:xfrm>
              <a:off x="3364" y="1116"/>
              <a:ext cx="1454" cy="2284"/>
              <a:chOff x="357" y="2450"/>
              <a:chExt cx="795" cy="646"/>
            </a:xfrm>
          </p:grpSpPr>
          <p:sp>
            <p:nvSpPr>
              <p:cNvPr id="20540" name="Line 86"/>
              <p:cNvSpPr>
                <a:spLocks noChangeShapeType="1"/>
              </p:cNvSpPr>
              <p:nvPr>
                <p:custDataLst>
                  <p:tags r:id="rId73"/>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0541" name="Line 87"/>
              <p:cNvSpPr>
                <a:spLocks noChangeShapeType="1"/>
              </p:cNvSpPr>
              <p:nvPr>
                <p:custDataLst>
                  <p:tags r:id="rId74"/>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0539" name="Oval 88"/>
            <p:cNvSpPr>
              <a:spLocks noChangeArrowheads="1"/>
            </p:cNvSpPr>
            <p:nvPr>
              <p:custDataLst>
                <p:tags r:id="rId75"/>
              </p:custDataLst>
            </p:nvPr>
          </p:nvSpPr>
          <p:spPr bwMode="auto">
            <a:xfrm>
              <a:off x="4772" y="1075"/>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7" name="Group 89"/>
          <p:cNvGrpSpPr/>
          <p:nvPr/>
        </p:nvGrpSpPr>
        <p:grpSpPr bwMode="auto">
          <a:xfrm>
            <a:off x="5335588" y="2225675"/>
            <a:ext cx="1801812" cy="3168650"/>
            <a:chOff x="3361" y="1402"/>
            <a:chExt cx="1135" cy="1996"/>
          </a:xfrm>
        </p:grpSpPr>
        <p:grpSp>
          <p:nvGrpSpPr>
            <p:cNvPr id="18" name="Group 90"/>
            <p:cNvGrpSpPr/>
            <p:nvPr/>
          </p:nvGrpSpPr>
          <p:grpSpPr bwMode="auto">
            <a:xfrm>
              <a:off x="3361" y="1442"/>
              <a:ext cx="1092" cy="1956"/>
              <a:chOff x="357" y="2450"/>
              <a:chExt cx="795" cy="646"/>
            </a:xfrm>
          </p:grpSpPr>
          <p:sp>
            <p:nvSpPr>
              <p:cNvPr id="20536" name="Line 91"/>
              <p:cNvSpPr>
                <a:spLocks noChangeShapeType="1"/>
              </p:cNvSpPr>
              <p:nvPr>
                <p:custDataLst>
                  <p:tags r:id="rId76"/>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0537" name="Line 92"/>
              <p:cNvSpPr>
                <a:spLocks noChangeShapeType="1"/>
              </p:cNvSpPr>
              <p:nvPr>
                <p:custDataLst>
                  <p:tags r:id="rId77"/>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0535" name="Oval 93"/>
            <p:cNvSpPr>
              <a:spLocks noChangeArrowheads="1"/>
            </p:cNvSpPr>
            <p:nvPr>
              <p:custDataLst>
                <p:tags r:id="rId78"/>
              </p:custDataLst>
            </p:nvPr>
          </p:nvSpPr>
          <p:spPr bwMode="auto">
            <a:xfrm>
              <a:off x="4408" y="1402"/>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9" name="Group 94"/>
          <p:cNvGrpSpPr/>
          <p:nvPr/>
        </p:nvGrpSpPr>
        <p:grpSpPr bwMode="auto">
          <a:xfrm>
            <a:off x="5340350" y="2992438"/>
            <a:ext cx="1212850" cy="2405062"/>
            <a:chOff x="3364" y="1885"/>
            <a:chExt cx="764" cy="1515"/>
          </a:xfrm>
        </p:grpSpPr>
        <p:grpSp>
          <p:nvGrpSpPr>
            <p:cNvPr id="20" name="Group 95"/>
            <p:cNvGrpSpPr/>
            <p:nvPr/>
          </p:nvGrpSpPr>
          <p:grpSpPr bwMode="auto">
            <a:xfrm>
              <a:off x="3364" y="1930"/>
              <a:ext cx="721" cy="1470"/>
              <a:chOff x="357" y="2450"/>
              <a:chExt cx="795" cy="646"/>
            </a:xfrm>
          </p:grpSpPr>
          <p:sp>
            <p:nvSpPr>
              <p:cNvPr id="20532" name="Line 96"/>
              <p:cNvSpPr>
                <a:spLocks noChangeShapeType="1"/>
              </p:cNvSpPr>
              <p:nvPr>
                <p:custDataLst>
                  <p:tags r:id="rId79"/>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0533" name="Line 97"/>
              <p:cNvSpPr>
                <a:spLocks noChangeShapeType="1"/>
              </p:cNvSpPr>
              <p:nvPr>
                <p:custDataLst>
                  <p:tags r:id="rId80"/>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0531" name="Oval 98"/>
            <p:cNvSpPr>
              <a:spLocks noChangeArrowheads="1"/>
            </p:cNvSpPr>
            <p:nvPr>
              <p:custDataLst>
                <p:tags r:id="rId81"/>
              </p:custDataLst>
            </p:nvPr>
          </p:nvSpPr>
          <p:spPr bwMode="auto">
            <a:xfrm>
              <a:off x="4040" y="1885"/>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21" name="Group 99"/>
          <p:cNvGrpSpPr/>
          <p:nvPr/>
        </p:nvGrpSpPr>
        <p:grpSpPr bwMode="auto">
          <a:xfrm>
            <a:off x="5334000" y="4051300"/>
            <a:ext cx="652463" cy="1339850"/>
            <a:chOff x="3360" y="2552"/>
            <a:chExt cx="411" cy="844"/>
          </a:xfrm>
        </p:grpSpPr>
        <p:grpSp>
          <p:nvGrpSpPr>
            <p:cNvPr id="22" name="Group 100"/>
            <p:cNvGrpSpPr/>
            <p:nvPr/>
          </p:nvGrpSpPr>
          <p:grpSpPr bwMode="auto">
            <a:xfrm>
              <a:off x="3360" y="2589"/>
              <a:ext cx="365" cy="807"/>
              <a:chOff x="357" y="2450"/>
              <a:chExt cx="795" cy="646"/>
            </a:xfrm>
          </p:grpSpPr>
          <p:sp>
            <p:nvSpPr>
              <p:cNvPr id="20528" name="Line 101"/>
              <p:cNvSpPr>
                <a:spLocks noChangeShapeType="1"/>
              </p:cNvSpPr>
              <p:nvPr>
                <p:custDataLst>
                  <p:tags r:id="rId82"/>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0529" name="Line 102"/>
              <p:cNvSpPr>
                <a:spLocks noChangeShapeType="1"/>
              </p:cNvSpPr>
              <p:nvPr>
                <p:custDataLst>
                  <p:tags r:id="rId83"/>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0527" name="Oval 103"/>
            <p:cNvSpPr>
              <a:spLocks noChangeArrowheads="1"/>
            </p:cNvSpPr>
            <p:nvPr>
              <p:custDataLst>
                <p:tags r:id="rId84"/>
              </p:custDataLst>
            </p:nvPr>
          </p:nvSpPr>
          <p:spPr bwMode="auto">
            <a:xfrm>
              <a:off x="3683" y="2552"/>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23" name="Group 104"/>
          <p:cNvGrpSpPr/>
          <p:nvPr/>
        </p:nvGrpSpPr>
        <p:grpSpPr bwMode="auto">
          <a:xfrm>
            <a:off x="5335588" y="1543050"/>
            <a:ext cx="2889250" cy="3848100"/>
            <a:chOff x="3361" y="972"/>
            <a:chExt cx="1820" cy="2424"/>
          </a:xfrm>
        </p:grpSpPr>
        <p:sp>
          <p:nvSpPr>
            <p:cNvPr id="20521" name="Line 105"/>
            <p:cNvSpPr>
              <a:spLocks noChangeShapeType="1"/>
            </p:cNvSpPr>
            <p:nvPr>
              <p:custDataLst>
                <p:tags r:id="rId85"/>
              </p:custDataLst>
            </p:nvPr>
          </p:nvSpPr>
          <p:spPr bwMode="auto">
            <a:xfrm flipV="1">
              <a:off x="3361" y="2592"/>
              <a:ext cx="362" cy="804"/>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0522" name="Line 106"/>
            <p:cNvSpPr>
              <a:spLocks noChangeShapeType="1"/>
            </p:cNvSpPr>
            <p:nvPr>
              <p:custDataLst>
                <p:tags r:id="rId86"/>
              </p:custDataLst>
            </p:nvPr>
          </p:nvSpPr>
          <p:spPr bwMode="auto">
            <a:xfrm flipV="1">
              <a:off x="3732" y="1930"/>
              <a:ext cx="345" cy="659"/>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0523" name="Line 107"/>
            <p:cNvSpPr>
              <a:spLocks noChangeShapeType="1"/>
            </p:cNvSpPr>
            <p:nvPr>
              <p:custDataLst>
                <p:tags r:id="rId87"/>
              </p:custDataLst>
            </p:nvPr>
          </p:nvSpPr>
          <p:spPr bwMode="auto">
            <a:xfrm flipV="1">
              <a:off x="4086" y="1446"/>
              <a:ext cx="370" cy="479"/>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0524" name="Line 108"/>
            <p:cNvSpPr>
              <a:spLocks noChangeShapeType="1"/>
            </p:cNvSpPr>
            <p:nvPr>
              <p:custDataLst>
                <p:tags r:id="rId88"/>
              </p:custDataLst>
            </p:nvPr>
          </p:nvSpPr>
          <p:spPr bwMode="auto">
            <a:xfrm flipV="1">
              <a:off x="4453" y="1108"/>
              <a:ext cx="370" cy="337"/>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0525" name="Line 109"/>
            <p:cNvSpPr>
              <a:spLocks noChangeShapeType="1"/>
            </p:cNvSpPr>
            <p:nvPr>
              <p:custDataLst>
                <p:tags r:id="rId89"/>
              </p:custDataLst>
            </p:nvPr>
          </p:nvSpPr>
          <p:spPr bwMode="auto">
            <a:xfrm flipV="1">
              <a:off x="4829" y="972"/>
              <a:ext cx="352" cy="139"/>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par>
                          <p:cTn id="13" fill="hold">
                            <p:stCondLst>
                              <p:cond delay="500"/>
                            </p:stCondLst>
                            <p:childTnLst>
                              <p:par>
                                <p:cTn id="14" presetID="23" presetClass="entr" presetSubtype="288" fill="hold" grpId="0" nodeType="afterEffect">
                                  <p:stCondLst>
                                    <p:cond delay="0"/>
                                  </p:stCondLst>
                                  <p:childTnLst>
                                    <p:set>
                                      <p:cBhvr>
                                        <p:cTn id="15" dur="1" fill="hold">
                                          <p:stCondLst>
                                            <p:cond delay="0"/>
                                          </p:stCondLst>
                                        </p:cTn>
                                        <p:tgtEl>
                                          <p:spTgt spid="72782"/>
                                        </p:tgtEl>
                                        <p:attrNameLst>
                                          <p:attrName>style.visibility</p:attrName>
                                        </p:attrNameLst>
                                      </p:cBhvr>
                                      <p:to>
                                        <p:strVal val="visible"/>
                                      </p:to>
                                    </p:set>
                                    <p:anim calcmode="lin" valueType="num">
                                      <p:cBhvr>
                                        <p:cTn id="16" dur="500" fill="hold"/>
                                        <p:tgtEl>
                                          <p:spTgt spid="72782"/>
                                        </p:tgtEl>
                                        <p:attrNameLst>
                                          <p:attrName>ppt_w</p:attrName>
                                        </p:attrNameLst>
                                      </p:cBhvr>
                                      <p:tavLst>
                                        <p:tav tm="0">
                                          <p:val>
                                            <p:strVal val="4/3*#ppt_w"/>
                                          </p:val>
                                        </p:tav>
                                        <p:tav tm="100000">
                                          <p:val>
                                            <p:strVal val="#ppt_w"/>
                                          </p:val>
                                        </p:tav>
                                      </p:tavLst>
                                    </p:anim>
                                    <p:anim calcmode="lin" valueType="num">
                                      <p:cBhvr>
                                        <p:cTn id="17" dur="500" fill="hold"/>
                                        <p:tgtEl>
                                          <p:spTgt spid="72782"/>
                                        </p:tgtEl>
                                        <p:attrNameLst>
                                          <p:attrName>ppt_h</p:attrName>
                                        </p:attrNameLst>
                                      </p:cBhvr>
                                      <p:tavLst>
                                        <p:tav tm="0">
                                          <p:val>
                                            <p:strVal val="4/3*#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500"/>
                            </p:stCondLst>
                            <p:childTnLst>
                              <p:par>
                                <p:cTn id="24" presetID="18" presetClass="entr" presetSubtype="3"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strips(upRight)">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par>
                          <p:cTn id="32" fill="hold">
                            <p:stCondLst>
                              <p:cond delay="500"/>
                            </p:stCondLst>
                            <p:childTnLst>
                              <p:par>
                                <p:cTn id="33" presetID="18" presetClass="entr" presetSubtype="3"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strips(upRight)">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500"/>
                            </p:stCondLst>
                            <p:childTnLst>
                              <p:par>
                                <p:cTn id="42" presetID="18" presetClass="entr" presetSubtype="3" fill="hold"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strips(upRight)">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par>
                          <p:cTn id="50" fill="hold">
                            <p:stCondLst>
                              <p:cond delay="500"/>
                            </p:stCondLst>
                            <p:childTnLst>
                              <p:par>
                                <p:cTn id="51" presetID="18" presetClass="entr" presetSubtype="3" fill="hold"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strips(upRight)">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par>
                          <p:cTn id="59" fill="hold">
                            <p:stCondLst>
                              <p:cond delay="500"/>
                            </p:stCondLst>
                            <p:childTnLst>
                              <p:par>
                                <p:cTn id="60" presetID="18" presetClass="entr" presetSubtype="3" fill="hold"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strips(upRight)">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3" fill="hold"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strips(upRight)">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8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18084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边际产量</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3" name="AutoShape 2" descr="查看源图像"/>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4" descr="查看源图像"/>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文本框 1"/>
          <p:cNvSpPr txBox="1"/>
          <p:nvPr/>
        </p:nvSpPr>
        <p:spPr>
          <a:xfrm>
            <a:off x="539750" y="1340485"/>
            <a:ext cx="7489190" cy="1198880"/>
          </a:xfrm>
          <a:prstGeom prst="rect">
            <a:avLst/>
          </a:prstGeom>
          <a:noFill/>
        </p:spPr>
        <p:txBody>
          <a:bodyPr wrap="square" rtlCol="0" anchor="t">
            <a:spAutoFit/>
          </a:bodyPr>
          <a:lstStyle/>
          <a:p>
            <a:pPr marL="342900" indent="-342900" algn="l">
              <a:lnSpc>
                <a:spcPct val="150000"/>
              </a:lnSpc>
              <a:buClrTx/>
              <a:buSzTx/>
              <a:buFont typeface="Arial" panose="020B0604020202020204" pitchFamily="34" charset="0"/>
              <a:buChar char="•"/>
            </a:pPr>
            <a:r>
              <a:rPr sz="2400">
                <a:latin typeface="微软雅黑" panose="020B0503020204020204" pitchFamily="34" charset="-122"/>
                <a:ea typeface="微软雅黑" panose="020B0503020204020204" pitchFamily="34" charset="-122"/>
              </a:rPr>
              <a:t>如果多雇佣一个工人，</a:t>
            </a:r>
            <a:r>
              <a:rPr lang="zh-CN" sz="2400">
                <a:latin typeface="微软雅黑" panose="020B0503020204020204" pitchFamily="34" charset="-122"/>
                <a:ea typeface="微软雅黑" panose="020B0503020204020204" pitchFamily="34" charset="-122"/>
              </a:rPr>
              <a:t>小麦</a:t>
            </a:r>
            <a:r>
              <a:rPr sz="2400">
                <a:latin typeface="微软雅黑" panose="020B0503020204020204" pitchFamily="34" charset="-122"/>
                <a:ea typeface="微软雅黑" panose="020B0503020204020204" pitchFamily="34" charset="-122"/>
              </a:rPr>
              <a:t>产出</a:t>
            </a:r>
            <a:r>
              <a:rPr lang="zh-CN" sz="2400">
                <a:latin typeface="微软雅黑" panose="020B0503020204020204" pitchFamily="34" charset="-122"/>
                <a:ea typeface="微软雅黑" panose="020B0503020204020204" pitchFamily="34" charset="-122"/>
              </a:rPr>
              <a:t>的</a:t>
            </a:r>
            <a:r>
              <a:rPr sz="2400">
                <a:solidFill>
                  <a:srgbClr val="FF0000"/>
                </a:solidFill>
                <a:latin typeface="微软雅黑" panose="020B0503020204020204" pitchFamily="34" charset="-122"/>
                <a:ea typeface="微软雅黑" panose="020B0503020204020204" pitchFamily="34" charset="-122"/>
              </a:rPr>
              <a:t>增加量</a:t>
            </a:r>
            <a:r>
              <a:rPr lang="zh-CN" sz="2400">
                <a:latin typeface="微软雅黑" panose="020B0503020204020204" pitchFamily="34" charset="-122"/>
                <a:ea typeface="微软雅黑" panose="020B0503020204020204" pitchFamily="34" charset="-122"/>
              </a:rPr>
              <a:t>即为</a:t>
            </a:r>
            <a:r>
              <a:rPr sz="2400">
                <a:latin typeface="微软雅黑" panose="020B0503020204020204" pitchFamily="34" charset="-122"/>
                <a:ea typeface="微软雅黑" panose="020B0503020204020204" pitchFamily="34" charset="-122"/>
              </a:rPr>
              <a:t>劳动的边际产量</a:t>
            </a:r>
            <a:endParaRPr sz="2400">
              <a:solidFill>
                <a:srgbClr val="FF000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67360" y="2539365"/>
            <a:ext cx="7489190" cy="1198880"/>
          </a:xfrm>
          <a:prstGeom prst="rect">
            <a:avLst/>
          </a:prstGeom>
          <a:noFill/>
        </p:spPr>
        <p:txBody>
          <a:bodyPr wrap="square" rtlCol="0" anchor="t">
            <a:spAutoFit/>
          </a:bodyPr>
          <a:lstStyle/>
          <a:p>
            <a:pPr marL="342900" indent="-342900" algn="l">
              <a:lnSpc>
                <a:spcPct val="150000"/>
              </a:lnSpc>
              <a:buClrTx/>
              <a:buSzTx/>
              <a:buFont typeface="Arial" panose="020B0604020202020204" pitchFamily="34" charset="0"/>
              <a:buChar char="•"/>
            </a:pPr>
            <a:r>
              <a:rPr sz="2400">
                <a:latin typeface="微软雅黑" panose="020B0503020204020204" pitchFamily="34" charset="-122"/>
                <a:ea typeface="微软雅黑" panose="020B0503020204020204" pitchFamily="34" charset="-122"/>
              </a:rPr>
              <a:t>投入的边际产量</a:t>
            </a:r>
            <a:r>
              <a:rPr lang="zh-CN" sz="2400">
                <a:latin typeface="微软雅黑" panose="020B0503020204020204" pitchFamily="34" charset="-122"/>
                <a:ea typeface="微软雅黑" panose="020B0503020204020204" pitchFamily="34" charset="-122"/>
              </a:rPr>
              <a:t>：</a:t>
            </a:r>
            <a:r>
              <a:rPr sz="2400">
                <a:latin typeface="微软雅黑" panose="020B0503020204020204" pitchFamily="34" charset="-122"/>
                <a:ea typeface="微软雅黑" panose="020B0503020204020204" pitchFamily="34" charset="-122"/>
              </a:rPr>
              <a:t>在其他投入量不变情况下，增加一单位投入所引起的产量增加</a:t>
            </a:r>
            <a:r>
              <a:rPr lang="zh-CN" sz="2400">
                <a:latin typeface="微软雅黑" panose="020B0503020204020204" pitchFamily="34" charset="-122"/>
                <a:ea typeface="微软雅黑" panose="020B0503020204020204" pitchFamily="34" charset="-122"/>
              </a:rPr>
              <a:t>量</a:t>
            </a:r>
            <a:endParaRPr lang="zh-CN" sz="2400">
              <a:latin typeface="微软雅黑" panose="020B0503020204020204" pitchFamily="34" charset="-122"/>
              <a:ea typeface="微软雅黑" panose="020B0503020204020204" pitchFamily="34" charset="-122"/>
            </a:endParaRPr>
          </a:p>
        </p:txBody>
      </p:sp>
      <p:sp>
        <p:nvSpPr>
          <p:cNvPr id="10" name="文本框 9"/>
          <p:cNvSpPr txBox="1"/>
          <p:nvPr/>
        </p:nvSpPr>
        <p:spPr>
          <a:xfrm>
            <a:off x="395605" y="3716655"/>
            <a:ext cx="4572000" cy="829945"/>
          </a:xfrm>
          <a:prstGeom prst="rect">
            <a:avLst/>
          </a:prstGeom>
          <a:noFill/>
        </p:spPr>
        <p:txBody>
          <a:bodyPr wrap="square" rtlCol="0" anchor="t">
            <a:spAutoFit/>
          </a:bodyPr>
          <a:lstStyle/>
          <a:p>
            <a:pPr eaLnBrk="1" hangingPunct="1"/>
            <a:r>
              <a:rPr sz="2400">
                <a:latin typeface="微软雅黑" panose="020B0503020204020204" pitchFamily="34" charset="-122"/>
                <a:ea typeface="微软雅黑" panose="020B0503020204020204" pitchFamily="34" charset="-122"/>
                <a:sym typeface="+mn-ea"/>
              </a:rPr>
              <a:t>符号: </a:t>
            </a:r>
            <a:br>
              <a:rPr sz="2400">
                <a:latin typeface="微软雅黑" panose="020B0503020204020204" pitchFamily="34" charset="-122"/>
                <a:ea typeface="微软雅黑" panose="020B0503020204020204" pitchFamily="34" charset="-122"/>
                <a:sym typeface="+mn-ea"/>
              </a:rPr>
            </a:br>
            <a:r>
              <a:rPr sz="2400">
                <a:latin typeface="微软雅黑" panose="020B0503020204020204" pitchFamily="34" charset="-122"/>
                <a:ea typeface="微软雅黑" panose="020B0503020204020204" pitchFamily="34" charset="-122"/>
                <a:sym typeface="+mn-ea"/>
              </a:rPr>
              <a:t>   ∆ (delta) = “</a:t>
            </a:r>
            <a:r>
              <a:rPr lang="en-US" sz="2400">
                <a:latin typeface="微软雅黑" panose="020B0503020204020204" pitchFamily="34" charset="-122"/>
                <a:ea typeface="微软雅黑" panose="020B0503020204020204" pitchFamily="34" charset="-122"/>
                <a:sym typeface="+mn-ea"/>
              </a:rPr>
              <a:t>XXX</a:t>
            </a:r>
            <a:r>
              <a:rPr lang="zh-CN" altLang="en-US" sz="2400">
                <a:latin typeface="微软雅黑" panose="020B0503020204020204" pitchFamily="34" charset="-122"/>
                <a:ea typeface="微软雅黑" panose="020B0503020204020204" pitchFamily="34" charset="-122"/>
                <a:sym typeface="+mn-ea"/>
              </a:rPr>
              <a:t>的</a:t>
            </a:r>
            <a:r>
              <a:rPr sz="2400">
                <a:latin typeface="微软雅黑" panose="020B0503020204020204" pitchFamily="34" charset="-122"/>
                <a:ea typeface="微软雅黑" panose="020B0503020204020204" pitchFamily="34" charset="-122"/>
                <a:sym typeface="+mn-ea"/>
              </a:rPr>
              <a:t>变动</a:t>
            </a:r>
            <a:r>
              <a:rPr lang="zh-CN" sz="2400">
                <a:latin typeface="微软雅黑" panose="020B0503020204020204" pitchFamily="34" charset="-122"/>
                <a:ea typeface="微软雅黑" panose="020B0503020204020204" pitchFamily="34" charset="-122"/>
                <a:sym typeface="+mn-ea"/>
              </a:rPr>
              <a:t>量</a:t>
            </a:r>
            <a:r>
              <a:rPr sz="2400">
                <a:latin typeface="微软雅黑" panose="020B0503020204020204" pitchFamily="34" charset="-122"/>
                <a:ea typeface="微软雅黑" panose="020B0503020204020204" pitchFamily="34" charset="-122"/>
                <a:sym typeface="+mn-ea"/>
              </a:rPr>
              <a:t>”</a:t>
            </a:r>
            <a:endParaRPr sz="2400">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414020" y="4580890"/>
            <a:ext cx="7467600" cy="1568450"/>
          </a:xfrm>
          <a:prstGeom prst="rect">
            <a:avLst/>
          </a:prstGeom>
          <a:noFill/>
        </p:spPr>
        <p:txBody>
          <a:bodyPr wrap="square" rtlCol="0" anchor="t">
            <a:spAutoFit/>
          </a:bodyPr>
          <a:lstStyle/>
          <a:p>
            <a:r>
              <a:rPr sz="2400">
                <a:latin typeface="微软雅黑" panose="020B0503020204020204" pitchFamily="34" charset="-122"/>
                <a:ea typeface="微软雅黑" panose="020B0503020204020204" pitchFamily="34" charset="-122"/>
              </a:rPr>
              <a:t>例:</a:t>
            </a:r>
            <a:endParaRPr sz="2400">
              <a:latin typeface="微软雅黑" panose="020B0503020204020204" pitchFamily="34" charset="-122"/>
              <a:ea typeface="微软雅黑" panose="020B0503020204020204" pitchFamily="34" charset="-122"/>
            </a:endParaRPr>
          </a:p>
          <a:p>
            <a:r>
              <a:rPr lang="en-US" sz="2400">
                <a:latin typeface="微软雅黑" panose="020B0503020204020204" pitchFamily="34" charset="-122"/>
                <a:ea typeface="微软雅黑" panose="020B0503020204020204" pitchFamily="34" charset="-122"/>
                <a:sym typeface="+mn-ea"/>
              </a:rPr>
              <a:t>  </a:t>
            </a:r>
            <a:r>
              <a:rPr sz="2400">
                <a:latin typeface="微软雅黑" panose="020B0503020204020204" pitchFamily="34" charset="-122"/>
                <a:ea typeface="微软雅黑" panose="020B0503020204020204" pitchFamily="34" charset="-122"/>
                <a:sym typeface="+mn-ea"/>
              </a:rPr>
              <a:t>∆</a:t>
            </a:r>
            <a:r>
              <a:rPr sz="2400">
                <a:latin typeface="微软雅黑" panose="020B0503020204020204" pitchFamily="34" charset="-122"/>
                <a:ea typeface="微软雅黑" panose="020B0503020204020204" pitchFamily="34" charset="-122"/>
              </a:rPr>
              <a:t>Q = 产出的变动量</a:t>
            </a:r>
            <a:r>
              <a:rPr lang="zh-CN" sz="2400">
                <a:latin typeface="微软雅黑" panose="020B0503020204020204" pitchFamily="34" charset="-122"/>
                <a:ea typeface="微软雅黑" panose="020B0503020204020204" pitchFamily="34" charset="-122"/>
              </a:rPr>
              <a:t>，</a:t>
            </a:r>
            <a:r>
              <a:rPr sz="2400">
                <a:latin typeface="微软雅黑" panose="020B0503020204020204" pitchFamily="34" charset="-122"/>
                <a:ea typeface="微软雅黑" panose="020B0503020204020204" pitchFamily="34" charset="-122"/>
                <a:sym typeface="+mn-ea"/>
              </a:rPr>
              <a:t>∆</a:t>
            </a:r>
            <a:r>
              <a:rPr sz="2400">
                <a:latin typeface="微软雅黑" panose="020B0503020204020204" pitchFamily="34" charset="-122"/>
                <a:ea typeface="微软雅黑" panose="020B0503020204020204" pitchFamily="34" charset="-122"/>
              </a:rPr>
              <a:t>L = 劳动</a:t>
            </a:r>
            <a:r>
              <a:rPr lang="zh-CN" sz="2400">
                <a:latin typeface="微软雅黑" panose="020B0503020204020204" pitchFamily="34" charset="-122"/>
                <a:ea typeface="微软雅黑" panose="020B0503020204020204" pitchFamily="34" charset="-122"/>
              </a:rPr>
              <a:t>力</a:t>
            </a:r>
            <a:r>
              <a:rPr sz="2400">
                <a:latin typeface="微软雅黑" panose="020B0503020204020204" pitchFamily="34" charset="-122"/>
                <a:ea typeface="微软雅黑" panose="020B0503020204020204" pitchFamily="34" charset="-122"/>
              </a:rPr>
              <a:t>的变动量</a:t>
            </a:r>
            <a:endParaRPr sz="2400">
              <a:latin typeface="微软雅黑" panose="020B0503020204020204" pitchFamily="34" charset="-122"/>
              <a:ea typeface="微软雅黑" panose="020B0503020204020204" pitchFamily="34" charset="-122"/>
            </a:endParaRPr>
          </a:p>
          <a:p>
            <a:endParaRPr sz="2400">
              <a:latin typeface="微软雅黑" panose="020B0503020204020204" pitchFamily="34" charset="-122"/>
              <a:ea typeface="微软雅黑" panose="020B0503020204020204" pitchFamily="34" charset="-122"/>
            </a:endParaRPr>
          </a:p>
          <a:p>
            <a:r>
              <a:rPr lang="en-US" sz="2400">
                <a:latin typeface="微软雅黑" panose="020B0503020204020204" pitchFamily="34" charset="-122"/>
                <a:ea typeface="微软雅黑" panose="020B0503020204020204" pitchFamily="34" charset="-122"/>
              </a:rPr>
              <a:t>  </a:t>
            </a:r>
            <a:r>
              <a:rPr sz="2400">
                <a:latin typeface="微软雅黑" panose="020B0503020204020204" pitchFamily="34" charset="-122"/>
                <a:ea typeface="微软雅黑" panose="020B0503020204020204" pitchFamily="34" charset="-122"/>
              </a:rPr>
              <a:t>劳动的边际产量(MPL) =</a:t>
            </a:r>
            <a:endParaRPr sz="2400">
              <a:latin typeface="微软雅黑" panose="020B0503020204020204" pitchFamily="34" charset="-122"/>
              <a:ea typeface="微软雅黑" panose="020B0503020204020204" pitchFamily="34" charset="-122"/>
            </a:endParaRPr>
          </a:p>
        </p:txBody>
      </p:sp>
      <p:grpSp>
        <p:nvGrpSpPr>
          <p:cNvPr id="8" name="Group 6"/>
          <p:cNvGrpSpPr/>
          <p:nvPr/>
        </p:nvGrpSpPr>
        <p:grpSpPr bwMode="auto">
          <a:xfrm>
            <a:off x="3923348" y="5444810"/>
            <a:ext cx="750701" cy="995363"/>
            <a:chOff x="558" y="2708"/>
            <a:chExt cx="297" cy="627"/>
          </a:xfrm>
        </p:grpSpPr>
        <p:sp>
          <p:nvSpPr>
            <p:cNvPr id="9" name="Rectangle 7"/>
            <p:cNvSpPr>
              <a:spLocks noChangeArrowheads="1"/>
            </p:cNvSpPr>
            <p:nvPr>
              <p:custDataLst>
                <p:tags r:id="rId2"/>
              </p:custDataLst>
            </p:nvPr>
          </p:nvSpPr>
          <p:spPr bwMode="auto">
            <a:xfrm>
              <a:off x="558" y="2708"/>
              <a:ext cx="297" cy="330"/>
            </a:xfrm>
            <a:prstGeom prst="rect">
              <a:avLst/>
            </a:prstGeom>
            <a:noFill/>
            <a:ln w="9525">
              <a:noFill/>
              <a:miter lim="800000"/>
            </a:ln>
          </p:spPr>
          <p:txBody>
            <a:bodyPr wrap="none">
              <a:spAutoFit/>
            </a:bodyPr>
            <a:lstStyle/>
            <a:p>
              <a:r>
                <a:rPr lang="en-US" sz="2800" b="1">
                  <a:latin typeface="Arial" panose="020B0604020202020204"/>
                  <a:cs typeface="Arial" panose="020B0604020202020204"/>
                </a:rPr>
                <a:t>∆</a:t>
              </a:r>
              <a:r>
                <a:rPr lang="en-US" sz="2800" b="1" i="1">
                  <a:latin typeface="Arial" panose="020B0604020202020204"/>
                  <a:cs typeface="Arial" panose="020B0604020202020204"/>
                </a:rPr>
                <a:t>Q</a:t>
              </a:r>
              <a:endParaRPr lang="en-US" sz="2800" b="1" i="1">
                <a:latin typeface="Arial" panose="020B0604020202020204"/>
                <a:cs typeface="Arial" panose="020B0604020202020204"/>
              </a:endParaRPr>
            </a:p>
          </p:txBody>
        </p:sp>
        <p:sp>
          <p:nvSpPr>
            <p:cNvPr id="11" name="Rectangle 8"/>
            <p:cNvSpPr>
              <a:spLocks noChangeArrowheads="1"/>
            </p:cNvSpPr>
            <p:nvPr>
              <p:custDataLst>
                <p:tags r:id="rId3"/>
              </p:custDataLst>
            </p:nvPr>
          </p:nvSpPr>
          <p:spPr bwMode="auto">
            <a:xfrm>
              <a:off x="584" y="3005"/>
              <a:ext cx="271" cy="330"/>
            </a:xfrm>
            <a:prstGeom prst="rect">
              <a:avLst/>
            </a:prstGeom>
            <a:noFill/>
            <a:ln w="9525">
              <a:noFill/>
              <a:miter lim="800000"/>
            </a:ln>
          </p:spPr>
          <p:txBody>
            <a:bodyPr wrap="none">
              <a:spAutoFit/>
            </a:bodyPr>
            <a:lstStyle/>
            <a:p>
              <a:r>
                <a:rPr lang="en-US" sz="2800" b="1">
                  <a:latin typeface="Arial" panose="020B0604020202020204"/>
                  <a:cs typeface="Arial" panose="020B0604020202020204"/>
                </a:rPr>
                <a:t>∆</a:t>
              </a:r>
              <a:r>
                <a:rPr lang="en-US" sz="2800" b="1" i="1">
                  <a:latin typeface="Arial" panose="020B0604020202020204"/>
                  <a:cs typeface="Arial" panose="020B0604020202020204"/>
                </a:rPr>
                <a:t>L</a:t>
              </a:r>
              <a:endParaRPr lang="en-US" sz="2800" b="1" i="1">
                <a:latin typeface="Arial" panose="020B0604020202020204"/>
                <a:cs typeface="Arial" panose="020B0604020202020204"/>
              </a:endParaRPr>
            </a:p>
          </p:txBody>
        </p:sp>
        <p:sp>
          <p:nvSpPr>
            <p:cNvPr id="12" name="Line 9"/>
            <p:cNvSpPr>
              <a:spLocks noChangeShapeType="1"/>
            </p:cNvSpPr>
            <p:nvPr>
              <p:custDataLst>
                <p:tags r:id="rId4"/>
              </p:custDataLst>
            </p:nvPr>
          </p:nvSpPr>
          <p:spPr bwMode="auto">
            <a:xfrm>
              <a:off x="600" y="3023"/>
              <a:ext cx="24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par>
                          <p:cTn id="23" fill="hold">
                            <p:stCondLst>
                              <p:cond delay="500"/>
                            </p:stCondLst>
                            <p:childTnLst>
                              <p:par>
                                <p:cTn id="24" presetID="18" presetClass="entr" presetSubtype="6"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strips(downRight)">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7" grpId="0"/>
      <p:bldP spid="7" grpId="1"/>
      <p:bldP spid="10" grpId="0"/>
      <p:bldP spid="10" grpId="1"/>
      <p:bldP spid="14" grpId="0"/>
      <p:bldP spid="1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4500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例1: 总产量与边际产量</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grpSp>
        <p:nvGrpSpPr>
          <p:cNvPr id="2" name="Group 2"/>
          <p:cNvGrpSpPr/>
          <p:nvPr/>
        </p:nvGrpSpPr>
        <p:grpSpPr bwMode="auto">
          <a:xfrm>
            <a:off x="1389063" y="1139825"/>
            <a:ext cx="2455862" cy="5087938"/>
            <a:chOff x="210" y="718"/>
            <a:chExt cx="1547" cy="3205"/>
          </a:xfrm>
        </p:grpSpPr>
        <p:grpSp>
          <p:nvGrpSpPr>
            <p:cNvPr id="3" name="Group 3"/>
            <p:cNvGrpSpPr/>
            <p:nvPr/>
          </p:nvGrpSpPr>
          <p:grpSpPr bwMode="auto">
            <a:xfrm>
              <a:off x="210" y="718"/>
              <a:ext cx="1504" cy="3205"/>
              <a:chOff x="210" y="718"/>
              <a:chExt cx="1504" cy="3205"/>
            </a:xfrm>
          </p:grpSpPr>
          <p:sp>
            <p:nvSpPr>
              <p:cNvPr id="22596" name="Rectangle 4"/>
              <p:cNvSpPr>
                <a:spLocks noChangeArrowheads="1"/>
              </p:cNvSpPr>
              <p:nvPr>
                <p:custDataLst>
                  <p:tags r:id="rId2"/>
                </p:custDataLst>
              </p:nvPr>
            </p:nvSpPr>
            <p:spPr bwMode="auto">
              <a:xfrm>
                <a:off x="958" y="3557"/>
                <a:ext cx="732" cy="366"/>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2597" name="Rectangle 5"/>
              <p:cNvSpPr>
                <a:spLocks noChangeArrowheads="1"/>
              </p:cNvSpPr>
              <p:nvPr>
                <p:custDataLst>
                  <p:tags r:id="rId3"/>
                </p:custDataLst>
              </p:nvPr>
            </p:nvSpPr>
            <p:spPr bwMode="auto">
              <a:xfrm>
                <a:off x="210" y="3557"/>
                <a:ext cx="748" cy="366"/>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22598" name="Rectangle 6"/>
              <p:cNvSpPr>
                <a:spLocks noChangeArrowheads="1"/>
              </p:cNvSpPr>
              <p:nvPr>
                <p:custDataLst>
                  <p:tags r:id="rId4"/>
                </p:custDataLst>
              </p:nvPr>
            </p:nvSpPr>
            <p:spPr bwMode="auto">
              <a:xfrm>
                <a:off x="958" y="3191"/>
                <a:ext cx="732" cy="366"/>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2800</a:t>
                </a:r>
                <a:endParaRPr lang="en-US" sz="2400">
                  <a:latin typeface="Arial" panose="020B0604020202020204"/>
                  <a:cs typeface="Arial" panose="020B0604020202020204"/>
                </a:endParaRPr>
              </a:p>
            </p:txBody>
          </p:sp>
          <p:sp>
            <p:nvSpPr>
              <p:cNvPr id="22599" name="Rectangle 7"/>
              <p:cNvSpPr>
                <a:spLocks noChangeArrowheads="1"/>
              </p:cNvSpPr>
              <p:nvPr>
                <p:custDataLst>
                  <p:tags r:id="rId5"/>
                </p:custDataLst>
              </p:nvPr>
            </p:nvSpPr>
            <p:spPr bwMode="auto">
              <a:xfrm>
                <a:off x="210" y="3191"/>
                <a:ext cx="748" cy="366"/>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22600" name="Rectangle 8"/>
              <p:cNvSpPr>
                <a:spLocks noChangeArrowheads="1"/>
              </p:cNvSpPr>
              <p:nvPr>
                <p:custDataLst>
                  <p:tags r:id="rId6"/>
                </p:custDataLst>
              </p:nvPr>
            </p:nvSpPr>
            <p:spPr bwMode="auto">
              <a:xfrm>
                <a:off x="958" y="2788"/>
                <a:ext cx="732" cy="40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22601" name="Rectangle 9"/>
              <p:cNvSpPr>
                <a:spLocks noChangeArrowheads="1"/>
              </p:cNvSpPr>
              <p:nvPr>
                <p:custDataLst>
                  <p:tags r:id="rId7"/>
                </p:custDataLst>
              </p:nvPr>
            </p:nvSpPr>
            <p:spPr bwMode="auto">
              <a:xfrm>
                <a:off x="210" y="2788"/>
                <a:ext cx="748" cy="40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22602" name="Rectangle 10"/>
              <p:cNvSpPr>
                <a:spLocks noChangeArrowheads="1"/>
              </p:cNvSpPr>
              <p:nvPr>
                <p:custDataLst>
                  <p:tags r:id="rId8"/>
                </p:custDataLst>
              </p:nvPr>
            </p:nvSpPr>
            <p:spPr bwMode="auto">
              <a:xfrm>
                <a:off x="958" y="2376"/>
                <a:ext cx="732" cy="41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1800</a:t>
                </a:r>
                <a:endParaRPr lang="en-US" sz="2400">
                  <a:latin typeface="Arial" panose="020B0604020202020204"/>
                  <a:cs typeface="Arial" panose="020B0604020202020204"/>
                </a:endParaRPr>
              </a:p>
            </p:txBody>
          </p:sp>
          <p:sp>
            <p:nvSpPr>
              <p:cNvPr id="22603" name="Rectangle 11"/>
              <p:cNvSpPr>
                <a:spLocks noChangeArrowheads="1"/>
              </p:cNvSpPr>
              <p:nvPr>
                <p:custDataLst>
                  <p:tags r:id="rId9"/>
                </p:custDataLst>
              </p:nvPr>
            </p:nvSpPr>
            <p:spPr bwMode="auto">
              <a:xfrm>
                <a:off x="210" y="2376"/>
                <a:ext cx="748" cy="41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22604" name="Rectangle 12"/>
              <p:cNvSpPr>
                <a:spLocks noChangeArrowheads="1"/>
              </p:cNvSpPr>
              <p:nvPr>
                <p:custDataLst>
                  <p:tags r:id="rId10"/>
                </p:custDataLst>
              </p:nvPr>
            </p:nvSpPr>
            <p:spPr bwMode="auto">
              <a:xfrm>
                <a:off x="958" y="1973"/>
                <a:ext cx="732" cy="40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2605" name="Rectangle 13"/>
              <p:cNvSpPr>
                <a:spLocks noChangeArrowheads="1"/>
              </p:cNvSpPr>
              <p:nvPr>
                <p:custDataLst>
                  <p:tags r:id="rId11"/>
                </p:custDataLst>
              </p:nvPr>
            </p:nvSpPr>
            <p:spPr bwMode="auto">
              <a:xfrm>
                <a:off x="210" y="1973"/>
                <a:ext cx="748" cy="40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22606" name="Rectangle 14"/>
              <p:cNvSpPr>
                <a:spLocks noChangeArrowheads="1"/>
              </p:cNvSpPr>
              <p:nvPr>
                <p:custDataLst>
                  <p:tags r:id="rId12"/>
                </p:custDataLst>
              </p:nvPr>
            </p:nvSpPr>
            <p:spPr bwMode="auto">
              <a:xfrm>
                <a:off x="958" y="1545"/>
                <a:ext cx="732" cy="428"/>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2607" name="Rectangle 15"/>
              <p:cNvSpPr>
                <a:spLocks noChangeArrowheads="1"/>
              </p:cNvSpPr>
              <p:nvPr>
                <p:custDataLst>
                  <p:tags r:id="rId13"/>
                </p:custDataLst>
              </p:nvPr>
            </p:nvSpPr>
            <p:spPr bwMode="auto">
              <a:xfrm>
                <a:off x="210" y="1545"/>
                <a:ext cx="748" cy="428"/>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2608" name="Rectangle 16"/>
              <p:cNvSpPr>
                <a:spLocks noChangeArrowheads="1"/>
              </p:cNvSpPr>
              <p:nvPr>
                <p:custDataLst>
                  <p:tags r:id="rId14"/>
                </p:custDataLst>
              </p:nvPr>
            </p:nvSpPr>
            <p:spPr bwMode="auto">
              <a:xfrm>
                <a:off x="958" y="718"/>
                <a:ext cx="756" cy="827"/>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r>
                  <a:rPr lang="en-US" sz="2400">
                    <a:latin typeface="Arial" panose="020B0604020202020204"/>
                    <a:cs typeface="Arial" panose="020B0604020202020204"/>
                  </a:rPr>
                  <a:t>             </a:t>
                </a:r>
                <a:r>
                  <a:rPr lang="en-US" sz="2200">
                    <a:latin typeface="Arial" panose="020B0604020202020204"/>
                    <a:cs typeface="Arial" panose="020B0604020202020204"/>
                  </a:rPr>
                  <a:t>(小麦</a:t>
                </a:r>
                <a:r>
                  <a:rPr lang="zh-CN" altLang="en-US" sz="2200">
                    <a:latin typeface="Arial" panose="020B0604020202020204"/>
                    <a:cs typeface="Arial" panose="020B0604020202020204"/>
                  </a:rPr>
                  <a:t>的产量</a:t>
                </a:r>
                <a:r>
                  <a:rPr lang="en-US" sz="2200">
                    <a:latin typeface="Arial" panose="020B0604020202020204"/>
                    <a:cs typeface="Arial" panose="020B0604020202020204"/>
                  </a:rPr>
                  <a:t>)</a:t>
                </a:r>
                <a:endParaRPr lang="en-US" sz="2200">
                  <a:latin typeface="Arial" panose="020B0604020202020204"/>
                  <a:cs typeface="Arial" panose="020B0604020202020204"/>
                </a:endParaRPr>
              </a:p>
            </p:txBody>
          </p:sp>
          <p:sp>
            <p:nvSpPr>
              <p:cNvPr id="22609" name="Rectangle 17"/>
              <p:cNvSpPr>
                <a:spLocks noChangeArrowheads="1"/>
              </p:cNvSpPr>
              <p:nvPr>
                <p:custDataLst>
                  <p:tags r:id="rId15"/>
                </p:custDataLst>
              </p:nvPr>
            </p:nvSpPr>
            <p:spPr bwMode="auto">
              <a:xfrm>
                <a:off x="210" y="718"/>
                <a:ext cx="748" cy="827"/>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L</a:t>
                </a:r>
                <a:br>
                  <a:rPr lang="en-US" sz="2400">
                    <a:latin typeface="Arial" panose="020B0604020202020204"/>
                    <a:cs typeface="Arial" panose="020B0604020202020204"/>
                  </a:rPr>
                </a:br>
                <a:r>
                  <a:rPr lang="en-US" sz="2200">
                    <a:latin typeface="Arial" panose="020B0604020202020204"/>
                    <a:cs typeface="Arial" panose="020B0604020202020204"/>
                  </a:rPr>
                  <a:t>(</a:t>
                </a:r>
                <a:r>
                  <a:rPr lang="zh-CN" altLang="en-US" sz="2200">
                    <a:latin typeface="Arial" panose="020B0604020202020204"/>
                    <a:cs typeface="Arial" panose="020B0604020202020204"/>
                  </a:rPr>
                  <a:t>工人的数量</a:t>
                </a:r>
                <a:r>
                  <a:rPr lang="en-US" sz="2200">
                    <a:latin typeface="Arial" panose="020B0604020202020204"/>
                    <a:cs typeface="Arial" panose="020B0604020202020204"/>
                  </a:rPr>
                  <a:t>)</a:t>
                </a:r>
                <a:endParaRPr lang="en-US" sz="2200">
                  <a:latin typeface="Arial" panose="020B0604020202020204"/>
                  <a:cs typeface="Arial" panose="020B0604020202020204"/>
                </a:endParaRPr>
              </a:p>
            </p:txBody>
          </p:sp>
        </p:grpSp>
        <p:sp>
          <p:nvSpPr>
            <p:cNvPr id="22595" name="Line 18"/>
            <p:cNvSpPr>
              <a:spLocks noChangeShapeType="1"/>
            </p:cNvSpPr>
            <p:nvPr>
              <p:custDataLst>
                <p:tags r:id="rId16"/>
              </p:custDataLst>
            </p:nvPr>
          </p:nvSpPr>
          <p:spPr bwMode="auto">
            <a:xfrm>
              <a:off x="216" y="1553"/>
              <a:ext cx="1541"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74772" name="Rectangle 20"/>
          <p:cNvSpPr>
            <a:spLocks noChangeArrowheads="1"/>
          </p:cNvSpPr>
          <p:nvPr>
            <p:custDataLst>
              <p:tags r:id="rId17"/>
            </p:custDataLst>
          </p:nvPr>
        </p:nvSpPr>
        <p:spPr bwMode="auto">
          <a:xfrm>
            <a:off x="6423025" y="5367338"/>
            <a:ext cx="927100"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a:t>
            </a:r>
            <a:endParaRPr lang="en-US" sz="2400">
              <a:latin typeface="Arial" panose="020B0604020202020204"/>
              <a:cs typeface="Arial" panose="020B0604020202020204"/>
            </a:endParaRPr>
          </a:p>
        </p:txBody>
      </p:sp>
      <p:sp>
        <p:nvSpPr>
          <p:cNvPr id="74773" name="Rectangle 21"/>
          <p:cNvSpPr>
            <a:spLocks noChangeArrowheads="1"/>
          </p:cNvSpPr>
          <p:nvPr>
            <p:custDataLst>
              <p:tags r:id="rId18"/>
            </p:custDataLst>
          </p:nvPr>
        </p:nvSpPr>
        <p:spPr bwMode="auto">
          <a:xfrm>
            <a:off x="6423025" y="4727575"/>
            <a:ext cx="927100" cy="63976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400</a:t>
            </a:r>
            <a:endParaRPr lang="en-US" sz="2400">
              <a:latin typeface="Arial" panose="020B0604020202020204"/>
              <a:cs typeface="Arial" panose="020B0604020202020204"/>
            </a:endParaRPr>
          </a:p>
        </p:txBody>
      </p:sp>
      <p:sp>
        <p:nvSpPr>
          <p:cNvPr id="74774" name="Rectangle 22"/>
          <p:cNvSpPr>
            <a:spLocks noChangeArrowheads="1"/>
          </p:cNvSpPr>
          <p:nvPr>
            <p:custDataLst>
              <p:tags r:id="rId19"/>
            </p:custDataLst>
          </p:nvPr>
        </p:nvSpPr>
        <p:spPr bwMode="auto">
          <a:xfrm>
            <a:off x="6423025" y="4073525"/>
            <a:ext cx="927100" cy="6540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600</a:t>
            </a:r>
            <a:endParaRPr lang="en-US" sz="2400">
              <a:latin typeface="Arial" panose="020B0604020202020204"/>
              <a:cs typeface="Arial" panose="020B0604020202020204"/>
            </a:endParaRPr>
          </a:p>
        </p:txBody>
      </p:sp>
      <p:sp>
        <p:nvSpPr>
          <p:cNvPr id="74775" name="Rectangle 23"/>
          <p:cNvSpPr>
            <a:spLocks noChangeArrowheads="1"/>
          </p:cNvSpPr>
          <p:nvPr>
            <p:custDataLst>
              <p:tags r:id="rId20"/>
            </p:custDataLst>
          </p:nvPr>
        </p:nvSpPr>
        <p:spPr bwMode="auto">
          <a:xfrm>
            <a:off x="6423025" y="3433763"/>
            <a:ext cx="927100" cy="63976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800</a:t>
            </a:r>
            <a:endParaRPr lang="en-US" sz="2400">
              <a:latin typeface="Arial" panose="020B0604020202020204"/>
              <a:cs typeface="Arial" panose="020B0604020202020204"/>
            </a:endParaRPr>
          </a:p>
        </p:txBody>
      </p:sp>
      <p:sp>
        <p:nvSpPr>
          <p:cNvPr id="74776" name="Rectangle 24"/>
          <p:cNvSpPr>
            <a:spLocks noChangeArrowheads="1"/>
          </p:cNvSpPr>
          <p:nvPr>
            <p:custDataLst>
              <p:tags r:id="rId21"/>
            </p:custDataLst>
          </p:nvPr>
        </p:nvSpPr>
        <p:spPr bwMode="auto">
          <a:xfrm>
            <a:off x="6423025" y="2754313"/>
            <a:ext cx="927100" cy="6794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2539" name="Rectangle 25"/>
          <p:cNvSpPr>
            <a:spLocks noChangeArrowheads="1"/>
          </p:cNvSpPr>
          <p:nvPr>
            <p:custDataLst>
              <p:tags r:id="rId22"/>
            </p:custDataLst>
          </p:nvPr>
        </p:nvSpPr>
        <p:spPr bwMode="auto">
          <a:xfrm>
            <a:off x="6315075" y="1312863"/>
            <a:ext cx="927100" cy="131286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MPL</a:t>
            </a:r>
            <a:endParaRPr lang="en-US" sz="2400" i="1">
              <a:latin typeface="Arial" panose="020B0604020202020204"/>
              <a:cs typeface="Arial" panose="020B0604020202020204"/>
            </a:endParaRPr>
          </a:p>
        </p:txBody>
      </p:sp>
      <p:sp>
        <p:nvSpPr>
          <p:cNvPr id="22540" name="Line 26"/>
          <p:cNvSpPr>
            <a:spLocks noChangeShapeType="1"/>
          </p:cNvSpPr>
          <p:nvPr>
            <p:custDataLst>
              <p:tags r:id="rId23"/>
            </p:custDataLst>
          </p:nvPr>
        </p:nvSpPr>
        <p:spPr bwMode="auto">
          <a:xfrm>
            <a:off x="3776663" y="1139825"/>
            <a:ext cx="0" cy="13128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1" name="Line 27"/>
          <p:cNvSpPr>
            <a:spLocks noChangeShapeType="1"/>
          </p:cNvSpPr>
          <p:nvPr>
            <p:custDataLst>
              <p:tags r:id="rId24"/>
            </p:custDataLst>
          </p:nvPr>
        </p:nvSpPr>
        <p:spPr bwMode="auto">
          <a:xfrm>
            <a:off x="1520825" y="1139825"/>
            <a:ext cx="132873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2" name="Line 28"/>
          <p:cNvSpPr>
            <a:spLocks noChangeShapeType="1"/>
          </p:cNvSpPr>
          <p:nvPr>
            <p:custDataLst>
              <p:tags r:id="rId25"/>
            </p:custDataLst>
          </p:nvPr>
        </p:nvSpPr>
        <p:spPr bwMode="auto">
          <a:xfrm>
            <a:off x="333375"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3" name="Line 29"/>
          <p:cNvSpPr>
            <a:spLocks noChangeShapeType="1"/>
          </p:cNvSpPr>
          <p:nvPr>
            <p:custDataLst>
              <p:tags r:id="rId26"/>
            </p:custDataLst>
          </p:nvPr>
        </p:nvSpPr>
        <p:spPr bwMode="auto">
          <a:xfrm>
            <a:off x="2849563" y="1139825"/>
            <a:ext cx="9271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4" name="Line 30"/>
          <p:cNvSpPr>
            <a:spLocks noChangeShapeType="1"/>
          </p:cNvSpPr>
          <p:nvPr>
            <p:custDataLst>
              <p:tags r:id="rId27"/>
            </p:custDataLst>
          </p:nvPr>
        </p:nvSpPr>
        <p:spPr bwMode="auto">
          <a:xfrm>
            <a:off x="3776663"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5" name="Line 31"/>
          <p:cNvSpPr>
            <a:spLocks noChangeShapeType="1"/>
          </p:cNvSpPr>
          <p:nvPr>
            <p:custDataLst>
              <p:tags r:id="rId28"/>
            </p:custDataLst>
          </p:nvPr>
        </p:nvSpPr>
        <p:spPr bwMode="auto">
          <a:xfrm>
            <a:off x="333375"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6" name="Line 32"/>
          <p:cNvSpPr>
            <a:spLocks noChangeShapeType="1"/>
          </p:cNvSpPr>
          <p:nvPr>
            <p:custDataLst>
              <p:tags r:id="rId29"/>
            </p:custDataLst>
          </p:nvPr>
        </p:nvSpPr>
        <p:spPr bwMode="auto">
          <a:xfrm>
            <a:off x="3776663"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7" name="Line 33"/>
          <p:cNvSpPr>
            <a:spLocks noChangeShapeType="1"/>
          </p:cNvSpPr>
          <p:nvPr>
            <p:custDataLst>
              <p:tags r:id="rId30"/>
            </p:custDataLst>
          </p:nvPr>
        </p:nvSpPr>
        <p:spPr bwMode="auto">
          <a:xfrm>
            <a:off x="333375"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8" name="Line 34"/>
          <p:cNvSpPr>
            <a:spLocks noChangeShapeType="1"/>
          </p:cNvSpPr>
          <p:nvPr>
            <p:custDataLst>
              <p:tags r:id="rId31"/>
            </p:custDataLst>
          </p:nvPr>
        </p:nvSpPr>
        <p:spPr bwMode="auto">
          <a:xfrm>
            <a:off x="3776663"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49" name="Line 35"/>
          <p:cNvSpPr>
            <a:spLocks noChangeShapeType="1"/>
          </p:cNvSpPr>
          <p:nvPr>
            <p:custDataLst>
              <p:tags r:id="rId32"/>
            </p:custDataLst>
          </p:nvPr>
        </p:nvSpPr>
        <p:spPr bwMode="auto">
          <a:xfrm>
            <a:off x="333375"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0" name="Line 36"/>
          <p:cNvSpPr>
            <a:spLocks noChangeShapeType="1"/>
          </p:cNvSpPr>
          <p:nvPr>
            <p:custDataLst>
              <p:tags r:id="rId33"/>
            </p:custDataLst>
          </p:nvPr>
        </p:nvSpPr>
        <p:spPr bwMode="auto">
          <a:xfrm>
            <a:off x="3776663"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1" name="Line 37"/>
          <p:cNvSpPr>
            <a:spLocks noChangeShapeType="1"/>
          </p:cNvSpPr>
          <p:nvPr>
            <p:custDataLst>
              <p:tags r:id="rId34"/>
            </p:custDataLst>
          </p:nvPr>
        </p:nvSpPr>
        <p:spPr bwMode="auto">
          <a:xfrm>
            <a:off x="333375"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2" name="Line 38"/>
          <p:cNvSpPr>
            <a:spLocks noChangeShapeType="1"/>
          </p:cNvSpPr>
          <p:nvPr>
            <p:custDataLst>
              <p:tags r:id="rId35"/>
            </p:custDataLst>
          </p:nvPr>
        </p:nvSpPr>
        <p:spPr bwMode="auto">
          <a:xfrm>
            <a:off x="3776663"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3" name="Line 39"/>
          <p:cNvSpPr>
            <a:spLocks noChangeShapeType="1"/>
          </p:cNvSpPr>
          <p:nvPr>
            <p:custDataLst>
              <p:tags r:id="rId36"/>
            </p:custDataLst>
          </p:nvPr>
        </p:nvSpPr>
        <p:spPr bwMode="auto">
          <a:xfrm>
            <a:off x="333375"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4" name="Line 40"/>
          <p:cNvSpPr>
            <a:spLocks noChangeShapeType="1"/>
          </p:cNvSpPr>
          <p:nvPr>
            <p:custDataLst>
              <p:tags r:id="rId37"/>
            </p:custDataLst>
          </p:nvPr>
        </p:nvSpPr>
        <p:spPr bwMode="auto">
          <a:xfrm>
            <a:off x="3776663"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5" name="Line 41"/>
          <p:cNvSpPr>
            <a:spLocks noChangeShapeType="1"/>
          </p:cNvSpPr>
          <p:nvPr>
            <p:custDataLst>
              <p:tags r:id="rId38"/>
            </p:custDataLst>
          </p:nvPr>
        </p:nvSpPr>
        <p:spPr bwMode="auto">
          <a:xfrm>
            <a:off x="1520825" y="6227763"/>
            <a:ext cx="132873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6" name="Line 42"/>
          <p:cNvSpPr>
            <a:spLocks noChangeShapeType="1"/>
          </p:cNvSpPr>
          <p:nvPr>
            <p:custDataLst>
              <p:tags r:id="rId39"/>
            </p:custDataLst>
          </p:nvPr>
        </p:nvSpPr>
        <p:spPr bwMode="auto">
          <a:xfrm>
            <a:off x="2849563" y="6227763"/>
            <a:ext cx="9271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2557" name="Line 73"/>
          <p:cNvSpPr>
            <a:spLocks noChangeShapeType="1"/>
          </p:cNvSpPr>
          <p:nvPr>
            <p:custDataLst>
              <p:tags r:id="rId40"/>
            </p:custDataLst>
          </p:nvPr>
        </p:nvSpPr>
        <p:spPr bwMode="auto">
          <a:xfrm>
            <a:off x="1720850" y="2463800"/>
            <a:ext cx="5913438"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nvGrpSpPr>
          <p:cNvPr id="4" name="Group 97"/>
          <p:cNvGrpSpPr/>
          <p:nvPr/>
        </p:nvGrpSpPr>
        <p:grpSpPr bwMode="auto">
          <a:xfrm>
            <a:off x="309563" y="2795588"/>
            <a:ext cx="5416550" cy="666750"/>
            <a:chOff x="195" y="1761"/>
            <a:chExt cx="3412" cy="420"/>
          </a:xfrm>
        </p:grpSpPr>
        <p:grpSp>
          <p:nvGrpSpPr>
            <p:cNvPr id="7" name="Group 88"/>
            <p:cNvGrpSpPr/>
            <p:nvPr/>
          </p:nvGrpSpPr>
          <p:grpSpPr bwMode="auto">
            <a:xfrm>
              <a:off x="2306" y="1761"/>
              <a:ext cx="1301" cy="406"/>
              <a:chOff x="2306" y="1761"/>
              <a:chExt cx="1301" cy="406"/>
            </a:xfrm>
          </p:grpSpPr>
          <p:sp>
            <p:nvSpPr>
              <p:cNvPr id="22592" name="Arc 44"/>
              <p:cNvSpPr/>
              <p:nvPr>
                <p:custDataLst>
                  <p:tags r:id="rId41"/>
                </p:custDataLst>
              </p:nvPr>
            </p:nvSpPr>
            <p:spPr bwMode="auto">
              <a:xfrm>
                <a:off x="2306" y="1761"/>
                <a:ext cx="217" cy="406"/>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93" name="Rectangle 75"/>
              <p:cNvSpPr>
                <a:spLocks noChangeArrowheads="1"/>
              </p:cNvSpPr>
              <p:nvPr>
                <p:custDataLst>
                  <p:tags r:id="rId42"/>
                </p:custDataLst>
              </p:nvPr>
            </p:nvSpPr>
            <p:spPr bwMode="auto">
              <a:xfrm>
                <a:off x="2540" y="1814"/>
                <a:ext cx="1067" cy="298"/>
              </a:xfrm>
              <a:prstGeom prst="rect">
                <a:avLst/>
              </a:prstGeom>
              <a:noFill/>
              <a:ln w="9525">
                <a:noFill/>
                <a:miter lim="800000"/>
              </a:ln>
            </p:spPr>
            <p:txBody>
              <a:bodyPr wrap="none">
                <a:spAutoFit/>
              </a:bodyPr>
              <a:lstStyle/>
              <a:p>
                <a:r>
                  <a:rPr lang="en-US" sz="2500" b="1">
                    <a:latin typeface="Arial" panose="020B0604020202020204"/>
                    <a:cs typeface="Arial" panose="020B0604020202020204"/>
                  </a:rPr>
                  <a:t>∆</a:t>
                </a:r>
                <a:r>
                  <a:rPr lang="en-US" sz="2500" b="1" i="1">
                    <a:latin typeface="Arial" panose="020B0604020202020204"/>
                    <a:cs typeface="Arial" panose="020B0604020202020204"/>
                  </a:rPr>
                  <a:t>Q</a:t>
                </a:r>
                <a:r>
                  <a:rPr lang="en-US" sz="2500">
                    <a:latin typeface="Arial" panose="020B0604020202020204"/>
                    <a:cs typeface="Arial" panose="020B0604020202020204"/>
                  </a:rPr>
                  <a:t> = 1000</a:t>
                </a:r>
                <a:endParaRPr lang="en-US" sz="2500">
                  <a:latin typeface="Arial" panose="020B0604020202020204"/>
                  <a:cs typeface="Arial" panose="020B0604020202020204"/>
                </a:endParaRPr>
              </a:p>
            </p:txBody>
          </p:sp>
        </p:grpSp>
        <p:grpSp>
          <p:nvGrpSpPr>
            <p:cNvPr id="8" name="Group 87"/>
            <p:cNvGrpSpPr/>
            <p:nvPr/>
          </p:nvGrpSpPr>
          <p:grpSpPr bwMode="auto">
            <a:xfrm>
              <a:off x="195" y="1774"/>
              <a:ext cx="943" cy="407"/>
              <a:chOff x="195" y="1774"/>
              <a:chExt cx="943" cy="407"/>
            </a:xfrm>
          </p:grpSpPr>
          <p:sp>
            <p:nvSpPr>
              <p:cNvPr id="22590" name="Arc 59"/>
              <p:cNvSpPr/>
              <p:nvPr>
                <p:custDataLst>
                  <p:tags r:id="rId43"/>
                </p:custDataLst>
              </p:nvPr>
            </p:nvSpPr>
            <p:spPr bwMode="auto">
              <a:xfrm flipH="1">
                <a:off x="921" y="1774"/>
                <a:ext cx="217" cy="407"/>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91" name="Rectangle 82"/>
              <p:cNvSpPr>
                <a:spLocks noChangeArrowheads="1"/>
              </p:cNvSpPr>
              <p:nvPr>
                <p:custDataLst>
                  <p:tags r:id="rId44"/>
                </p:custDataLst>
              </p:nvPr>
            </p:nvSpPr>
            <p:spPr bwMode="auto">
              <a:xfrm>
                <a:off x="195" y="1816"/>
                <a:ext cx="707" cy="298"/>
              </a:xfrm>
              <a:prstGeom prst="rect">
                <a:avLst/>
              </a:prstGeom>
              <a:noFill/>
              <a:ln w="9525">
                <a:noFill/>
                <a:miter lim="800000"/>
              </a:ln>
            </p:spPr>
            <p:txBody>
              <a:bodyPr>
                <a:spAutoFit/>
              </a:bodyPr>
              <a:lstStyle/>
              <a:p>
                <a:pPr algn="r"/>
                <a:r>
                  <a:rPr lang="en-US" sz="2500" b="1">
                    <a:latin typeface="Arial" panose="020B0604020202020204"/>
                    <a:cs typeface="Arial" panose="020B0604020202020204"/>
                  </a:rPr>
                  <a:t>∆</a:t>
                </a:r>
                <a:r>
                  <a:rPr lang="en-US" sz="2500" b="1" i="1">
                    <a:latin typeface="Arial" panose="020B0604020202020204"/>
                    <a:cs typeface="Arial" panose="020B0604020202020204"/>
                  </a:rPr>
                  <a:t>L</a:t>
                </a:r>
                <a:r>
                  <a:rPr lang="en-US" sz="2500">
                    <a:latin typeface="Arial" panose="020B0604020202020204"/>
                    <a:cs typeface="Arial" panose="020B0604020202020204"/>
                  </a:rPr>
                  <a:t> = 1</a:t>
                </a:r>
                <a:endParaRPr lang="en-US" sz="2500">
                  <a:latin typeface="Arial" panose="020B0604020202020204"/>
                  <a:cs typeface="Arial" panose="020B0604020202020204"/>
                </a:endParaRPr>
              </a:p>
            </p:txBody>
          </p:sp>
        </p:grpSp>
      </p:grpSp>
      <p:grpSp>
        <p:nvGrpSpPr>
          <p:cNvPr id="9" name="Group 98"/>
          <p:cNvGrpSpPr/>
          <p:nvPr/>
        </p:nvGrpSpPr>
        <p:grpSpPr bwMode="auto">
          <a:xfrm>
            <a:off x="314325" y="3481388"/>
            <a:ext cx="5238750" cy="646112"/>
            <a:chOff x="198" y="2193"/>
            <a:chExt cx="3300" cy="407"/>
          </a:xfrm>
        </p:grpSpPr>
        <p:grpSp>
          <p:nvGrpSpPr>
            <p:cNvPr id="10" name="Group 90"/>
            <p:cNvGrpSpPr/>
            <p:nvPr/>
          </p:nvGrpSpPr>
          <p:grpSpPr bwMode="auto">
            <a:xfrm>
              <a:off x="2306" y="2193"/>
              <a:ext cx="1192" cy="406"/>
              <a:chOff x="2306" y="2193"/>
              <a:chExt cx="1192" cy="406"/>
            </a:xfrm>
          </p:grpSpPr>
          <p:sp>
            <p:nvSpPr>
              <p:cNvPr id="22586" name="Arc 47"/>
              <p:cNvSpPr/>
              <p:nvPr>
                <p:custDataLst>
                  <p:tags r:id="rId45"/>
                </p:custDataLst>
              </p:nvPr>
            </p:nvSpPr>
            <p:spPr bwMode="auto">
              <a:xfrm>
                <a:off x="2306" y="2193"/>
                <a:ext cx="217" cy="406"/>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87" name="Rectangle 78"/>
              <p:cNvSpPr>
                <a:spLocks noChangeArrowheads="1"/>
              </p:cNvSpPr>
              <p:nvPr>
                <p:custDataLst>
                  <p:tags r:id="rId46"/>
                </p:custDataLst>
              </p:nvPr>
            </p:nvSpPr>
            <p:spPr bwMode="auto">
              <a:xfrm>
                <a:off x="2542" y="2244"/>
                <a:ext cx="956" cy="298"/>
              </a:xfrm>
              <a:prstGeom prst="rect">
                <a:avLst/>
              </a:prstGeom>
              <a:noFill/>
              <a:ln w="9525">
                <a:noFill/>
                <a:miter lim="800000"/>
              </a:ln>
            </p:spPr>
            <p:txBody>
              <a:bodyPr wrap="none">
                <a:spAutoFit/>
              </a:bodyPr>
              <a:lstStyle/>
              <a:p>
                <a:r>
                  <a:rPr lang="en-US" sz="2500" b="1">
                    <a:latin typeface="Arial" panose="020B0604020202020204"/>
                    <a:cs typeface="Arial" panose="020B0604020202020204"/>
                  </a:rPr>
                  <a:t>∆</a:t>
                </a:r>
                <a:r>
                  <a:rPr lang="en-US" sz="2500" b="1" i="1">
                    <a:latin typeface="Arial" panose="020B0604020202020204"/>
                    <a:cs typeface="Arial" panose="020B0604020202020204"/>
                  </a:rPr>
                  <a:t>Q</a:t>
                </a:r>
                <a:r>
                  <a:rPr lang="en-US" sz="2500">
                    <a:latin typeface="Arial" panose="020B0604020202020204"/>
                    <a:cs typeface="Arial" panose="020B0604020202020204"/>
                  </a:rPr>
                  <a:t> = 800</a:t>
                </a:r>
                <a:endParaRPr lang="en-US" sz="2500">
                  <a:latin typeface="Arial" panose="020B0604020202020204"/>
                  <a:cs typeface="Arial" panose="020B0604020202020204"/>
                </a:endParaRPr>
              </a:p>
            </p:txBody>
          </p:sp>
        </p:grpSp>
        <p:grpSp>
          <p:nvGrpSpPr>
            <p:cNvPr id="11" name="Group 89"/>
            <p:cNvGrpSpPr/>
            <p:nvPr/>
          </p:nvGrpSpPr>
          <p:grpSpPr bwMode="auto">
            <a:xfrm>
              <a:off x="198" y="2193"/>
              <a:ext cx="941" cy="407"/>
              <a:chOff x="198" y="2193"/>
              <a:chExt cx="941" cy="407"/>
            </a:xfrm>
          </p:grpSpPr>
          <p:sp>
            <p:nvSpPr>
              <p:cNvPr id="22584" name="Arc 62"/>
              <p:cNvSpPr/>
              <p:nvPr>
                <p:custDataLst>
                  <p:tags r:id="rId47"/>
                </p:custDataLst>
              </p:nvPr>
            </p:nvSpPr>
            <p:spPr bwMode="auto">
              <a:xfrm flipH="1">
                <a:off x="922" y="2193"/>
                <a:ext cx="217" cy="407"/>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85" name="Rectangle 83"/>
              <p:cNvSpPr>
                <a:spLocks noChangeArrowheads="1"/>
              </p:cNvSpPr>
              <p:nvPr>
                <p:custDataLst>
                  <p:tags r:id="rId48"/>
                </p:custDataLst>
              </p:nvPr>
            </p:nvSpPr>
            <p:spPr bwMode="auto">
              <a:xfrm>
                <a:off x="198" y="2245"/>
                <a:ext cx="707" cy="298"/>
              </a:xfrm>
              <a:prstGeom prst="rect">
                <a:avLst/>
              </a:prstGeom>
              <a:noFill/>
              <a:ln w="9525">
                <a:noFill/>
                <a:miter lim="800000"/>
              </a:ln>
            </p:spPr>
            <p:txBody>
              <a:bodyPr>
                <a:spAutoFit/>
              </a:bodyPr>
              <a:lstStyle/>
              <a:p>
                <a:pPr algn="r"/>
                <a:r>
                  <a:rPr lang="en-US" sz="2500" b="1">
                    <a:latin typeface="Arial" panose="020B0604020202020204"/>
                    <a:cs typeface="Arial" panose="020B0604020202020204"/>
                  </a:rPr>
                  <a:t>∆</a:t>
                </a:r>
                <a:r>
                  <a:rPr lang="en-US" sz="2500" b="1" i="1">
                    <a:latin typeface="Arial" panose="020B0604020202020204"/>
                    <a:cs typeface="Arial" panose="020B0604020202020204"/>
                  </a:rPr>
                  <a:t>L</a:t>
                </a:r>
                <a:r>
                  <a:rPr lang="en-US" sz="2500">
                    <a:latin typeface="Arial" panose="020B0604020202020204"/>
                    <a:cs typeface="Arial" panose="020B0604020202020204"/>
                  </a:rPr>
                  <a:t> = 1</a:t>
                </a:r>
                <a:endParaRPr lang="en-US" sz="2500">
                  <a:latin typeface="Arial" panose="020B0604020202020204"/>
                  <a:cs typeface="Arial" panose="020B0604020202020204"/>
                </a:endParaRPr>
              </a:p>
            </p:txBody>
          </p:sp>
        </p:grpSp>
      </p:grpSp>
      <p:grpSp>
        <p:nvGrpSpPr>
          <p:cNvPr id="12" name="Group 99"/>
          <p:cNvGrpSpPr/>
          <p:nvPr/>
        </p:nvGrpSpPr>
        <p:grpSpPr bwMode="auto">
          <a:xfrm>
            <a:off x="312738" y="4103688"/>
            <a:ext cx="5246687" cy="661987"/>
            <a:chOff x="197" y="2585"/>
            <a:chExt cx="3305" cy="417"/>
          </a:xfrm>
        </p:grpSpPr>
        <p:grpSp>
          <p:nvGrpSpPr>
            <p:cNvPr id="13" name="Group 92"/>
            <p:cNvGrpSpPr/>
            <p:nvPr/>
          </p:nvGrpSpPr>
          <p:grpSpPr bwMode="auto">
            <a:xfrm>
              <a:off x="2313" y="2596"/>
              <a:ext cx="1189" cy="406"/>
              <a:chOff x="2313" y="2596"/>
              <a:chExt cx="1189" cy="406"/>
            </a:xfrm>
          </p:grpSpPr>
          <p:sp>
            <p:nvSpPr>
              <p:cNvPr id="22580" name="Arc 50"/>
              <p:cNvSpPr/>
              <p:nvPr>
                <p:custDataLst>
                  <p:tags r:id="rId49"/>
                </p:custDataLst>
              </p:nvPr>
            </p:nvSpPr>
            <p:spPr bwMode="auto">
              <a:xfrm>
                <a:off x="2313" y="2596"/>
                <a:ext cx="217" cy="406"/>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81" name="Rectangle 79"/>
              <p:cNvSpPr>
                <a:spLocks noChangeArrowheads="1"/>
              </p:cNvSpPr>
              <p:nvPr>
                <p:custDataLst>
                  <p:tags r:id="rId50"/>
                </p:custDataLst>
              </p:nvPr>
            </p:nvSpPr>
            <p:spPr bwMode="auto">
              <a:xfrm>
                <a:off x="2546" y="2639"/>
                <a:ext cx="956" cy="298"/>
              </a:xfrm>
              <a:prstGeom prst="rect">
                <a:avLst/>
              </a:prstGeom>
              <a:noFill/>
              <a:ln w="9525">
                <a:noFill/>
                <a:miter lim="800000"/>
              </a:ln>
            </p:spPr>
            <p:txBody>
              <a:bodyPr wrap="none">
                <a:spAutoFit/>
              </a:bodyPr>
              <a:lstStyle/>
              <a:p>
                <a:r>
                  <a:rPr lang="en-US" sz="2500" b="1">
                    <a:latin typeface="Arial" panose="020B0604020202020204"/>
                    <a:cs typeface="Arial" panose="020B0604020202020204"/>
                  </a:rPr>
                  <a:t>∆</a:t>
                </a:r>
                <a:r>
                  <a:rPr lang="en-US" sz="2500" b="1" i="1">
                    <a:latin typeface="Arial" panose="020B0604020202020204"/>
                    <a:cs typeface="Arial" panose="020B0604020202020204"/>
                  </a:rPr>
                  <a:t>Q</a:t>
                </a:r>
                <a:r>
                  <a:rPr lang="en-US" sz="2500">
                    <a:latin typeface="Arial" panose="020B0604020202020204"/>
                    <a:cs typeface="Arial" panose="020B0604020202020204"/>
                  </a:rPr>
                  <a:t> = 600</a:t>
                </a:r>
                <a:endParaRPr lang="en-US" sz="2500">
                  <a:latin typeface="Arial" panose="020B0604020202020204"/>
                  <a:cs typeface="Arial" panose="020B0604020202020204"/>
                </a:endParaRPr>
              </a:p>
            </p:txBody>
          </p:sp>
        </p:grpSp>
        <p:grpSp>
          <p:nvGrpSpPr>
            <p:cNvPr id="14" name="Group 91"/>
            <p:cNvGrpSpPr/>
            <p:nvPr/>
          </p:nvGrpSpPr>
          <p:grpSpPr bwMode="auto">
            <a:xfrm>
              <a:off x="197" y="2585"/>
              <a:ext cx="942" cy="407"/>
              <a:chOff x="197" y="2585"/>
              <a:chExt cx="942" cy="407"/>
            </a:xfrm>
          </p:grpSpPr>
          <p:sp>
            <p:nvSpPr>
              <p:cNvPr id="22578" name="Arc 65"/>
              <p:cNvSpPr/>
              <p:nvPr>
                <p:custDataLst>
                  <p:tags r:id="rId51"/>
                </p:custDataLst>
              </p:nvPr>
            </p:nvSpPr>
            <p:spPr bwMode="auto">
              <a:xfrm flipH="1">
                <a:off x="922" y="2585"/>
                <a:ext cx="217" cy="407"/>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79" name="Rectangle 84"/>
              <p:cNvSpPr>
                <a:spLocks noChangeArrowheads="1"/>
              </p:cNvSpPr>
              <p:nvPr>
                <p:custDataLst>
                  <p:tags r:id="rId52"/>
                </p:custDataLst>
              </p:nvPr>
            </p:nvSpPr>
            <p:spPr bwMode="auto">
              <a:xfrm>
                <a:off x="197" y="2636"/>
                <a:ext cx="707" cy="298"/>
              </a:xfrm>
              <a:prstGeom prst="rect">
                <a:avLst/>
              </a:prstGeom>
              <a:noFill/>
              <a:ln w="9525">
                <a:noFill/>
                <a:miter lim="800000"/>
              </a:ln>
            </p:spPr>
            <p:txBody>
              <a:bodyPr>
                <a:spAutoFit/>
              </a:bodyPr>
              <a:lstStyle/>
              <a:p>
                <a:pPr algn="r"/>
                <a:r>
                  <a:rPr lang="en-US" sz="2500" b="1">
                    <a:latin typeface="Arial" panose="020B0604020202020204"/>
                    <a:cs typeface="Arial" panose="020B0604020202020204"/>
                  </a:rPr>
                  <a:t>∆</a:t>
                </a:r>
                <a:r>
                  <a:rPr lang="en-US" sz="2500" b="1" i="1">
                    <a:latin typeface="Arial" panose="020B0604020202020204"/>
                    <a:cs typeface="Arial" panose="020B0604020202020204"/>
                  </a:rPr>
                  <a:t>L</a:t>
                </a:r>
                <a:r>
                  <a:rPr lang="en-US" sz="2500">
                    <a:latin typeface="Arial" panose="020B0604020202020204"/>
                    <a:cs typeface="Arial" panose="020B0604020202020204"/>
                  </a:rPr>
                  <a:t> = 1</a:t>
                </a:r>
                <a:endParaRPr lang="en-US" sz="2500">
                  <a:latin typeface="Arial" panose="020B0604020202020204"/>
                  <a:cs typeface="Arial" panose="020B0604020202020204"/>
                </a:endParaRPr>
              </a:p>
            </p:txBody>
          </p:sp>
        </p:grpSp>
      </p:grpSp>
      <p:grpSp>
        <p:nvGrpSpPr>
          <p:cNvPr id="15" name="Group 100"/>
          <p:cNvGrpSpPr/>
          <p:nvPr/>
        </p:nvGrpSpPr>
        <p:grpSpPr bwMode="auto">
          <a:xfrm>
            <a:off x="309563" y="4727575"/>
            <a:ext cx="5251450" cy="654050"/>
            <a:chOff x="195" y="2978"/>
            <a:chExt cx="3308" cy="412"/>
          </a:xfrm>
        </p:grpSpPr>
        <p:grpSp>
          <p:nvGrpSpPr>
            <p:cNvPr id="17" name="Group 94"/>
            <p:cNvGrpSpPr/>
            <p:nvPr/>
          </p:nvGrpSpPr>
          <p:grpSpPr bwMode="auto">
            <a:xfrm>
              <a:off x="2314" y="2978"/>
              <a:ext cx="1189" cy="406"/>
              <a:chOff x="2314" y="2978"/>
              <a:chExt cx="1189" cy="406"/>
            </a:xfrm>
          </p:grpSpPr>
          <p:sp>
            <p:nvSpPr>
              <p:cNvPr id="22574" name="Arc 53"/>
              <p:cNvSpPr/>
              <p:nvPr>
                <p:custDataLst>
                  <p:tags r:id="rId53"/>
                </p:custDataLst>
              </p:nvPr>
            </p:nvSpPr>
            <p:spPr bwMode="auto">
              <a:xfrm>
                <a:off x="2314" y="2978"/>
                <a:ext cx="217" cy="406"/>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75" name="Rectangle 80"/>
              <p:cNvSpPr>
                <a:spLocks noChangeArrowheads="1"/>
              </p:cNvSpPr>
              <p:nvPr>
                <p:custDataLst>
                  <p:tags r:id="rId54"/>
                </p:custDataLst>
              </p:nvPr>
            </p:nvSpPr>
            <p:spPr bwMode="auto">
              <a:xfrm>
                <a:off x="2547" y="3032"/>
                <a:ext cx="956" cy="298"/>
              </a:xfrm>
              <a:prstGeom prst="rect">
                <a:avLst/>
              </a:prstGeom>
              <a:noFill/>
              <a:ln w="9525">
                <a:noFill/>
                <a:miter lim="800000"/>
              </a:ln>
            </p:spPr>
            <p:txBody>
              <a:bodyPr wrap="none">
                <a:spAutoFit/>
              </a:bodyPr>
              <a:lstStyle/>
              <a:p>
                <a:r>
                  <a:rPr lang="en-US" sz="2500" b="1">
                    <a:latin typeface="Arial" panose="020B0604020202020204"/>
                    <a:cs typeface="Arial" panose="020B0604020202020204"/>
                  </a:rPr>
                  <a:t>∆</a:t>
                </a:r>
                <a:r>
                  <a:rPr lang="en-US" sz="2500" b="1" i="1">
                    <a:latin typeface="Arial" panose="020B0604020202020204"/>
                    <a:cs typeface="Arial" panose="020B0604020202020204"/>
                  </a:rPr>
                  <a:t>Q</a:t>
                </a:r>
                <a:r>
                  <a:rPr lang="en-US" sz="2500">
                    <a:latin typeface="Arial" panose="020B0604020202020204"/>
                    <a:cs typeface="Arial" panose="020B0604020202020204"/>
                  </a:rPr>
                  <a:t> = 400</a:t>
                </a:r>
                <a:endParaRPr lang="en-US" sz="2500">
                  <a:latin typeface="Arial" panose="020B0604020202020204"/>
                  <a:cs typeface="Arial" panose="020B0604020202020204"/>
                </a:endParaRPr>
              </a:p>
            </p:txBody>
          </p:sp>
        </p:grpSp>
        <p:grpSp>
          <p:nvGrpSpPr>
            <p:cNvPr id="18" name="Group 93"/>
            <p:cNvGrpSpPr/>
            <p:nvPr/>
          </p:nvGrpSpPr>
          <p:grpSpPr bwMode="auto">
            <a:xfrm>
              <a:off x="195" y="2983"/>
              <a:ext cx="944" cy="407"/>
              <a:chOff x="195" y="2983"/>
              <a:chExt cx="944" cy="407"/>
            </a:xfrm>
          </p:grpSpPr>
          <p:sp>
            <p:nvSpPr>
              <p:cNvPr id="22572" name="Arc 68"/>
              <p:cNvSpPr/>
              <p:nvPr>
                <p:custDataLst>
                  <p:tags r:id="rId55"/>
                </p:custDataLst>
              </p:nvPr>
            </p:nvSpPr>
            <p:spPr bwMode="auto">
              <a:xfrm flipH="1">
                <a:off x="922" y="2983"/>
                <a:ext cx="217" cy="407"/>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73" name="Rectangle 85"/>
              <p:cNvSpPr>
                <a:spLocks noChangeArrowheads="1"/>
              </p:cNvSpPr>
              <p:nvPr>
                <p:custDataLst>
                  <p:tags r:id="rId56"/>
                </p:custDataLst>
              </p:nvPr>
            </p:nvSpPr>
            <p:spPr bwMode="auto">
              <a:xfrm>
                <a:off x="195" y="3033"/>
                <a:ext cx="707" cy="298"/>
              </a:xfrm>
              <a:prstGeom prst="rect">
                <a:avLst/>
              </a:prstGeom>
              <a:noFill/>
              <a:ln w="9525">
                <a:noFill/>
                <a:miter lim="800000"/>
              </a:ln>
            </p:spPr>
            <p:txBody>
              <a:bodyPr>
                <a:spAutoFit/>
              </a:bodyPr>
              <a:lstStyle/>
              <a:p>
                <a:pPr algn="r"/>
                <a:r>
                  <a:rPr lang="en-US" sz="2500" b="1">
                    <a:latin typeface="Arial" panose="020B0604020202020204"/>
                    <a:cs typeface="Arial" panose="020B0604020202020204"/>
                  </a:rPr>
                  <a:t>∆</a:t>
                </a:r>
                <a:r>
                  <a:rPr lang="en-US" sz="2500" b="1" i="1">
                    <a:latin typeface="Arial" panose="020B0604020202020204"/>
                    <a:cs typeface="Arial" panose="020B0604020202020204"/>
                  </a:rPr>
                  <a:t>L</a:t>
                </a:r>
                <a:r>
                  <a:rPr lang="en-US" sz="2500">
                    <a:latin typeface="Arial" panose="020B0604020202020204"/>
                    <a:cs typeface="Arial" panose="020B0604020202020204"/>
                  </a:rPr>
                  <a:t> = 1</a:t>
                </a:r>
                <a:endParaRPr lang="en-US" sz="2500">
                  <a:latin typeface="Arial" panose="020B0604020202020204"/>
                  <a:cs typeface="Arial" panose="020B0604020202020204"/>
                </a:endParaRPr>
              </a:p>
            </p:txBody>
          </p:sp>
        </p:grpSp>
      </p:grpSp>
      <p:grpSp>
        <p:nvGrpSpPr>
          <p:cNvPr id="19" name="Group 101"/>
          <p:cNvGrpSpPr/>
          <p:nvPr/>
        </p:nvGrpSpPr>
        <p:grpSpPr bwMode="auto">
          <a:xfrm>
            <a:off x="309563" y="5338763"/>
            <a:ext cx="5221287" cy="646112"/>
            <a:chOff x="195" y="3363"/>
            <a:chExt cx="3289" cy="407"/>
          </a:xfrm>
        </p:grpSpPr>
        <p:grpSp>
          <p:nvGrpSpPr>
            <p:cNvPr id="20" name="Group 96"/>
            <p:cNvGrpSpPr/>
            <p:nvPr/>
          </p:nvGrpSpPr>
          <p:grpSpPr bwMode="auto">
            <a:xfrm>
              <a:off x="2294" y="3363"/>
              <a:ext cx="1190" cy="406"/>
              <a:chOff x="2294" y="3363"/>
              <a:chExt cx="1190" cy="406"/>
            </a:xfrm>
          </p:grpSpPr>
          <p:sp>
            <p:nvSpPr>
              <p:cNvPr id="22568" name="Arc 56"/>
              <p:cNvSpPr/>
              <p:nvPr>
                <p:custDataLst>
                  <p:tags r:id="rId57"/>
                </p:custDataLst>
              </p:nvPr>
            </p:nvSpPr>
            <p:spPr bwMode="auto">
              <a:xfrm>
                <a:off x="2294" y="3363"/>
                <a:ext cx="217" cy="406"/>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69" name="Rectangle 81"/>
              <p:cNvSpPr>
                <a:spLocks noChangeArrowheads="1"/>
              </p:cNvSpPr>
              <p:nvPr>
                <p:custDataLst>
                  <p:tags r:id="rId58"/>
                </p:custDataLst>
              </p:nvPr>
            </p:nvSpPr>
            <p:spPr bwMode="auto">
              <a:xfrm>
                <a:off x="2528" y="3420"/>
                <a:ext cx="956" cy="298"/>
              </a:xfrm>
              <a:prstGeom prst="rect">
                <a:avLst/>
              </a:prstGeom>
              <a:noFill/>
              <a:ln w="9525">
                <a:noFill/>
                <a:miter lim="800000"/>
              </a:ln>
            </p:spPr>
            <p:txBody>
              <a:bodyPr wrap="none">
                <a:spAutoFit/>
              </a:bodyPr>
              <a:lstStyle/>
              <a:p>
                <a:r>
                  <a:rPr lang="en-US" sz="2500" b="1">
                    <a:latin typeface="Arial" panose="020B0604020202020204"/>
                    <a:cs typeface="Arial" panose="020B0604020202020204"/>
                  </a:rPr>
                  <a:t>∆</a:t>
                </a:r>
                <a:r>
                  <a:rPr lang="en-US" sz="2500" b="1" i="1">
                    <a:latin typeface="Arial" panose="020B0604020202020204"/>
                    <a:cs typeface="Arial" panose="020B0604020202020204"/>
                  </a:rPr>
                  <a:t>Q</a:t>
                </a:r>
                <a:r>
                  <a:rPr lang="en-US" sz="2500">
                    <a:latin typeface="Arial" panose="020B0604020202020204"/>
                    <a:cs typeface="Arial" panose="020B0604020202020204"/>
                  </a:rPr>
                  <a:t> = 200</a:t>
                </a:r>
                <a:endParaRPr lang="en-US" sz="2500">
                  <a:latin typeface="Arial" panose="020B0604020202020204"/>
                  <a:cs typeface="Arial" panose="020B0604020202020204"/>
                </a:endParaRPr>
              </a:p>
            </p:txBody>
          </p:sp>
        </p:grpSp>
        <p:grpSp>
          <p:nvGrpSpPr>
            <p:cNvPr id="21" name="Group 95"/>
            <p:cNvGrpSpPr/>
            <p:nvPr/>
          </p:nvGrpSpPr>
          <p:grpSpPr bwMode="auto">
            <a:xfrm>
              <a:off x="195" y="3363"/>
              <a:ext cx="944" cy="407"/>
              <a:chOff x="195" y="3363"/>
              <a:chExt cx="944" cy="407"/>
            </a:xfrm>
          </p:grpSpPr>
          <p:sp>
            <p:nvSpPr>
              <p:cNvPr id="22566" name="Arc 71"/>
              <p:cNvSpPr/>
              <p:nvPr>
                <p:custDataLst>
                  <p:tags r:id="rId59"/>
                </p:custDataLst>
              </p:nvPr>
            </p:nvSpPr>
            <p:spPr bwMode="auto">
              <a:xfrm flipH="1">
                <a:off x="922" y="3363"/>
                <a:ext cx="217" cy="407"/>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chemeClr val="accent2"/>
                </a:solidFill>
                <a:round/>
                <a:tailEnd type="triangle" w="lg" len="med"/>
              </a:ln>
            </p:spPr>
            <p:txBody>
              <a:bodyPr wrap="none" anchor="ctr"/>
              <a:lstStyle/>
              <a:p>
                <a:endParaRPr lang="en-US">
                  <a:latin typeface="Arial" panose="020B0604020202020204"/>
                  <a:cs typeface="Arial" panose="020B0604020202020204"/>
                </a:endParaRPr>
              </a:p>
            </p:txBody>
          </p:sp>
          <p:sp>
            <p:nvSpPr>
              <p:cNvPr id="22567" name="Rectangle 86"/>
              <p:cNvSpPr>
                <a:spLocks noChangeArrowheads="1"/>
              </p:cNvSpPr>
              <p:nvPr>
                <p:custDataLst>
                  <p:tags r:id="rId60"/>
                </p:custDataLst>
              </p:nvPr>
            </p:nvSpPr>
            <p:spPr bwMode="auto">
              <a:xfrm>
                <a:off x="195" y="3418"/>
                <a:ext cx="707" cy="298"/>
              </a:xfrm>
              <a:prstGeom prst="rect">
                <a:avLst/>
              </a:prstGeom>
              <a:noFill/>
              <a:ln w="9525">
                <a:noFill/>
                <a:miter lim="800000"/>
              </a:ln>
            </p:spPr>
            <p:txBody>
              <a:bodyPr>
                <a:spAutoFit/>
              </a:bodyPr>
              <a:lstStyle/>
              <a:p>
                <a:pPr algn="r"/>
                <a:r>
                  <a:rPr lang="en-US" sz="2500" b="1">
                    <a:latin typeface="Arial" panose="020B0604020202020204"/>
                    <a:cs typeface="Arial" panose="020B0604020202020204"/>
                  </a:rPr>
                  <a:t>∆</a:t>
                </a:r>
                <a:r>
                  <a:rPr lang="en-US" sz="2500" b="1" i="1">
                    <a:latin typeface="Arial" panose="020B0604020202020204"/>
                    <a:cs typeface="Arial" panose="020B0604020202020204"/>
                  </a:rPr>
                  <a:t>L</a:t>
                </a:r>
                <a:r>
                  <a:rPr lang="en-US" sz="2500">
                    <a:latin typeface="Arial" panose="020B0604020202020204"/>
                    <a:cs typeface="Arial" panose="020B0604020202020204"/>
                  </a:rPr>
                  <a:t> = 1</a:t>
                </a:r>
                <a:endParaRPr lang="en-US" sz="2500">
                  <a:latin typeface="Arial" panose="020B0604020202020204"/>
                  <a:cs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1000"/>
                                        <p:tgtEl>
                                          <p:spTgt spid="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4776"/>
                                        </p:tgtEl>
                                        <p:attrNameLst>
                                          <p:attrName>style.visibility</p:attrName>
                                        </p:attrNameLst>
                                      </p:cBhvr>
                                      <p:to>
                                        <p:strVal val="visible"/>
                                      </p:to>
                                    </p:set>
                                    <p:animEffect transition="in" filter="wipe(left)">
                                      <p:cBhvr>
                                        <p:cTn id="11" dur="500"/>
                                        <p:tgtEl>
                                          <p:spTgt spid="7477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strips(downRight)">
                                      <p:cBhvr>
                                        <p:cTn id="20" dur="1000"/>
                                        <p:tgtEl>
                                          <p:spTgt spid="9"/>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74775"/>
                                        </p:tgtEl>
                                        <p:attrNameLst>
                                          <p:attrName>style.visibility</p:attrName>
                                        </p:attrNameLst>
                                      </p:cBhvr>
                                      <p:to>
                                        <p:strVal val="visible"/>
                                      </p:to>
                                    </p:set>
                                    <p:animEffect transition="in" filter="wipe(left)">
                                      <p:cBhvr>
                                        <p:cTn id="24" dur="500"/>
                                        <p:tgtEl>
                                          <p:spTgt spid="7477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childTnLst>
                          </p:cTn>
                        </p:par>
                        <p:par>
                          <p:cTn id="30" fill="hold">
                            <p:stCondLst>
                              <p:cond delay="500"/>
                            </p:stCondLst>
                            <p:childTnLst>
                              <p:par>
                                <p:cTn id="31" presetID="18" presetClass="entr" presetSubtype="6"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strips(downRight)">
                                      <p:cBhvr>
                                        <p:cTn id="33" dur="1000"/>
                                        <p:tgtEl>
                                          <p:spTgt spid="12"/>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74774"/>
                                        </p:tgtEl>
                                        <p:attrNameLst>
                                          <p:attrName>style.visibility</p:attrName>
                                        </p:attrNameLst>
                                      </p:cBhvr>
                                      <p:to>
                                        <p:strVal val="visible"/>
                                      </p:to>
                                    </p:set>
                                    <p:animEffect transition="in" filter="wipe(left)">
                                      <p:cBhvr>
                                        <p:cTn id="37" dur="500"/>
                                        <p:tgtEl>
                                          <p:spTgt spid="7477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par>
                          <p:cTn id="43" fill="hold">
                            <p:stCondLst>
                              <p:cond delay="500"/>
                            </p:stCondLst>
                            <p:childTnLst>
                              <p:par>
                                <p:cTn id="44" presetID="18" presetClass="entr" presetSubtype="6" fill="hold"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strips(downRight)">
                                      <p:cBhvr>
                                        <p:cTn id="46" dur="1000"/>
                                        <p:tgtEl>
                                          <p:spTgt spid="15"/>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74773"/>
                                        </p:tgtEl>
                                        <p:attrNameLst>
                                          <p:attrName>style.visibility</p:attrName>
                                        </p:attrNameLst>
                                      </p:cBhvr>
                                      <p:to>
                                        <p:strVal val="visible"/>
                                      </p:to>
                                    </p:set>
                                    <p:animEffect transition="in" filter="wipe(left)">
                                      <p:cBhvr>
                                        <p:cTn id="50" dur="500"/>
                                        <p:tgtEl>
                                          <p:spTgt spid="7477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500"/>
                                        <p:tgtEl>
                                          <p:spTgt spid="15"/>
                                        </p:tgtEl>
                                      </p:cBhvr>
                                    </p:animEffect>
                                    <p:set>
                                      <p:cBhvr>
                                        <p:cTn id="55" dur="1" fill="hold">
                                          <p:stCondLst>
                                            <p:cond delay="499"/>
                                          </p:stCondLst>
                                        </p:cTn>
                                        <p:tgtEl>
                                          <p:spTgt spid="15"/>
                                        </p:tgtEl>
                                        <p:attrNameLst>
                                          <p:attrName>style.visibility</p:attrName>
                                        </p:attrNameLst>
                                      </p:cBhvr>
                                      <p:to>
                                        <p:strVal val="hidden"/>
                                      </p:to>
                                    </p:set>
                                  </p:childTnLst>
                                </p:cTn>
                              </p:par>
                            </p:childTnLst>
                          </p:cTn>
                        </p:par>
                        <p:par>
                          <p:cTn id="56" fill="hold">
                            <p:stCondLst>
                              <p:cond delay="500"/>
                            </p:stCondLst>
                            <p:childTnLst>
                              <p:par>
                                <p:cTn id="57" presetID="18" presetClass="entr" presetSubtype="6"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strips(downRight)">
                                      <p:cBhvr>
                                        <p:cTn id="59" dur="1000"/>
                                        <p:tgtEl>
                                          <p:spTgt spid="19"/>
                                        </p:tgtEl>
                                      </p:cBhvr>
                                    </p:animEffect>
                                  </p:childTnLst>
                                </p:cTn>
                              </p:par>
                            </p:childTnLst>
                          </p:cTn>
                        </p:par>
                        <p:par>
                          <p:cTn id="60" fill="hold">
                            <p:stCondLst>
                              <p:cond delay="1500"/>
                            </p:stCondLst>
                            <p:childTnLst>
                              <p:par>
                                <p:cTn id="61" presetID="22" presetClass="entr" presetSubtype="8" fill="hold" grpId="0" nodeType="afterEffect">
                                  <p:stCondLst>
                                    <p:cond delay="0"/>
                                  </p:stCondLst>
                                  <p:childTnLst>
                                    <p:set>
                                      <p:cBhvr>
                                        <p:cTn id="62" dur="1" fill="hold">
                                          <p:stCondLst>
                                            <p:cond delay="0"/>
                                          </p:stCondLst>
                                        </p:cTn>
                                        <p:tgtEl>
                                          <p:spTgt spid="74772"/>
                                        </p:tgtEl>
                                        <p:attrNameLst>
                                          <p:attrName>style.visibility</p:attrName>
                                        </p:attrNameLst>
                                      </p:cBhvr>
                                      <p:to>
                                        <p:strVal val="visible"/>
                                      </p:to>
                                    </p:set>
                                    <p:animEffect transition="in" filter="wipe(left)">
                                      <p:cBhvr>
                                        <p:cTn id="63" dur="500"/>
                                        <p:tgtEl>
                                          <p:spTgt spid="7477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nodeType="clickEffect">
                                  <p:stCondLst>
                                    <p:cond delay="0"/>
                                  </p:stCondLst>
                                  <p:childTnLst>
                                    <p:animEffect transition="out" filter="fade">
                                      <p:cBhvr>
                                        <p:cTn id="67" dur="500"/>
                                        <p:tgtEl>
                                          <p:spTgt spid="19"/>
                                        </p:tgtEl>
                                      </p:cBhvr>
                                    </p:animEffect>
                                    <p:set>
                                      <p:cBhvr>
                                        <p:cTn id="68"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72" grpId="0"/>
      <p:bldP spid="74773" grpId="0"/>
      <p:bldP spid="74774" grpId="0"/>
      <p:bldP spid="74775" grpId="0"/>
      <p:bldP spid="7477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20" name="Text Box 44"/>
          <p:cNvSpPr txBox="1">
            <a:spLocks noChangeArrowheads="1"/>
          </p:cNvSpPr>
          <p:nvPr>
            <p:custDataLst>
              <p:tags r:id="rId1"/>
            </p:custDataLst>
          </p:nvPr>
        </p:nvSpPr>
        <p:spPr bwMode="auto">
          <a:xfrm>
            <a:off x="4775200" y="1628775"/>
            <a:ext cx="3302000" cy="3431540"/>
          </a:xfrm>
          <a:prstGeom prst="rect">
            <a:avLst/>
          </a:prstGeom>
          <a:noFill/>
          <a:ln w="9525">
            <a:noFill/>
            <a:miter lim="800000"/>
          </a:ln>
        </p:spPr>
        <p:txBody>
          <a:bodyPr>
            <a:spAutoFit/>
          </a:bodyPr>
          <a:lstStyle/>
          <a:p>
            <a:pPr>
              <a:lnSpc>
                <a:spcPct val="105000"/>
              </a:lnSpc>
              <a:spcBef>
                <a:spcPct val="50000"/>
              </a:spcBef>
            </a:pPr>
            <a:r>
              <a:rPr lang="en-US" sz="2600">
                <a:latin typeface="Arial" panose="020B0604020202020204"/>
                <a:cs typeface="Arial" panose="020B0604020202020204"/>
              </a:rPr>
              <a:t>MPL等于生产函数的斜率。</a:t>
            </a:r>
            <a:endParaRPr lang="en-US" sz="2600">
              <a:latin typeface="Arial" panose="020B0604020202020204"/>
              <a:cs typeface="Arial" panose="020B0604020202020204"/>
            </a:endParaRPr>
          </a:p>
          <a:p>
            <a:pPr>
              <a:lnSpc>
                <a:spcPct val="105000"/>
              </a:lnSpc>
              <a:spcBef>
                <a:spcPct val="50000"/>
              </a:spcBef>
            </a:pPr>
            <a:r>
              <a:rPr lang="en-US" sz="2600">
                <a:latin typeface="Arial" panose="020B0604020202020204"/>
                <a:cs typeface="Arial" panose="020B0604020202020204"/>
              </a:rPr>
              <a:t>请注意，MPL随着L的增加而减小。</a:t>
            </a:r>
            <a:endParaRPr lang="en-US" sz="2600">
              <a:latin typeface="Arial" panose="020B0604020202020204"/>
              <a:cs typeface="Arial" panose="020B0604020202020204"/>
            </a:endParaRPr>
          </a:p>
          <a:p>
            <a:pPr>
              <a:lnSpc>
                <a:spcPct val="105000"/>
              </a:lnSpc>
              <a:spcBef>
                <a:spcPct val="50000"/>
              </a:spcBef>
            </a:pPr>
            <a:r>
              <a:rPr lang="en-US" sz="2600">
                <a:latin typeface="Arial" panose="020B0604020202020204"/>
                <a:cs typeface="Arial" panose="020B0604020202020204"/>
              </a:rPr>
              <a:t>这就解释了为什么生成函数随着L的增加而变得更平坦。</a:t>
            </a:r>
            <a:endParaRPr lang="en-US" sz="2600">
              <a:latin typeface="Arial" panose="020B0604020202020204"/>
              <a:cs typeface="Arial" panose="020B0604020202020204"/>
            </a:endParaRPr>
          </a:p>
        </p:txBody>
      </p:sp>
      <p:grpSp>
        <p:nvGrpSpPr>
          <p:cNvPr id="2" name="Group 114"/>
          <p:cNvGrpSpPr/>
          <p:nvPr/>
        </p:nvGrpSpPr>
        <p:grpSpPr bwMode="auto">
          <a:xfrm>
            <a:off x="4140200" y="1160463"/>
            <a:ext cx="4900613" cy="5722937"/>
            <a:chOff x="2500" y="503"/>
            <a:chExt cx="3087" cy="3605"/>
          </a:xfrm>
        </p:grpSpPr>
        <p:grpSp>
          <p:nvGrpSpPr>
            <p:cNvPr id="3" name="Group 49"/>
            <p:cNvGrpSpPr>
              <a:grpSpLocks noChangeAspect="1"/>
            </p:cNvGrpSpPr>
            <p:nvPr/>
          </p:nvGrpSpPr>
          <p:grpSpPr bwMode="auto">
            <a:xfrm>
              <a:off x="2500" y="503"/>
              <a:ext cx="3087" cy="3605"/>
              <a:chOff x="2500" y="503"/>
              <a:chExt cx="3087" cy="3605"/>
            </a:xfrm>
          </p:grpSpPr>
          <p:sp>
            <p:nvSpPr>
              <p:cNvPr id="23664" name="AutoShape 50"/>
              <p:cNvSpPr>
                <a:spLocks noChangeAspect="1" noChangeArrowheads="1" noTextEdit="1"/>
              </p:cNvSpPr>
              <p:nvPr>
                <p:custDataLst>
                  <p:tags r:id="rId2"/>
                </p:custDataLst>
              </p:nvPr>
            </p:nvSpPr>
            <p:spPr bwMode="auto">
              <a:xfrm>
                <a:off x="2500" y="503"/>
                <a:ext cx="3087" cy="3605"/>
              </a:xfrm>
              <a:prstGeom prst="rect">
                <a:avLst/>
              </a:prstGeom>
              <a:solidFill>
                <a:schemeClr val="bg1"/>
              </a:solidFill>
              <a:ln w="9525">
                <a:noFill/>
                <a:miter lim="800000"/>
              </a:ln>
            </p:spPr>
            <p:txBody>
              <a:bodyPr/>
              <a:lstStyle/>
              <a:p>
                <a:endParaRPr lang="en-US">
                  <a:latin typeface="Arial" panose="020B0604020202020204"/>
                  <a:cs typeface="Arial" panose="020B0604020202020204"/>
                </a:endParaRPr>
              </a:p>
            </p:txBody>
          </p:sp>
          <p:sp>
            <p:nvSpPr>
              <p:cNvPr id="23665" name="Rectangle 51"/>
              <p:cNvSpPr>
                <a:spLocks noChangeArrowheads="1"/>
              </p:cNvSpPr>
              <p:nvPr>
                <p:custDataLst>
                  <p:tags r:id="rId3"/>
                </p:custDataLst>
              </p:nvPr>
            </p:nvSpPr>
            <p:spPr bwMode="auto">
              <a:xfrm>
                <a:off x="3364" y="731"/>
                <a:ext cx="1995" cy="2670"/>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sp>
            <p:nvSpPr>
              <p:cNvPr id="23666" name="Line 52"/>
              <p:cNvSpPr>
                <a:spLocks noChangeShapeType="1"/>
              </p:cNvSpPr>
              <p:nvPr>
                <p:custDataLst>
                  <p:tags r:id="rId4"/>
                </p:custDataLst>
              </p:nvPr>
            </p:nvSpPr>
            <p:spPr bwMode="auto">
              <a:xfrm>
                <a:off x="3364" y="731"/>
                <a:ext cx="1" cy="2670"/>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67" name="Line 53"/>
              <p:cNvSpPr>
                <a:spLocks noChangeShapeType="1"/>
              </p:cNvSpPr>
              <p:nvPr>
                <p:custDataLst>
                  <p:tags r:id="rId5"/>
                </p:custDataLst>
              </p:nvPr>
            </p:nvSpPr>
            <p:spPr bwMode="auto">
              <a:xfrm>
                <a:off x="3317" y="3401"/>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68" name="Line 54"/>
              <p:cNvSpPr>
                <a:spLocks noChangeShapeType="1"/>
              </p:cNvSpPr>
              <p:nvPr>
                <p:custDataLst>
                  <p:tags r:id="rId6"/>
                </p:custDataLst>
              </p:nvPr>
            </p:nvSpPr>
            <p:spPr bwMode="auto">
              <a:xfrm>
                <a:off x="3317" y="2993"/>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69" name="Line 55"/>
              <p:cNvSpPr>
                <a:spLocks noChangeShapeType="1"/>
              </p:cNvSpPr>
              <p:nvPr>
                <p:custDataLst>
                  <p:tags r:id="rId7"/>
                </p:custDataLst>
              </p:nvPr>
            </p:nvSpPr>
            <p:spPr bwMode="auto">
              <a:xfrm>
                <a:off x="3317" y="2592"/>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0" name="Line 56"/>
              <p:cNvSpPr>
                <a:spLocks noChangeShapeType="1"/>
              </p:cNvSpPr>
              <p:nvPr>
                <p:custDataLst>
                  <p:tags r:id="rId8"/>
                </p:custDataLst>
              </p:nvPr>
            </p:nvSpPr>
            <p:spPr bwMode="auto">
              <a:xfrm>
                <a:off x="3317" y="2184"/>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1" name="Line 57"/>
              <p:cNvSpPr>
                <a:spLocks noChangeShapeType="1"/>
              </p:cNvSpPr>
              <p:nvPr>
                <p:custDataLst>
                  <p:tags r:id="rId9"/>
                </p:custDataLst>
              </p:nvPr>
            </p:nvSpPr>
            <p:spPr bwMode="auto">
              <a:xfrm>
                <a:off x="3317" y="1783"/>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2" name="Line 58"/>
              <p:cNvSpPr>
                <a:spLocks noChangeShapeType="1"/>
              </p:cNvSpPr>
              <p:nvPr>
                <p:custDataLst>
                  <p:tags r:id="rId10"/>
                </p:custDataLst>
              </p:nvPr>
            </p:nvSpPr>
            <p:spPr bwMode="auto">
              <a:xfrm>
                <a:off x="3317" y="1375"/>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3" name="Line 59"/>
              <p:cNvSpPr>
                <a:spLocks noChangeShapeType="1"/>
              </p:cNvSpPr>
              <p:nvPr>
                <p:custDataLst>
                  <p:tags r:id="rId11"/>
                </p:custDataLst>
              </p:nvPr>
            </p:nvSpPr>
            <p:spPr bwMode="auto">
              <a:xfrm>
                <a:off x="3317" y="974"/>
                <a:ext cx="47"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4" name="Line 60"/>
              <p:cNvSpPr>
                <a:spLocks noChangeShapeType="1"/>
              </p:cNvSpPr>
              <p:nvPr>
                <p:custDataLst>
                  <p:tags r:id="rId12"/>
                </p:custDataLst>
              </p:nvPr>
            </p:nvSpPr>
            <p:spPr bwMode="auto">
              <a:xfrm>
                <a:off x="3364" y="3401"/>
                <a:ext cx="1995" cy="1"/>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5" name="Line 61"/>
              <p:cNvSpPr>
                <a:spLocks noChangeShapeType="1"/>
              </p:cNvSpPr>
              <p:nvPr>
                <p:custDataLst>
                  <p:tags r:id="rId13"/>
                </p:custDataLst>
              </p:nvPr>
            </p:nvSpPr>
            <p:spPr bwMode="auto">
              <a:xfrm flipV="1">
                <a:off x="3364"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6" name="Line 62"/>
              <p:cNvSpPr>
                <a:spLocks noChangeShapeType="1"/>
              </p:cNvSpPr>
              <p:nvPr>
                <p:custDataLst>
                  <p:tags r:id="rId14"/>
                </p:custDataLst>
              </p:nvPr>
            </p:nvSpPr>
            <p:spPr bwMode="auto">
              <a:xfrm flipV="1">
                <a:off x="3725"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7" name="Line 63"/>
              <p:cNvSpPr>
                <a:spLocks noChangeShapeType="1"/>
              </p:cNvSpPr>
              <p:nvPr>
                <p:custDataLst>
                  <p:tags r:id="rId15"/>
                </p:custDataLst>
              </p:nvPr>
            </p:nvSpPr>
            <p:spPr bwMode="auto">
              <a:xfrm flipV="1">
                <a:off x="4087"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8" name="Line 64"/>
              <p:cNvSpPr>
                <a:spLocks noChangeShapeType="1"/>
              </p:cNvSpPr>
              <p:nvPr>
                <p:custDataLst>
                  <p:tags r:id="rId16"/>
                </p:custDataLst>
              </p:nvPr>
            </p:nvSpPr>
            <p:spPr bwMode="auto">
              <a:xfrm flipV="1">
                <a:off x="4456"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79" name="Line 65"/>
              <p:cNvSpPr>
                <a:spLocks noChangeShapeType="1"/>
              </p:cNvSpPr>
              <p:nvPr>
                <p:custDataLst>
                  <p:tags r:id="rId17"/>
                </p:custDataLst>
              </p:nvPr>
            </p:nvSpPr>
            <p:spPr bwMode="auto">
              <a:xfrm flipV="1">
                <a:off x="4817"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80" name="Line 66"/>
              <p:cNvSpPr>
                <a:spLocks noChangeShapeType="1"/>
              </p:cNvSpPr>
              <p:nvPr>
                <p:custDataLst>
                  <p:tags r:id="rId18"/>
                </p:custDataLst>
              </p:nvPr>
            </p:nvSpPr>
            <p:spPr bwMode="auto">
              <a:xfrm flipV="1">
                <a:off x="5178" y="3401"/>
                <a:ext cx="1" cy="47"/>
              </a:xfrm>
              <a:prstGeom prst="line">
                <a:avLst/>
              </a:prstGeom>
              <a:noFill/>
              <a:ln w="25400">
                <a:solidFill>
                  <a:srgbClr val="000000"/>
                </a:solidFill>
                <a:round/>
              </a:ln>
            </p:spPr>
            <p:txBody>
              <a:bodyPr/>
              <a:lstStyle/>
              <a:p>
                <a:endParaRPr lang="en-US">
                  <a:latin typeface="Arial" panose="020B0604020202020204"/>
                  <a:cs typeface="Arial" panose="020B0604020202020204"/>
                </a:endParaRPr>
              </a:p>
            </p:txBody>
          </p:sp>
          <p:sp>
            <p:nvSpPr>
              <p:cNvPr id="23681" name="Rectangle 67"/>
              <p:cNvSpPr>
                <a:spLocks noChangeArrowheads="1"/>
              </p:cNvSpPr>
              <p:nvPr>
                <p:custDataLst>
                  <p:tags r:id="rId19"/>
                </p:custDataLst>
              </p:nvPr>
            </p:nvSpPr>
            <p:spPr bwMode="auto">
              <a:xfrm>
                <a:off x="3168" y="3323"/>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23682" name="Rectangle 68"/>
              <p:cNvSpPr>
                <a:spLocks noChangeArrowheads="1"/>
              </p:cNvSpPr>
              <p:nvPr>
                <p:custDataLst>
                  <p:tags r:id="rId20"/>
                </p:custDataLst>
              </p:nvPr>
            </p:nvSpPr>
            <p:spPr bwMode="auto">
              <a:xfrm>
                <a:off x="3011" y="2914"/>
                <a:ext cx="243"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500</a:t>
                </a:r>
                <a:endParaRPr lang="en-US">
                  <a:latin typeface="Arial" panose="020B0604020202020204"/>
                  <a:cs typeface="Arial" panose="020B0604020202020204"/>
                </a:endParaRPr>
              </a:p>
            </p:txBody>
          </p:sp>
          <p:sp>
            <p:nvSpPr>
              <p:cNvPr id="23683" name="Rectangle 69"/>
              <p:cNvSpPr>
                <a:spLocks noChangeArrowheads="1"/>
              </p:cNvSpPr>
              <p:nvPr>
                <p:custDataLst>
                  <p:tags r:id="rId21"/>
                </p:custDataLst>
              </p:nvPr>
            </p:nvSpPr>
            <p:spPr bwMode="auto">
              <a:xfrm>
                <a:off x="2893" y="2514"/>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1,000</a:t>
                </a:r>
                <a:endParaRPr lang="en-US">
                  <a:latin typeface="Arial" panose="020B0604020202020204"/>
                  <a:cs typeface="Arial" panose="020B0604020202020204"/>
                </a:endParaRPr>
              </a:p>
            </p:txBody>
          </p:sp>
          <p:sp>
            <p:nvSpPr>
              <p:cNvPr id="23684" name="Rectangle 70"/>
              <p:cNvSpPr>
                <a:spLocks noChangeArrowheads="1"/>
              </p:cNvSpPr>
              <p:nvPr>
                <p:custDataLst>
                  <p:tags r:id="rId22"/>
                </p:custDataLst>
              </p:nvPr>
            </p:nvSpPr>
            <p:spPr bwMode="auto">
              <a:xfrm>
                <a:off x="2893" y="2105"/>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1,500</a:t>
                </a:r>
                <a:endParaRPr lang="en-US">
                  <a:latin typeface="Arial" panose="020B0604020202020204"/>
                  <a:cs typeface="Arial" panose="020B0604020202020204"/>
                </a:endParaRPr>
              </a:p>
            </p:txBody>
          </p:sp>
          <p:sp>
            <p:nvSpPr>
              <p:cNvPr id="23685" name="Rectangle 71"/>
              <p:cNvSpPr>
                <a:spLocks noChangeArrowheads="1"/>
              </p:cNvSpPr>
              <p:nvPr>
                <p:custDataLst>
                  <p:tags r:id="rId23"/>
                </p:custDataLst>
              </p:nvPr>
            </p:nvSpPr>
            <p:spPr bwMode="auto">
              <a:xfrm>
                <a:off x="2893" y="1705"/>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2,000</a:t>
                </a:r>
                <a:endParaRPr lang="en-US">
                  <a:latin typeface="Arial" panose="020B0604020202020204"/>
                  <a:cs typeface="Arial" panose="020B0604020202020204"/>
                </a:endParaRPr>
              </a:p>
            </p:txBody>
          </p:sp>
          <p:sp>
            <p:nvSpPr>
              <p:cNvPr id="23686" name="Rectangle 72"/>
              <p:cNvSpPr>
                <a:spLocks noChangeArrowheads="1"/>
              </p:cNvSpPr>
              <p:nvPr>
                <p:custDataLst>
                  <p:tags r:id="rId24"/>
                </p:custDataLst>
              </p:nvPr>
            </p:nvSpPr>
            <p:spPr bwMode="auto">
              <a:xfrm>
                <a:off x="2893" y="1296"/>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2,500</a:t>
                </a:r>
                <a:endParaRPr lang="en-US">
                  <a:latin typeface="Arial" panose="020B0604020202020204"/>
                  <a:cs typeface="Arial" panose="020B0604020202020204"/>
                </a:endParaRPr>
              </a:p>
            </p:txBody>
          </p:sp>
          <p:sp>
            <p:nvSpPr>
              <p:cNvPr id="23687" name="Rectangle 73"/>
              <p:cNvSpPr>
                <a:spLocks noChangeArrowheads="1"/>
              </p:cNvSpPr>
              <p:nvPr>
                <p:custDataLst>
                  <p:tags r:id="rId25"/>
                </p:custDataLst>
              </p:nvPr>
            </p:nvSpPr>
            <p:spPr bwMode="auto">
              <a:xfrm>
                <a:off x="2893" y="896"/>
                <a:ext cx="364"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3,000</a:t>
                </a:r>
                <a:endParaRPr lang="en-US">
                  <a:latin typeface="Arial" panose="020B0604020202020204"/>
                  <a:cs typeface="Arial" panose="020B0604020202020204"/>
                </a:endParaRPr>
              </a:p>
            </p:txBody>
          </p:sp>
          <p:sp>
            <p:nvSpPr>
              <p:cNvPr id="23688" name="Rectangle 74"/>
              <p:cNvSpPr>
                <a:spLocks noChangeArrowheads="1"/>
              </p:cNvSpPr>
              <p:nvPr>
                <p:custDataLst>
                  <p:tags r:id="rId26"/>
                </p:custDataLst>
              </p:nvPr>
            </p:nvSpPr>
            <p:spPr bwMode="auto">
              <a:xfrm>
                <a:off x="3325"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23689" name="Rectangle 75"/>
              <p:cNvSpPr>
                <a:spLocks noChangeArrowheads="1"/>
              </p:cNvSpPr>
              <p:nvPr>
                <p:custDataLst>
                  <p:tags r:id="rId27"/>
                </p:custDataLst>
              </p:nvPr>
            </p:nvSpPr>
            <p:spPr bwMode="auto">
              <a:xfrm>
                <a:off x="3686"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23690" name="Rectangle 76"/>
              <p:cNvSpPr>
                <a:spLocks noChangeArrowheads="1"/>
              </p:cNvSpPr>
              <p:nvPr>
                <p:custDataLst>
                  <p:tags r:id="rId28"/>
                </p:custDataLst>
              </p:nvPr>
            </p:nvSpPr>
            <p:spPr bwMode="auto">
              <a:xfrm>
                <a:off x="4047"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23691" name="Rectangle 77"/>
              <p:cNvSpPr>
                <a:spLocks noChangeArrowheads="1"/>
              </p:cNvSpPr>
              <p:nvPr>
                <p:custDataLst>
                  <p:tags r:id="rId29"/>
                </p:custDataLst>
              </p:nvPr>
            </p:nvSpPr>
            <p:spPr bwMode="auto">
              <a:xfrm>
                <a:off x="4417"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23692" name="Rectangle 78"/>
              <p:cNvSpPr>
                <a:spLocks noChangeArrowheads="1"/>
              </p:cNvSpPr>
              <p:nvPr>
                <p:custDataLst>
                  <p:tags r:id="rId30"/>
                </p:custDataLst>
              </p:nvPr>
            </p:nvSpPr>
            <p:spPr bwMode="auto">
              <a:xfrm>
                <a:off x="4778"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23693" name="Rectangle 79"/>
              <p:cNvSpPr>
                <a:spLocks noChangeArrowheads="1"/>
              </p:cNvSpPr>
              <p:nvPr>
                <p:custDataLst>
                  <p:tags r:id="rId31"/>
                </p:custDataLst>
              </p:nvPr>
            </p:nvSpPr>
            <p:spPr bwMode="auto">
              <a:xfrm>
                <a:off x="5139" y="3535"/>
                <a:ext cx="81" cy="174"/>
              </a:xfrm>
              <a:prstGeom prst="rect">
                <a:avLst/>
              </a:prstGeom>
              <a:noFill/>
              <a:ln w="9525">
                <a:noFill/>
                <a:miter lim="800000"/>
              </a:ln>
            </p:spPr>
            <p:txBody>
              <a:bodyPr wrap="none" lIns="0" tIns="0" rIns="0" bIns="0">
                <a:spAutoFit/>
              </a:bodyPr>
              <a:lstStyle/>
              <a:p>
                <a:r>
                  <a:rPr lang="en-US">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23694" name="Rectangle 80"/>
              <p:cNvSpPr>
                <a:spLocks noChangeArrowheads="1"/>
              </p:cNvSpPr>
              <p:nvPr>
                <p:custDataLst>
                  <p:tags r:id="rId32"/>
                </p:custDataLst>
              </p:nvPr>
            </p:nvSpPr>
            <p:spPr bwMode="auto">
              <a:xfrm>
                <a:off x="3835" y="3778"/>
                <a:ext cx="720" cy="174"/>
              </a:xfrm>
              <a:prstGeom prst="rect">
                <a:avLst/>
              </a:prstGeom>
              <a:noFill/>
              <a:ln w="9525">
                <a:noFill/>
                <a:miter lim="800000"/>
              </a:ln>
            </p:spPr>
            <p:txBody>
              <a:bodyPr wrap="none" lIns="0" tIns="0" rIns="0" bIns="0">
                <a:spAutoFit/>
              </a:bodyPr>
              <a:lstStyle/>
              <a:p>
                <a:r>
                  <a:rPr lang="zh-CN" altLang="en-US">
                    <a:latin typeface="Arial" panose="020B0604020202020204"/>
                    <a:cs typeface="Arial" panose="020B0604020202020204"/>
                  </a:rPr>
                  <a:t>工人的数量</a:t>
                </a:r>
                <a:endParaRPr lang="zh-CN" altLang="en-US">
                  <a:latin typeface="Arial" panose="020B0604020202020204"/>
                  <a:cs typeface="Arial" panose="020B0604020202020204"/>
                </a:endParaRPr>
              </a:p>
            </p:txBody>
          </p:sp>
          <p:sp>
            <p:nvSpPr>
              <p:cNvPr id="23695" name="Rectangle 81"/>
              <p:cNvSpPr>
                <a:spLocks noChangeArrowheads="1"/>
              </p:cNvSpPr>
              <p:nvPr>
                <p:custDataLst>
                  <p:tags r:id="rId33"/>
                </p:custDataLst>
              </p:nvPr>
            </p:nvSpPr>
            <p:spPr bwMode="auto">
              <a:xfrm rot="16200000">
                <a:off x="2295" y="2046"/>
                <a:ext cx="1061" cy="274"/>
              </a:xfrm>
              <a:prstGeom prst="rect">
                <a:avLst/>
              </a:prstGeom>
              <a:noFill/>
              <a:ln w="9525">
                <a:noFill/>
                <a:miter lim="800000"/>
              </a:ln>
            </p:spPr>
            <p:txBody>
              <a:bodyPr wrap="none" lIns="0" tIns="0" rIns="0" bIns="0">
                <a:noAutofit/>
              </a:bodyPr>
              <a:lstStyle/>
              <a:p>
                <a:r>
                  <a:rPr lang="en-US" sz="1900" b="1">
                    <a:solidFill>
                      <a:srgbClr val="000000"/>
                    </a:solidFill>
                    <a:latin typeface="Arial" panose="020B0604020202020204"/>
                    <a:cs typeface="Arial" panose="020B0604020202020204"/>
                  </a:rPr>
                  <a:t>       </a:t>
                </a:r>
                <a:r>
                  <a:rPr lang="zh-CN" altLang="en-US" sz="1900" b="1">
                    <a:solidFill>
                      <a:srgbClr val="000000"/>
                    </a:solidFill>
                    <a:latin typeface="Arial" panose="020B0604020202020204"/>
                    <a:cs typeface="Arial" panose="020B0604020202020204"/>
                  </a:rPr>
                  <a:t>产出的数量</a:t>
                </a:r>
                <a:endParaRPr lang="zh-CN" altLang="en-US" sz="1900" b="1">
                  <a:solidFill>
                    <a:srgbClr val="000000"/>
                  </a:solidFill>
                  <a:latin typeface="Arial" panose="020B0604020202020204"/>
                  <a:cs typeface="Arial" panose="020B0604020202020204"/>
                </a:endParaRPr>
              </a:p>
            </p:txBody>
          </p:sp>
        </p:grpSp>
        <p:grpSp>
          <p:nvGrpSpPr>
            <p:cNvPr id="4" name="Group 82"/>
            <p:cNvGrpSpPr/>
            <p:nvPr/>
          </p:nvGrpSpPr>
          <p:grpSpPr bwMode="auto">
            <a:xfrm>
              <a:off x="3362" y="935"/>
              <a:ext cx="1858" cy="2459"/>
              <a:chOff x="3362" y="935"/>
              <a:chExt cx="1858" cy="2459"/>
            </a:xfrm>
          </p:grpSpPr>
          <p:grpSp>
            <p:nvGrpSpPr>
              <p:cNvPr id="7" name="Group 83"/>
              <p:cNvGrpSpPr/>
              <p:nvPr/>
            </p:nvGrpSpPr>
            <p:grpSpPr bwMode="auto">
              <a:xfrm>
                <a:off x="3362" y="978"/>
                <a:ext cx="1816" cy="2416"/>
                <a:chOff x="357" y="2450"/>
                <a:chExt cx="795" cy="646"/>
              </a:xfrm>
            </p:grpSpPr>
            <p:sp>
              <p:nvSpPr>
                <p:cNvPr id="23662" name="Line 84"/>
                <p:cNvSpPr>
                  <a:spLocks noChangeShapeType="1"/>
                </p:cNvSpPr>
                <p:nvPr>
                  <p:custDataLst>
                    <p:tags r:id="rId34"/>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3663" name="Line 85"/>
                <p:cNvSpPr>
                  <a:spLocks noChangeShapeType="1"/>
                </p:cNvSpPr>
                <p:nvPr>
                  <p:custDataLst>
                    <p:tags r:id="rId35"/>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3661" name="Oval 86"/>
              <p:cNvSpPr>
                <a:spLocks noChangeArrowheads="1"/>
              </p:cNvSpPr>
              <p:nvPr>
                <p:custDataLst>
                  <p:tags r:id="rId36"/>
                </p:custDataLst>
              </p:nvPr>
            </p:nvSpPr>
            <p:spPr bwMode="auto">
              <a:xfrm>
                <a:off x="5132" y="935"/>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8" name="Group 87"/>
            <p:cNvGrpSpPr/>
            <p:nvPr/>
          </p:nvGrpSpPr>
          <p:grpSpPr bwMode="auto">
            <a:xfrm>
              <a:off x="3364" y="1075"/>
              <a:ext cx="1496" cy="2325"/>
              <a:chOff x="3364" y="1075"/>
              <a:chExt cx="1496" cy="2325"/>
            </a:xfrm>
          </p:grpSpPr>
          <p:grpSp>
            <p:nvGrpSpPr>
              <p:cNvPr id="9" name="Group 88"/>
              <p:cNvGrpSpPr/>
              <p:nvPr/>
            </p:nvGrpSpPr>
            <p:grpSpPr bwMode="auto">
              <a:xfrm>
                <a:off x="3364" y="1116"/>
                <a:ext cx="1454" cy="2284"/>
                <a:chOff x="357" y="2450"/>
                <a:chExt cx="795" cy="646"/>
              </a:xfrm>
            </p:grpSpPr>
            <p:sp>
              <p:nvSpPr>
                <p:cNvPr id="23658" name="Line 89"/>
                <p:cNvSpPr>
                  <a:spLocks noChangeShapeType="1"/>
                </p:cNvSpPr>
                <p:nvPr>
                  <p:custDataLst>
                    <p:tags r:id="rId37"/>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3659" name="Line 90"/>
                <p:cNvSpPr>
                  <a:spLocks noChangeShapeType="1"/>
                </p:cNvSpPr>
                <p:nvPr>
                  <p:custDataLst>
                    <p:tags r:id="rId38"/>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3657" name="Oval 91"/>
              <p:cNvSpPr>
                <a:spLocks noChangeArrowheads="1"/>
              </p:cNvSpPr>
              <p:nvPr>
                <p:custDataLst>
                  <p:tags r:id="rId39"/>
                </p:custDataLst>
              </p:nvPr>
            </p:nvSpPr>
            <p:spPr bwMode="auto">
              <a:xfrm>
                <a:off x="4772" y="1075"/>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0" name="Group 92"/>
            <p:cNvGrpSpPr/>
            <p:nvPr/>
          </p:nvGrpSpPr>
          <p:grpSpPr bwMode="auto">
            <a:xfrm>
              <a:off x="3361" y="1402"/>
              <a:ext cx="1135" cy="1996"/>
              <a:chOff x="3361" y="1402"/>
              <a:chExt cx="1135" cy="1996"/>
            </a:xfrm>
          </p:grpSpPr>
          <p:grpSp>
            <p:nvGrpSpPr>
              <p:cNvPr id="11" name="Group 93"/>
              <p:cNvGrpSpPr/>
              <p:nvPr/>
            </p:nvGrpSpPr>
            <p:grpSpPr bwMode="auto">
              <a:xfrm>
                <a:off x="3361" y="1442"/>
                <a:ext cx="1092" cy="1956"/>
                <a:chOff x="357" y="2450"/>
                <a:chExt cx="795" cy="646"/>
              </a:xfrm>
            </p:grpSpPr>
            <p:sp>
              <p:nvSpPr>
                <p:cNvPr id="23654" name="Line 94"/>
                <p:cNvSpPr>
                  <a:spLocks noChangeShapeType="1"/>
                </p:cNvSpPr>
                <p:nvPr>
                  <p:custDataLst>
                    <p:tags r:id="rId40"/>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3655" name="Line 95"/>
                <p:cNvSpPr>
                  <a:spLocks noChangeShapeType="1"/>
                </p:cNvSpPr>
                <p:nvPr>
                  <p:custDataLst>
                    <p:tags r:id="rId41"/>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3653" name="Oval 96"/>
              <p:cNvSpPr>
                <a:spLocks noChangeArrowheads="1"/>
              </p:cNvSpPr>
              <p:nvPr>
                <p:custDataLst>
                  <p:tags r:id="rId42"/>
                </p:custDataLst>
              </p:nvPr>
            </p:nvSpPr>
            <p:spPr bwMode="auto">
              <a:xfrm>
                <a:off x="4408" y="1402"/>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2" name="Group 97"/>
            <p:cNvGrpSpPr/>
            <p:nvPr/>
          </p:nvGrpSpPr>
          <p:grpSpPr bwMode="auto">
            <a:xfrm>
              <a:off x="3364" y="1885"/>
              <a:ext cx="764" cy="1515"/>
              <a:chOff x="3364" y="1885"/>
              <a:chExt cx="764" cy="1515"/>
            </a:xfrm>
          </p:grpSpPr>
          <p:grpSp>
            <p:nvGrpSpPr>
              <p:cNvPr id="13" name="Group 98"/>
              <p:cNvGrpSpPr/>
              <p:nvPr/>
            </p:nvGrpSpPr>
            <p:grpSpPr bwMode="auto">
              <a:xfrm>
                <a:off x="3364" y="1930"/>
                <a:ext cx="721" cy="1470"/>
                <a:chOff x="357" y="2450"/>
                <a:chExt cx="795" cy="646"/>
              </a:xfrm>
            </p:grpSpPr>
            <p:sp>
              <p:nvSpPr>
                <p:cNvPr id="23650" name="Line 99"/>
                <p:cNvSpPr>
                  <a:spLocks noChangeShapeType="1"/>
                </p:cNvSpPr>
                <p:nvPr>
                  <p:custDataLst>
                    <p:tags r:id="rId43"/>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3651" name="Line 100"/>
                <p:cNvSpPr>
                  <a:spLocks noChangeShapeType="1"/>
                </p:cNvSpPr>
                <p:nvPr>
                  <p:custDataLst>
                    <p:tags r:id="rId44"/>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3649" name="Oval 101"/>
              <p:cNvSpPr>
                <a:spLocks noChangeArrowheads="1"/>
              </p:cNvSpPr>
              <p:nvPr>
                <p:custDataLst>
                  <p:tags r:id="rId45"/>
                </p:custDataLst>
              </p:nvPr>
            </p:nvSpPr>
            <p:spPr bwMode="auto">
              <a:xfrm>
                <a:off x="4040" y="1885"/>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4" name="Group 102"/>
            <p:cNvGrpSpPr/>
            <p:nvPr/>
          </p:nvGrpSpPr>
          <p:grpSpPr bwMode="auto">
            <a:xfrm>
              <a:off x="3360" y="2552"/>
              <a:ext cx="411" cy="844"/>
              <a:chOff x="3360" y="2552"/>
              <a:chExt cx="411" cy="844"/>
            </a:xfrm>
          </p:grpSpPr>
          <p:grpSp>
            <p:nvGrpSpPr>
              <p:cNvPr id="15" name="Group 103"/>
              <p:cNvGrpSpPr/>
              <p:nvPr/>
            </p:nvGrpSpPr>
            <p:grpSpPr bwMode="auto">
              <a:xfrm>
                <a:off x="3360" y="2589"/>
                <a:ext cx="365" cy="807"/>
                <a:chOff x="357" y="2450"/>
                <a:chExt cx="795" cy="646"/>
              </a:xfrm>
            </p:grpSpPr>
            <p:sp>
              <p:nvSpPr>
                <p:cNvPr id="23646" name="Line 104"/>
                <p:cNvSpPr>
                  <a:spLocks noChangeShapeType="1"/>
                </p:cNvSpPr>
                <p:nvPr>
                  <p:custDataLst>
                    <p:tags r:id="rId46"/>
                  </p:custDataLst>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3647" name="Line 105"/>
                <p:cNvSpPr>
                  <a:spLocks noChangeShapeType="1"/>
                </p:cNvSpPr>
                <p:nvPr>
                  <p:custDataLst>
                    <p:tags r:id="rId47"/>
                  </p:custDataLst>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3645" name="Oval 106"/>
              <p:cNvSpPr>
                <a:spLocks noChangeArrowheads="1"/>
              </p:cNvSpPr>
              <p:nvPr>
                <p:custDataLst>
                  <p:tags r:id="rId48"/>
                </p:custDataLst>
              </p:nvPr>
            </p:nvSpPr>
            <p:spPr bwMode="auto">
              <a:xfrm>
                <a:off x="3683" y="2552"/>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7" name="Group 107"/>
            <p:cNvGrpSpPr/>
            <p:nvPr/>
          </p:nvGrpSpPr>
          <p:grpSpPr bwMode="auto">
            <a:xfrm>
              <a:off x="3361" y="972"/>
              <a:ext cx="1820" cy="2424"/>
              <a:chOff x="3361" y="972"/>
              <a:chExt cx="1820" cy="2424"/>
            </a:xfrm>
          </p:grpSpPr>
          <p:sp>
            <p:nvSpPr>
              <p:cNvPr id="23639" name="Line 108"/>
              <p:cNvSpPr>
                <a:spLocks noChangeShapeType="1"/>
              </p:cNvSpPr>
              <p:nvPr>
                <p:custDataLst>
                  <p:tags r:id="rId49"/>
                </p:custDataLst>
              </p:nvPr>
            </p:nvSpPr>
            <p:spPr bwMode="auto">
              <a:xfrm flipV="1">
                <a:off x="3361" y="2592"/>
                <a:ext cx="362" cy="804"/>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3640" name="Line 109"/>
              <p:cNvSpPr>
                <a:spLocks noChangeShapeType="1"/>
              </p:cNvSpPr>
              <p:nvPr>
                <p:custDataLst>
                  <p:tags r:id="rId50"/>
                </p:custDataLst>
              </p:nvPr>
            </p:nvSpPr>
            <p:spPr bwMode="auto">
              <a:xfrm flipV="1">
                <a:off x="3732" y="1930"/>
                <a:ext cx="345" cy="659"/>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3641" name="Line 110"/>
              <p:cNvSpPr>
                <a:spLocks noChangeShapeType="1"/>
              </p:cNvSpPr>
              <p:nvPr>
                <p:custDataLst>
                  <p:tags r:id="rId51"/>
                </p:custDataLst>
              </p:nvPr>
            </p:nvSpPr>
            <p:spPr bwMode="auto">
              <a:xfrm flipV="1">
                <a:off x="4086" y="1446"/>
                <a:ext cx="370" cy="479"/>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3642" name="Line 111"/>
              <p:cNvSpPr>
                <a:spLocks noChangeShapeType="1"/>
              </p:cNvSpPr>
              <p:nvPr>
                <p:custDataLst>
                  <p:tags r:id="rId52"/>
                </p:custDataLst>
              </p:nvPr>
            </p:nvSpPr>
            <p:spPr bwMode="auto">
              <a:xfrm flipV="1">
                <a:off x="4453" y="1108"/>
                <a:ext cx="370" cy="337"/>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sp>
            <p:nvSpPr>
              <p:cNvPr id="23643" name="Line 112"/>
              <p:cNvSpPr>
                <a:spLocks noChangeShapeType="1"/>
              </p:cNvSpPr>
              <p:nvPr>
                <p:custDataLst>
                  <p:tags r:id="rId53"/>
                </p:custDataLst>
              </p:nvPr>
            </p:nvSpPr>
            <p:spPr bwMode="auto">
              <a:xfrm flipV="1">
                <a:off x="4829" y="972"/>
                <a:ext cx="352" cy="139"/>
              </a:xfrm>
              <a:prstGeom prst="line">
                <a:avLst/>
              </a:prstGeom>
              <a:noFill/>
              <a:ln w="38100">
                <a:solidFill>
                  <a:srgbClr val="006600"/>
                </a:solidFill>
                <a:round/>
              </a:ln>
            </p:spPr>
            <p:txBody>
              <a:bodyPr/>
              <a:lstStyle/>
              <a:p>
                <a:endParaRPr lang="en-US">
                  <a:latin typeface="Arial" panose="020B0604020202020204"/>
                  <a:cs typeface="Arial" panose="020B0604020202020204"/>
                </a:endParaRPr>
              </a:p>
            </p:txBody>
          </p:sp>
        </p:grpSp>
        <p:sp>
          <p:nvSpPr>
            <p:cNvPr id="23638" name="Oval 113"/>
            <p:cNvSpPr>
              <a:spLocks noChangeArrowheads="1"/>
            </p:cNvSpPr>
            <p:nvPr>
              <p:custDataLst>
                <p:tags r:id="rId54"/>
              </p:custDataLst>
            </p:nvPr>
          </p:nvSpPr>
          <p:spPr bwMode="auto">
            <a:xfrm>
              <a:off x="3322" y="3350"/>
              <a:ext cx="88" cy="87"/>
            </a:xfrm>
            <a:prstGeom prst="ellipse">
              <a:avLst/>
            </a:prstGeom>
            <a:solidFill>
              <a:srgbClr val="006600"/>
            </a:solidFill>
            <a:ln w="9525">
              <a:noFill/>
              <a:prstDash val="dash"/>
              <a:round/>
            </a:ln>
          </p:spPr>
          <p:txBody>
            <a:bodyPr wrap="none" anchor="ctr"/>
            <a:lstStyle/>
            <a:p>
              <a:endParaRPr lang="en-US">
                <a:latin typeface="Arial" panose="020B0604020202020204"/>
                <a:cs typeface="Arial" panose="020B0604020202020204"/>
              </a:endParaRPr>
            </a:p>
          </p:txBody>
        </p:sp>
      </p:grpSp>
      <p:pic>
        <p:nvPicPr>
          <p:cNvPr id="5" name="图片 4" descr="logo-VI系统0630-PPT-12.png"/>
          <p:cNvPicPr>
            <a:picLocks noChangeAspect="1"/>
          </p:cNvPicPr>
          <p:nvPr/>
        </p:nvPicPr>
        <p:blipFill>
          <a:blip r:embed="rId55" cstate="print"/>
          <a:stretch>
            <a:fillRect/>
          </a:stretch>
        </p:blipFill>
        <p:spPr>
          <a:xfrm>
            <a:off x="433281" y="6286520"/>
            <a:ext cx="1495513" cy="288536"/>
          </a:xfrm>
          <a:prstGeom prst="rect">
            <a:avLst/>
          </a:prstGeom>
        </p:spPr>
      </p:pic>
      <p:sp>
        <p:nvSpPr>
          <p:cNvPr id="6" name="TextBox 5"/>
          <p:cNvSpPr txBox="1"/>
          <p:nvPr/>
        </p:nvSpPr>
        <p:spPr>
          <a:xfrm>
            <a:off x="414137" y="641967"/>
            <a:ext cx="77012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例 1: 劳动的边际产量 = 生产函数的斜率</a:t>
            </a:r>
            <a:endParaRPr sz="3200">
              <a:solidFill>
                <a:srgbClr val="002060"/>
              </a:solidFill>
              <a:latin typeface="华光中雅_CNKI" panose="02000500000000000000" pitchFamily="2" charset="-122"/>
              <a:ea typeface="华光中雅_CNKI" panose="02000500000000000000" pitchFamily="2" charset="-122"/>
            </a:endParaRPr>
          </a:p>
        </p:txBody>
      </p:sp>
      <p:sp>
        <p:nvSpPr>
          <p:cNvPr id="23559" name="Rectangle 3"/>
          <p:cNvSpPr>
            <a:spLocks noChangeArrowheads="1"/>
          </p:cNvSpPr>
          <p:nvPr>
            <p:custDataLst>
              <p:tags r:id="rId56"/>
            </p:custDataLst>
          </p:nvPr>
        </p:nvSpPr>
        <p:spPr bwMode="auto">
          <a:xfrm>
            <a:off x="1520825" y="5646738"/>
            <a:ext cx="1162050"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3560" name="Rectangle 4"/>
          <p:cNvSpPr>
            <a:spLocks noChangeArrowheads="1"/>
          </p:cNvSpPr>
          <p:nvPr>
            <p:custDataLst>
              <p:tags r:id="rId57"/>
            </p:custDataLst>
          </p:nvPr>
        </p:nvSpPr>
        <p:spPr bwMode="auto">
          <a:xfrm>
            <a:off x="333375" y="5646738"/>
            <a:ext cx="1187450" cy="581025"/>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23561" name="Rectangle 5"/>
          <p:cNvSpPr>
            <a:spLocks noChangeArrowheads="1"/>
          </p:cNvSpPr>
          <p:nvPr>
            <p:custDataLst>
              <p:tags r:id="rId58"/>
            </p:custDataLst>
          </p:nvPr>
        </p:nvSpPr>
        <p:spPr bwMode="auto">
          <a:xfrm>
            <a:off x="2849563" y="5410200"/>
            <a:ext cx="927100"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a:t>
            </a:r>
            <a:endParaRPr lang="en-US" sz="2400">
              <a:latin typeface="Arial" panose="020B0604020202020204"/>
              <a:cs typeface="Arial" panose="020B0604020202020204"/>
            </a:endParaRPr>
          </a:p>
        </p:txBody>
      </p:sp>
      <p:sp>
        <p:nvSpPr>
          <p:cNvPr id="23562" name="Rectangle 6"/>
          <p:cNvSpPr>
            <a:spLocks noChangeArrowheads="1"/>
          </p:cNvSpPr>
          <p:nvPr>
            <p:custDataLst>
              <p:tags r:id="rId59"/>
            </p:custDataLst>
          </p:nvPr>
        </p:nvSpPr>
        <p:spPr bwMode="auto">
          <a:xfrm>
            <a:off x="1520825" y="5065713"/>
            <a:ext cx="1162050"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2800</a:t>
            </a:r>
            <a:endParaRPr lang="en-US" sz="2400">
              <a:latin typeface="Arial" panose="020B0604020202020204"/>
              <a:cs typeface="Arial" panose="020B0604020202020204"/>
            </a:endParaRPr>
          </a:p>
        </p:txBody>
      </p:sp>
      <p:sp>
        <p:nvSpPr>
          <p:cNvPr id="23563" name="Rectangle 7"/>
          <p:cNvSpPr>
            <a:spLocks noChangeArrowheads="1"/>
          </p:cNvSpPr>
          <p:nvPr>
            <p:custDataLst>
              <p:tags r:id="rId60"/>
            </p:custDataLst>
          </p:nvPr>
        </p:nvSpPr>
        <p:spPr bwMode="auto">
          <a:xfrm>
            <a:off x="333375" y="5065713"/>
            <a:ext cx="1187450" cy="581025"/>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23564" name="Rectangle 8"/>
          <p:cNvSpPr>
            <a:spLocks noChangeArrowheads="1"/>
          </p:cNvSpPr>
          <p:nvPr>
            <p:custDataLst>
              <p:tags r:id="rId61"/>
            </p:custDataLst>
          </p:nvPr>
        </p:nvSpPr>
        <p:spPr bwMode="auto">
          <a:xfrm>
            <a:off x="2849563" y="4770438"/>
            <a:ext cx="927100" cy="63976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400</a:t>
            </a:r>
            <a:endParaRPr lang="en-US" sz="2400">
              <a:latin typeface="Arial" panose="020B0604020202020204"/>
              <a:cs typeface="Arial" panose="020B0604020202020204"/>
            </a:endParaRPr>
          </a:p>
        </p:txBody>
      </p:sp>
      <p:sp>
        <p:nvSpPr>
          <p:cNvPr id="23565" name="Rectangle 9"/>
          <p:cNvSpPr>
            <a:spLocks noChangeArrowheads="1"/>
          </p:cNvSpPr>
          <p:nvPr>
            <p:custDataLst>
              <p:tags r:id="rId62"/>
            </p:custDataLst>
          </p:nvPr>
        </p:nvSpPr>
        <p:spPr bwMode="auto">
          <a:xfrm>
            <a:off x="1520825" y="4425950"/>
            <a:ext cx="1162050" cy="63976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23566" name="Rectangle 10"/>
          <p:cNvSpPr>
            <a:spLocks noChangeArrowheads="1"/>
          </p:cNvSpPr>
          <p:nvPr>
            <p:custDataLst>
              <p:tags r:id="rId63"/>
            </p:custDataLst>
          </p:nvPr>
        </p:nvSpPr>
        <p:spPr bwMode="auto">
          <a:xfrm>
            <a:off x="333375" y="4425950"/>
            <a:ext cx="1187450" cy="63976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23567" name="Rectangle 11"/>
          <p:cNvSpPr>
            <a:spLocks noChangeArrowheads="1"/>
          </p:cNvSpPr>
          <p:nvPr>
            <p:custDataLst>
              <p:tags r:id="rId64"/>
            </p:custDataLst>
          </p:nvPr>
        </p:nvSpPr>
        <p:spPr bwMode="auto">
          <a:xfrm>
            <a:off x="2849563" y="4116388"/>
            <a:ext cx="927100" cy="6540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600</a:t>
            </a:r>
            <a:endParaRPr lang="en-US" sz="2400">
              <a:latin typeface="Arial" panose="020B0604020202020204"/>
              <a:cs typeface="Arial" panose="020B0604020202020204"/>
            </a:endParaRPr>
          </a:p>
        </p:txBody>
      </p:sp>
      <p:sp>
        <p:nvSpPr>
          <p:cNvPr id="23568" name="Rectangle 12"/>
          <p:cNvSpPr>
            <a:spLocks noChangeArrowheads="1"/>
          </p:cNvSpPr>
          <p:nvPr>
            <p:custDataLst>
              <p:tags r:id="rId65"/>
            </p:custDataLst>
          </p:nvPr>
        </p:nvSpPr>
        <p:spPr bwMode="auto">
          <a:xfrm>
            <a:off x="1520825" y="3771900"/>
            <a:ext cx="1162050" cy="6540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1800</a:t>
            </a:r>
            <a:endParaRPr lang="en-US" sz="2400">
              <a:latin typeface="Arial" panose="020B0604020202020204"/>
              <a:cs typeface="Arial" panose="020B0604020202020204"/>
            </a:endParaRPr>
          </a:p>
        </p:txBody>
      </p:sp>
      <p:sp>
        <p:nvSpPr>
          <p:cNvPr id="23569" name="Rectangle 13"/>
          <p:cNvSpPr>
            <a:spLocks noChangeArrowheads="1"/>
          </p:cNvSpPr>
          <p:nvPr>
            <p:custDataLst>
              <p:tags r:id="rId66"/>
            </p:custDataLst>
          </p:nvPr>
        </p:nvSpPr>
        <p:spPr bwMode="auto">
          <a:xfrm>
            <a:off x="333375" y="3771900"/>
            <a:ext cx="1187450" cy="654050"/>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23570" name="Rectangle 14"/>
          <p:cNvSpPr>
            <a:spLocks noChangeArrowheads="1"/>
          </p:cNvSpPr>
          <p:nvPr>
            <p:custDataLst>
              <p:tags r:id="rId67"/>
            </p:custDataLst>
          </p:nvPr>
        </p:nvSpPr>
        <p:spPr bwMode="auto">
          <a:xfrm>
            <a:off x="2849563" y="3476625"/>
            <a:ext cx="927100" cy="63976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800</a:t>
            </a:r>
            <a:endParaRPr lang="en-US" sz="2400">
              <a:latin typeface="Arial" panose="020B0604020202020204"/>
              <a:cs typeface="Arial" panose="020B0604020202020204"/>
            </a:endParaRPr>
          </a:p>
        </p:txBody>
      </p:sp>
      <p:sp>
        <p:nvSpPr>
          <p:cNvPr id="23571" name="Rectangle 15"/>
          <p:cNvSpPr>
            <a:spLocks noChangeArrowheads="1"/>
          </p:cNvSpPr>
          <p:nvPr>
            <p:custDataLst>
              <p:tags r:id="rId68"/>
            </p:custDataLst>
          </p:nvPr>
        </p:nvSpPr>
        <p:spPr bwMode="auto">
          <a:xfrm>
            <a:off x="1520825" y="3132138"/>
            <a:ext cx="1162050" cy="63976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3572" name="Rectangle 16"/>
          <p:cNvSpPr>
            <a:spLocks noChangeArrowheads="1"/>
          </p:cNvSpPr>
          <p:nvPr>
            <p:custDataLst>
              <p:tags r:id="rId69"/>
            </p:custDataLst>
          </p:nvPr>
        </p:nvSpPr>
        <p:spPr bwMode="auto">
          <a:xfrm>
            <a:off x="333375" y="3132138"/>
            <a:ext cx="1187450" cy="63976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23573" name="Rectangle 17"/>
          <p:cNvSpPr>
            <a:spLocks noChangeArrowheads="1"/>
          </p:cNvSpPr>
          <p:nvPr>
            <p:custDataLst>
              <p:tags r:id="rId70"/>
            </p:custDataLst>
          </p:nvPr>
        </p:nvSpPr>
        <p:spPr bwMode="auto">
          <a:xfrm>
            <a:off x="2849563" y="2797175"/>
            <a:ext cx="927100" cy="6794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3574" name="Rectangle 18"/>
          <p:cNvSpPr>
            <a:spLocks noChangeArrowheads="1"/>
          </p:cNvSpPr>
          <p:nvPr>
            <p:custDataLst>
              <p:tags r:id="rId71"/>
            </p:custDataLst>
          </p:nvPr>
        </p:nvSpPr>
        <p:spPr bwMode="auto">
          <a:xfrm>
            <a:off x="1520825" y="2452688"/>
            <a:ext cx="1162050" cy="6794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3575" name="Rectangle 19"/>
          <p:cNvSpPr>
            <a:spLocks noChangeArrowheads="1"/>
          </p:cNvSpPr>
          <p:nvPr>
            <p:custDataLst>
              <p:tags r:id="rId72"/>
            </p:custDataLst>
          </p:nvPr>
        </p:nvSpPr>
        <p:spPr bwMode="auto">
          <a:xfrm>
            <a:off x="333375" y="2452688"/>
            <a:ext cx="1187450" cy="679450"/>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3576" name="Rectangle 20"/>
          <p:cNvSpPr>
            <a:spLocks noChangeArrowheads="1"/>
          </p:cNvSpPr>
          <p:nvPr>
            <p:custDataLst>
              <p:tags r:id="rId73"/>
            </p:custDataLst>
          </p:nvPr>
        </p:nvSpPr>
        <p:spPr bwMode="auto">
          <a:xfrm>
            <a:off x="2849563" y="1139825"/>
            <a:ext cx="927100" cy="1312863"/>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MPL</a:t>
            </a:r>
            <a:endParaRPr lang="en-US" sz="2400" i="1">
              <a:latin typeface="Arial" panose="020B0604020202020204"/>
              <a:cs typeface="Arial" panose="020B0604020202020204"/>
            </a:endParaRPr>
          </a:p>
        </p:txBody>
      </p:sp>
      <p:sp>
        <p:nvSpPr>
          <p:cNvPr id="23577" name="Rectangle 21"/>
          <p:cNvSpPr>
            <a:spLocks noChangeArrowheads="1"/>
          </p:cNvSpPr>
          <p:nvPr>
            <p:custDataLst>
              <p:tags r:id="rId74"/>
            </p:custDataLst>
          </p:nvPr>
        </p:nvSpPr>
        <p:spPr bwMode="auto">
          <a:xfrm>
            <a:off x="1555750" y="1139825"/>
            <a:ext cx="1158875" cy="1313180"/>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br>
              <a:rPr lang="en-US" sz="2400">
                <a:latin typeface="Arial" panose="020B0604020202020204"/>
                <a:cs typeface="Arial" panose="020B0604020202020204"/>
              </a:rPr>
            </a:br>
            <a:r>
              <a:rPr lang="en-US" sz="2200">
                <a:latin typeface="Arial" panose="020B0604020202020204"/>
                <a:cs typeface="Arial" panose="020B0604020202020204"/>
              </a:rPr>
              <a:t>(小麦</a:t>
            </a:r>
            <a:r>
              <a:rPr lang="zh-CN" altLang="en-US" sz="2200">
                <a:latin typeface="Arial" panose="020B0604020202020204"/>
                <a:cs typeface="Arial" panose="020B0604020202020204"/>
              </a:rPr>
              <a:t>的产量</a:t>
            </a:r>
            <a:r>
              <a:rPr lang="en-US" sz="2200">
                <a:latin typeface="Arial" panose="020B0604020202020204"/>
                <a:cs typeface="Arial" panose="020B0604020202020204"/>
              </a:rPr>
              <a:t>)</a:t>
            </a:r>
            <a:endParaRPr lang="en-US" sz="2200">
              <a:latin typeface="Arial" panose="020B0604020202020204"/>
              <a:cs typeface="Arial" panose="020B0604020202020204"/>
            </a:endParaRPr>
          </a:p>
        </p:txBody>
      </p:sp>
      <p:sp>
        <p:nvSpPr>
          <p:cNvPr id="23578" name="Rectangle 22"/>
          <p:cNvSpPr>
            <a:spLocks noChangeArrowheads="1"/>
          </p:cNvSpPr>
          <p:nvPr>
            <p:custDataLst>
              <p:tags r:id="rId75"/>
            </p:custDataLst>
          </p:nvPr>
        </p:nvSpPr>
        <p:spPr bwMode="auto">
          <a:xfrm>
            <a:off x="333375" y="1139825"/>
            <a:ext cx="1187450" cy="1312863"/>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L</a:t>
            </a:r>
            <a:br>
              <a:rPr lang="en-US" sz="2400">
                <a:latin typeface="Arial" panose="020B0604020202020204"/>
                <a:cs typeface="Arial" panose="020B0604020202020204"/>
              </a:rPr>
            </a:br>
            <a:r>
              <a:rPr lang="en-US" sz="2200">
                <a:latin typeface="Arial" panose="020B0604020202020204"/>
                <a:cs typeface="Arial" panose="020B0604020202020204"/>
              </a:rPr>
              <a:t>(</a:t>
            </a:r>
            <a:r>
              <a:rPr lang="zh-CN" altLang="en-US" sz="2200">
                <a:latin typeface="Arial" panose="020B0604020202020204"/>
                <a:cs typeface="Arial" panose="020B0604020202020204"/>
              </a:rPr>
              <a:t>工人的数量</a:t>
            </a:r>
            <a:r>
              <a:rPr lang="en-US" sz="2200">
                <a:latin typeface="Arial" panose="020B0604020202020204"/>
                <a:cs typeface="Arial" panose="020B0604020202020204"/>
              </a:rPr>
              <a:t>)</a:t>
            </a:r>
            <a:endParaRPr lang="en-US" sz="2200">
              <a:latin typeface="Arial" panose="020B0604020202020204"/>
              <a:cs typeface="Arial" panose="020B0604020202020204"/>
            </a:endParaRPr>
          </a:p>
        </p:txBody>
      </p:sp>
      <p:sp>
        <p:nvSpPr>
          <p:cNvPr id="23579" name="Line 23"/>
          <p:cNvSpPr>
            <a:spLocks noChangeShapeType="1"/>
          </p:cNvSpPr>
          <p:nvPr>
            <p:custDataLst>
              <p:tags r:id="rId76"/>
            </p:custDataLst>
          </p:nvPr>
        </p:nvSpPr>
        <p:spPr bwMode="auto">
          <a:xfrm>
            <a:off x="333375" y="1139825"/>
            <a:ext cx="11874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0" name="Line 24"/>
          <p:cNvSpPr>
            <a:spLocks noChangeShapeType="1"/>
          </p:cNvSpPr>
          <p:nvPr>
            <p:custDataLst>
              <p:tags r:id="rId77"/>
            </p:custDataLst>
          </p:nvPr>
        </p:nvSpPr>
        <p:spPr bwMode="auto">
          <a:xfrm>
            <a:off x="333375" y="6227763"/>
            <a:ext cx="11874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1" name="Line 25"/>
          <p:cNvSpPr>
            <a:spLocks noChangeShapeType="1"/>
          </p:cNvSpPr>
          <p:nvPr>
            <p:custDataLst>
              <p:tags r:id="rId78"/>
            </p:custDataLst>
          </p:nvPr>
        </p:nvSpPr>
        <p:spPr bwMode="auto">
          <a:xfrm>
            <a:off x="333375" y="1139825"/>
            <a:ext cx="0" cy="13128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2" name="Line 26"/>
          <p:cNvSpPr>
            <a:spLocks noChangeShapeType="1"/>
          </p:cNvSpPr>
          <p:nvPr>
            <p:custDataLst>
              <p:tags r:id="rId79"/>
            </p:custDataLst>
          </p:nvPr>
        </p:nvSpPr>
        <p:spPr bwMode="auto">
          <a:xfrm>
            <a:off x="3776663" y="1139825"/>
            <a:ext cx="0" cy="13128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3" name="Line 27"/>
          <p:cNvSpPr>
            <a:spLocks noChangeShapeType="1"/>
          </p:cNvSpPr>
          <p:nvPr>
            <p:custDataLst>
              <p:tags r:id="rId80"/>
            </p:custDataLst>
          </p:nvPr>
        </p:nvSpPr>
        <p:spPr bwMode="auto">
          <a:xfrm>
            <a:off x="1520825" y="1139825"/>
            <a:ext cx="132873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4" name="Line 28"/>
          <p:cNvSpPr>
            <a:spLocks noChangeShapeType="1"/>
          </p:cNvSpPr>
          <p:nvPr>
            <p:custDataLst>
              <p:tags r:id="rId81"/>
            </p:custDataLst>
          </p:nvPr>
        </p:nvSpPr>
        <p:spPr bwMode="auto">
          <a:xfrm>
            <a:off x="333375"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5" name="Line 29"/>
          <p:cNvSpPr>
            <a:spLocks noChangeShapeType="1"/>
          </p:cNvSpPr>
          <p:nvPr>
            <p:custDataLst>
              <p:tags r:id="rId82"/>
            </p:custDataLst>
          </p:nvPr>
        </p:nvSpPr>
        <p:spPr bwMode="auto">
          <a:xfrm>
            <a:off x="2849563" y="1139825"/>
            <a:ext cx="9271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6" name="Line 30"/>
          <p:cNvSpPr>
            <a:spLocks noChangeShapeType="1"/>
          </p:cNvSpPr>
          <p:nvPr>
            <p:custDataLst>
              <p:tags r:id="rId83"/>
            </p:custDataLst>
          </p:nvPr>
        </p:nvSpPr>
        <p:spPr bwMode="auto">
          <a:xfrm>
            <a:off x="3776663"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7" name="Line 31"/>
          <p:cNvSpPr>
            <a:spLocks noChangeShapeType="1"/>
          </p:cNvSpPr>
          <p:nvPr>
            <p:custDataLst>
              <p:tags r:id="rId84"/>
            </p:custDataLst>
          </p:nvPr>
        </p:nvSpPr>
        <p:spPr bwMode="auto">
          <a:xfrm>
            <a:off x="333375"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8" name="Line 32"/>
          <p:cNvSpPr>
            <a:spLocks noChangeShapeType="1"/>
          </p:cNvSpPr>
          <p:nvPr>
            <p:custDataLst>
              <p:tags r:id="rId85"/>
            </p:custDataLst>
          </p:nvPr>
        </p:nvSpPr>
        <p:spPr bwMode="auto">
          <a:xfrm>
            <a:off x="3776663"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89" name="Line 33"/>
          <p:cNvSpPr>
            <a:spLocks noChangeShapeType="1"/>
          </p:cNvSpPr>
          <p:nvPr>
            <p:custDataLst>
              <p:tags r:id="rId86"/>
            </p:custDataLst>
          </p:nvPr>
        </p:nvSpPr>
        <p:spPr bwMode="auto">
          <a:xfrm>
            <a:off x="333375"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0" name="Line 34"/>
          <p:cNvSpPr>
            <a:spLocks noChangeShapeType="1"/>
          </p:cNvSpPr>
          <p:nvPr>
            <p:custDataLst>
              <p:tags r:id="rId87"/>
            </p:custDataLst>
          </p:nvPr>
        </p:nvSpPr>
        <p:spPr bwMode="auto">
          <a:xfrm>
            <a:off x="3776663"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1" name="Line 35"/>
          <p:cNvSpPr>
            <a:spLocks noChangeShapeType="1"/>
          </p:cNvSpPr>
          <p:nvPr>
            <p:custDataLst>
              <p:tags r:id="rId88"/>
            </p:custDataLst>
          </p:nvPr>
        </p:nvSpPr>
        <p:spPr bwMode="auto">
          <a:xfrm>
            <a:off x="333375"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2" name="Line 36"/>
          <p:cNvSpPr>
            <a:spLocks noChangeShapeType="1"/>
          </p:cNvSpPr>
          <p:nvPr>
            <p:custDataLst>
              <p:tags r:id="rId89"/>
            </p:custDataLst>
          </p:nvPr>
        </p:nvSpPr>
        <p:spPr bwMode="auto">
          <a:xfrm>
            <a:off x="3776663"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3" name="Line 37"/>
          <p:cNvSpPr>
            <a:spLocks noChangeShapeType="1"/>
          </p:cNvSpPr>
          <p:nvPr>
            <p:custDataLst>
              <p:tags r:id="rId90"/>
            </p:custDataLst>
          </p:nvPr>
        </p:nvSpPr>
        <p:spPr bwMode="auto">
          <a:xfrm>
            <a:off x="333375"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4" name="Line 38"/>
          <p:cNvSpPr>
            <a:spLocks noChangeShapeType="1"/>
          </p:cNvSpPr>
          <p:nvPr>
            <p:custDataLst>
              <p:tags r:id="rId91"/>
            </p:custDataLst>
          </p:nvPr>
        </p:nvSpPr>
        <p:spPr bwMode="auto">
          <a:xfrm>
            <a:off x="3776663"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5" name="Line 39"/>
          <p:cNvSpPr>
            <a:spLocks noChangeShapeType="1"/>
          </p:cNvSpPr>
          <p:nvPr>
            <p:custDataLst>
              <p:tags r:id="rId92"/>
            </p:custDataLst>
          </p:nvPr>
        </p:nvSpPr>
        <p:spPr bwMode="auto">
          <a:xfrm>
            <a:off x="333375"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6" name="Line 40"/>
          <p:cNvSpPr>
            <a:spLocks noChangeShapeType="1"/>
          </p:cNvSpPr>
          <p:nvPr>
            <p:custDataLst>
              <p:tags r:id="rId93"/>
            </p:custDataLst>
          </p:nvPr>
        </p:nvSpPr>
        <p:spPr bwMode="auto">
          <a:xfrm>
            <a:off x="3776663"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7" name="Line 41"/>
          <p:cNvSpPr>
            <a:spLocks noChangeShapeType="1"/>
          </p:cNvSpPr>
          <p:nvPr>
            <p:custDataLst>
              <p:tags r:id="rId94"/>
            </p:custDataLst>
          </p:nvPr>
        </p:nvSpPr>
        <p:spPr bwMode="auto">
          <a:xfrm>
            <a:off x="1520825" y="6227763"/>
            <a:ext cx="132873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8" name="Line 42"/>
          <p:cNvSpPr>
            <a:spLocks noChangeShapeType="1"/>
          </p:cNvSpPr>
          <p:nvPr>
            <p:custDataLst>
              <p:tags r:id="rId95"/>
            </p:custDataLst>
          </p:nvPr>
        </p:nvSpPr>
        <p:spPr bwMode="auto">
          <a:xfrm>
            <a:off x="2849563" y="6227763"/>
            <a:ext cx="9271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3599" name="Line 43"/>
          <p:cNvSpPr>
            <a:spLocks noChangeShapeType="1"/>
          </p:cNvSpPr>
          <p:nvPr>
            <p:custDataLst>
              <p:tags r:id="rId96"/>
            </p:custDataLst>
          </p:nvPr>
        </p:nvSpPr>
        <p:spPr bwMode="auto">
          <a:xfrm>
            <a:off x="342900" y="2465388"/>
            <a:ext cx="328930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nvGrpSpPr>
          <p:cNvPr id="18" name="Group 147"/>
          <p:cNvGrpSpPr/>
          <p:nvPr/>
        </p:nvGrpSpPr>
        <p:grpSpPr bwMode="auto">
          <a:xfrm>
            <a:off x="6119813" y="3443288"/>
            <a:ext cx="531812" cy="1049337"/>
            <a:chOff x="3747" y="1941"/>
            <a:chExt cx="335" cy="661"/>
          </a:xfrm>
        </p:grpSpPr>
        <p:sp>
          <p:nvSpPr>
            <p:cNvPr id="23629" name="Line 115"/>
            <p:cNvSpPr>
              <a:spLocks noChangeShapeType="1"/>
            </p:cNvSpPr>
            <p:nvPr>
              <p:custDataLst>
                <p:tags r:id="rId97"/>
              </p:custDataLst>
            </p:nvPr>
          </p:nvSpPr>
          <p:spPr bwMode="auto">
            <a:xfrm>
              <a:off x="3747" y="2595"/>
              <a:ext cx="335"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sp>
          <p:nvSpPr>
            <p:cNvPr id="23630" name="Line 116"/>
            <p:cNvSpPr>
              <a:spLocks noChangeShapeType="1"/>
            </p:cNvSpPr>
            <p:nvPr>
              <p:custDataLst>
                <p:tags r:id="rId98"/>
              </p:custDataLst>
            </p:nvPr>
          </p:nvSpPr>
          <p:spPr bwMode="auto">
            <a:xfrm rot="-5400000">
              <a:off x="3749" y="2272"/>
              <a:ext cx="661"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grpSp>
      <p:grpSp>
        <p:nvGrpSpPr>
          <p:cNvPr id="19" name="Group 148"/>
          <p:cNvGrpSpPr/>
          <p:nvPr/>
        </p:nvGrpSpPr>
        <p:grpSpPr bwMode="auto">
          <a:xfrm>
            <a:off x="6710363" y="2652713"/>
            <a:ext cx="531812" cy="792162"/>
            <a:chOff x="4119" y="1443"/>
            <a:chExt cx="335" cy="499"/>
          </a:xfrm>
        </p:grpSpPr>
        <p:sp>
          <p:nvSpPr>
            <p:cNvPr id="23627" name="Line 117"/>
            <p:cNvSpPr>
              <a:spLocks noChangeShapeType="1"/>
            </p:cNvSpPr>
            <p:nvPr>
              <p:custDataLst>
                <p:tags r:id="rId99"/>
              </p:custDataLst>
            </p:nvPr>
          </p:nvSpPr>
          <p:spPr bwMode="auto">
            <a:xfrm>
              <a:off x="4119" y="1935"/>
              <a:ext cx="335"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sp>
          <p:nvSpPr>
            <p:cNvPr id="23628" name="Line 118"/>
            <p:cNvSpPr>
              <a:spLocks noChangeShapeType="1"/>
            </p:cNvSpPr>
            <p:nvPr>
              <p:custDataLst>
                <p:tags r:id="rId100"/>
              </p:custDataLst>
            </p:nvPr>
          </p:nvSpPr>
          <p:spPr bwMode="auto">
            <a:xfrm rot="-5400000">
              <a:off x="4202" y="1693"/>
              <a:ext cx="499"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grpSp>
      <p:grpSp>
        <p:nvGrpSpPr>
          <p:cNvPr id="20" name="Group 146"/>
          <p:cNvGrpSpPr/>
          <p:nvPr/>
        </p:nvGrpSpPr>
        <p:grpSpPr bwMode="auto">
          <a:xfrm>
            <a:off x="5548313" y="4473575"/>
            <a:ext cx="531812" cy="1292225"/>
            <a:chOff x="3387" y="2590"/>
            <a:chExt cx="335" cy="814"/>
          </a:xfrm>
        </p:grpSpPr>
        <p:sp>
          <p:nvSpPr>
            <p:cNvPr id="23625" name="Line 119"/>
            <p:cNvSpPr>
              <a:spLocks noChangeShapeType="1"/>
            </p:cNvSpPr>
            <p:nvPr>
              <p:custDataLst>
                <p:tags r:id="rId101"/>
              </p:custDataLst>
            </p:nvPr>
          </p:nvSpPr>
          <p:spPr bwMode="auto">
            <a:xfrm>
              <a:off x="3387" y="3397"/>
              <a:ext cx="335"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sp>
          <p:nvSpPr>
            <p:cNvPr id="23626" name="Line 120"/>
            <p:cNvSpPr>
              <a:spLocks noChangeShapeType="1"/>
            </p:cNvSpPr>
            <p:nvPr>
              <p:custDataLst>
                <p:tags r:id="rId102"/>
              </p:custDataLst>
            </p:nvPr>
          </p:nvSpPr>
          <p:spPr bwMode="auto">
            <a:xfrm rot="-5400000">
              <a:off x="3313" y="2997"/>
              <a:ext cx="814"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grpSp>
      <p:grpSp>
        <p:nvGrpSpPr>
          <p:cNvPr id="21" name="Group 149"/>
          <p:cNvGrpSpPr/>
          <p:nvPr/>
        </p:nvGrpSpPr>
        <p:grpSpPr bwMode="auto">
          <a:xfrm>
            <a:off x="7289800" y="2124075"/>
            <a:ext cx="531813" cy="541338"/>
            <a:chOff x="4484" y="1110"/>
            <a:chExt cx="335" cy="341"/>
          </a:xfrm>
        </p:grpSpPr>
        <p:sp>
          <p:nvSpPr>
            <p:cNvPr id="23623" name="Line 121"/>
            <p:cNvSpPr>
              <a:spLocks noChangeShapeType="1"/>
            </p:cNvSpPr>
            <p:nvPr>
              <p:custDataLst>
                <p:tags r:id="rId103"/>
              </p:custDataLst>
            </p:nvPr>
          </p:nvSpPr>
          <p:spPr bwMode="auto">
            <a:xfrm>
              <a:off x="4484" y="1444"/>
              <a:ext cx="335"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sp>
          <p:nvSpPr>
            <p:cNvPr id="23624" name="Line 122"/>
            <p:cNvSpPr>
              <a:spLocks noChangeShapeType="1"/>
            </p:cNvSpPr>
            <p:nvPr>
              <p:custDataLst>
                <p:tags r:id="rId104"/>
              </p:custDataLst>
            </p:nvPr>
          </p:nvSpPr>
          <p:spPr bwMode="auto">
            <a:xfrm rot="-5400000">
              <a:off x="4646" y="1281"/>
              <a:ext cx="341"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grpSp>
      <p:grpSp>
        <p:nvGrpSpPr>
          <p:cNvPr id="22" name="Group 150"/>
          <p:cNvGrpSpPr/>
          <p:nvPr/>
        </p:nvGrpSpPr>
        <p:grpSpPr bwMode="auto">
          <a:xfrm>
            <a:off x="7854950" y="1908175"/>
            <a:ext cx="531813" cy="239713"/>
            <a:chOff x="4840" y="974"/>
            <a:chExt cx="335" cy="151"/>
          </a:xfrm>
        </p:grpSpPr>
        <p:sp>
          <p:nvSpPr>
            <p:cNvPr id="23621" name="Line 123"/>
            <p:cNvSpPr>
              <a:spLocks noChangeShapeType="1"/>
            </p:cNvSpPr>
            <p:nvPr>
              <p:custDataLst>
                <p:tags r:id="rId105"/>
              </p:custDataLst>
            </p:nvPr>
          </p:nvSpPr>
          <p:spPr bwMode="auto">
            <a:xfrm>
              <a:off x="4840" y="1118"/>
              <a:ext cx="335" cy="0"/>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sp>
          <p:nvSpPr>
            <p:cNvPr id="23622" name="Line 124"/>
            <p:cNvSpPr>
              <a:spLocks noChangeShapeType="1"/>
            </p:cNvSpPr>
            <p:nvPr>
              <p:custDataLst>
                <p:tags r:id="rId106"/>
              </p:custDataLst>
            </p:nvPr>
          </p:nvSpPr>
          <p:spPr bwMode="auto">
            <a:xfrm rot="5400000" flipH="1">
              <a:off x="5096" y="1049"/>
              <a:ext cx="151" cy="2"/>
            </a:xfrm>
            <a:prstGeom prst="line">
              <a:avLst/>
            </a:prstGeom>
            <a:noFill/>
            <a:ln w="38100">
              <a:solidFill>
                <a:srgbClr val="996633"/>
              </a:solidFill>
              <a:round/>
              <a:tailEnd type="triangle" w="lg" len="med"/>
            </a:ln>
          </p:spPr>
          <p:txBody>
            <a:bodyPr/>
            <a:lstStyle/>
            <a:p>
              <a:endParaRPr lang="en-US">
                <a:latin typeface="Arial" panose="020B0604020202020204"/>
                <a:cs typeface="Arial" panose="020B0604020202020204"/>
              </a:endParaRPr>
            </a:p>
          </p:txBody>
        </p:sp>
      </p:grpSp>
      <p:grpSp>
        <p:nvGrpSpPr>
          <p:cNvPr id="23" name="Group 133"/>
          <p:cNvGrpSpPr/>
          <p:nvPr/>
        </p:nvGrpSpPr>
        <p:grpSpPr bwMode="auto">
          <a:xfrm>
            <a:off x="2935288" y="5465763"/>
            <a:ext cx="711200" cy="485775"/>
            <a:chOff x="1849" y="3449"/>
            <a:chExt cx="448" cy="306"/>
          </a:xfrm>
        </p:grpSpPr>
        <p:sp>
          <p:nvSpPr>
            <p:cNvPr id="23619" name="Rectangle 131"/>
            <p:cNvSpPr>
              <a:spLocks noChangeArrowheads="1"/>
            </p:cNvSpPr>
            <p:nvPr>
              <p:custDataLst>
                <p:tags r:id="rId107"/>
              </p:custDataLst>
            </p:nvPr>
          </p:nvSpPr>
          <p:spPr bwMode="auto">
            <a:xfrm>
              <a:off x="1849" y="3449"/>
              <a:ext cx="448" cy="306"/>
            </a:xfrm>
            <a:prstGeom prst="rect">
              <a:avLst/>
            </a:prstGeom>
            <a:noFill/>
            <a:ln w="38100">
              <a:solidFill>
                <a:srgbClr val="996633"/>
              </a:solidFill>
              <a:miter lim="800000"/>
            </a:ln>
          </p:spPr>
          <p:txBody>
            <a:bodyPr wrap="none" anchor="ctr"/>
            <a:lstStyle/>
            <a:p>
              <a:endParaRPr lang="en-US">
                <a:latin typeface="Arial" panose="020B0604020202020204"/>
                <a:cs typeface="Arial" panose="020B0604020202020204"/>
              </a:endParaRPr>
            </a:p>
          </p:txBody>
        </p:sp>
        <p:sp>
          <p:nvSpPr>
            <p:cNvPr id="23620" name="Rectangle 132"/>
            <p:cNvSpPr>
              <a:spLocks noChangeArrowheads="1"/>
            </p:cNvSpPr>
            <p:nvPr>
              <p:custDataLst>
                <p:tags r:id="rId108"/>
              </p:custDataLst>
            </p:nvPr>
          </p:nvSpPr>
          <p:spPr bwMode="auto">
            <a:xfrm>
              <a:off x="1866" y="3466"/>
              <a:ext cx="413" cy="270"/>
            </a:xfrm>
            <a:prstGeom prst="rect">
              <a:avLst/>
            </a:prstGeom>
            <a:noFill/>
            <a:ln w="28575">
              <a:solidFill>
                <a:srgbClr val="FFCC00"/>
              </a:solidFill>
              <a:miter lim="800000"/>
            </a:ln>
          </p:spPr>
          <p:txBody>
            <a:bodyPr wrap="none" anchor="ctr"/>
            <a:lstStyle/>
            <a:p>
              <a:endParaRPr lang="en-US">
                <a:latin typeface="Arial" panose="020B0604020202020204"/>
                <a:cs typeface="Arial" panose="020B0604020202020204"/>
              </a:endParaRPr>
            </a:p>
          </p:txBody>
        </p:sp>
      </p:grpSp>
      <p:grpSp>
        <p:nvGrpSpPr>
          <p:cNvPr id="24" name="Group 134"/>
          <p:cNvGrpSpPr/>
          <p:nvPr/>
        </p:nvGrpSpPr>
        <p:grpSpPr bwMode="auto">
          <a:xfrm>
            <a:off x="2925763" y="4846638"/>
            <a:ext cx="711200" cy="485775"/>
            <a:chOff x="1849" y="3449"/>
            <a:chExt cx="448" cy="306"/>
          </a:xfrm>
        </p:grpSpPr>
        <p:sp>
          <p:nvSpPr>
            <p:cNvPr id="23617" name="Rectangle 135"/>
            <p:cNvSpPr>
              <a:spLocks noChangeArrowheads="1"/>
            </p:cNvSpPr>
            <p:nvPr>
              <p:custDataLst>
                <p:tags r:id="rId109"/>
              </p:custDataLst>
            </p:nvPr>
          </p:nvSpPr>
          <p:spPr bwMode="auto">
            <a:xfrm>
              <a:off x="1849" y="3449"/>
              <a:ext cx="448" cy="306"/>
            </a:xfrm>
            <a:prstGeom prst="rect">
              <a:avLst/>
            </a:prstGeom>
            <a:noFill/>
            <a:ln w="38100">
              <a:solidFill>
                <a:srgbClr val="996633"/>
              </a:solidFill>
              <a:miter lim="800000"/>
            </a:ln>
          </p:spPr>
          <p:txBody>
            <a:bodyPr wrap="none" anchor="ctr"/>
            <a:lstStyle/>
            <a:p>
              <a:endParaRPr lang="en-US">
                <a:latin typeface="Arial" panose="020B0604020202020204"/>
                <a:cs typeface="Arial" panose="020B0604020202020204"/>
              </a:endParaRPr>
            </a:p>
          </p:txBody>
        </p:sp>
        <p:sp>
          <p:nvSpPr>
            <p:cNvPr id="23618" name="Rectangle 136"/>
            <p:cNvSpPr>
              <a:spLocks noChangeArrowheads="1"/>
            </p:cNvSpPr>
            <p:nvPr>
              <p:custDataLst>
                <p:tags r:id="rId110"/>
              </p:custDataLst>
            </p:nvPr>
          </p:nvSpPr>
          <p:spPr bwMode="auto">
            <a:xfrm>
              <a:off x="1866" y="3466"/>
              <a:ext cx="413" cy="270"/>
            </a:xfrm>
            <a:prstGeom prst="rect">
              <a:avLst/>
            </a:prstGeom>
            <a:noFill/>
            <a:ln w="28575">
              <a:solidFill>
                <a:srgbClr val="FFCC00"/>
              </a:solidFill>
              <a:miter lim="800000"/>
            </a:ln>
          </p:spPr>
          <p:txBody>
            <a:bodyPr wrap="none" anchor="ctr"/>
            <a:lstStyle/>
            <a:p>
              <a:endParaRPr lang="en-US">
                <a:latin typeface="Arial" panose="020B0604020202020204"/>
                <a:cs typeface="Arial" panose="020B0604020202020204"/>
              </a:endParaRPr>
            </a:p>
          </p:txBody>
        </p:sp>
      </p:grpSp>
      <p:grpSp>
        <p:nvGrpSpPr>
          <p:cNvPr id="25" name="Group 137"/>
          <p:cNvGrpSpPr/>
          <p:nvPr/>
        </p:nvGrpSpPr>
        <p:grpSpPr bwMode="auto">
          <a:xfrm>
            <a:off x="2916238" y="4208463"/>
            <a:ext cx="711200" cy="485775"/>
            <a:chOff x="1849" y="3449"/>
            <a:chExt cx="448" cy="306"/>
          </a:xfrm>
        </p:grpSpPr>
        <p:sp>
          <p:nvSpPr>
            <p:cNvPr id="23615" name="Rectangle 138"/>
            <p:cNvSpPr>
              <a:spLocks noChangeArrowheads="1"/>
            </p:cNvSpPr>
            <p:nvPr>
              <p:custDataLst>
                <p:tags r:id="rId111"/>
              </p:custDataLst>
            </p:nvPr>
          </p:nvSpPr>
          <p:spPr bwMode="auto">
            <a:xfrm>
              <a:off x="1849" y="3449"/>
              <a:ext cx="448" cy="306"/>
            </a:xfrm>
            <a:prstGeom prst="rect">
              <a:avLst/>
            </a:prstGeom>
            <a:noFill/>
            <a:ln w="38100">
              <a:solidFill>
                <a:srgbClr val="996633"/>
              </a:solidFill>
              <a:miter lim="800000"/>
            </a:ln>
          </p:spPr>
          <p:txBody>
            <a:bodyPr wrap="none" anchor="ctr"/>
            <a:lstStyle/>
            <a:p>
              <a:endParaRPr lang="en-US">
                <a:latin typeface="Arial" panose="020B0604020202020204"/>
                <a:cs typeface="Arial" panose="020B0604020202020204"/>
              </a:endParaRPr>
            </a:p>
          </p:txBody>
        </p:sp>
        <p:sp>
          <p:nvSpPr>
            <p:cNvPr id="23616" name="Rectangle 139"/>
            <p:cNvSpPr>
              <a:spLocks noChangeArrowheads="1"/>
            </p:cNvSpPr>
            <p:nvPr>
              <p:custDataLst>
                <p:tags r:id="rId112"/>
              </p:custDataLst>
            </p:nvPr>
          </p:nvSpPr>
          <p:spPr bwMode="auto">
            <a:xfrm>
              <a:off x="1866" y="3466"/>
              <a:ext cx="413" cy="270"/>
            </a:xfrm>
            <a:prstGeom prst="rect">
              <a:avLst/>
            </a:prstGeom>
            <a:noFill/>
            <a:ln w="28575">
              <a:solidFill>
                <a:srgbClr val="FFCC00"/>
              </a:solidFill>
              <a:miter lim="800000"/>
            </a:ln>
          </p:spPr>
          <p:txBody>
            <a:bodyPr wrap="none" anchor="ctr"/>
            <a:lstStyle/>
            <a:p>
              <a:endParaRPr lang="en-US">
                <a:latin typeface="Arial" panose="020B0604020202020204"/>
                <a:cs typeface="Arial" panose="020B0604020202020204"/>
              </a:endParaRPr>
            </a:p>
          </p:txBody>
        </p:sp>
      </p:grpSp>
      <p:grpSp>
        <p:nvGrpSpPr>
          <p:cNvPr id="26" name="Group 140"/>
          <p:cNvGrpSpPr/>
          <p:nvPr/>
        </p:nvGrpSpPr>
        <p:grpSpPr bwMode="auto">
          <a:xfrm>
            <a:off x="2927350" y="3560763"/>
            <a:ext cx="711200" cy="485775"/>
            <a:chOff x="1849" y="3449"/>
            <a:chExt cx="448" cy="306"/>
          </a:xfrm>
        </p:grpSpPr>
        <p:sp>
          <p:nvSpPr>
            <p:cNvPr id="23613" name="Rectangle 141"/>
            <p:cNvSpPr>
              <a:spLocks noChangeArrowheads="1"/>
            </p:cNvSpPr>
            <p:nvPr>
              <p:custDataLst>
                <p:tags r:id="rId113"/>
              </p:custDataLst>
            </p:nvPr>
          </p:nvSpPr>
          <p:spPr bwMode="auto">
            <a:xfrm>
              <a:off x="1849" y="3449"/>
              <a:ext cx="448" cy="306"/>
            </a:xfrm>
            <a:prstGeom prst="rect">
              <a:avLst/>
            </a:prstGeom>
            <a:noFill/>
            <a:ln w="38100">
              <a:solidFill>
                <a:srgbClr val="996633"/>
              </a:solidFill>
              <a:miter lim="800000"/>
            </a:ln>
          </p:spPr>
          <p:txBody>
            <a:bodyPr wrap="none" anchor="ctr"/>
            <a:lstStyle/>
            <a:p>
              <a:endParaRPr lang="en-US">
                <a:latin typeface="Arial" panose="020B0604020202020204"/>
                <a:cs typeface="Arial" panose="020B0604020202020204"/>
              </a:endParaRPr>
            </a:p>
          </p:txBody>
        </p:sp>
        <p:sp>
          <p:nvSpPr>
            <p:cNvPr id="23614" name="Rectangle 142"/>
            <p:cNvSpPr>
              <a:spLocks noChangeArrowheads="1"/>
            </p:cNvSpPr>
            <p:nvPr>
              <p:custDataLst>
                <p:tags r:id="rId114"/>
              </p:custDataLst>
            </p:nvPr>
          </p:nvSpPr>
          <p:spPr bwMode="auto">
            <a:xfrm>
              <a:off x="1866" y="3466"/>
              <a:ext cx="413" cy="270"/>
            </a:xfrm>
            <a:prstGeom prst="rect">
              <a:avLst/>
            </a:prstGeom>
            <a:noFill/>
            <a:ln w="28575">
              <a:solidFill>
                <a:srgbClr val="FFCC00"/>
              </a:solidFill>
              <a:miter lim="800000"/>
            </a:ln>
          </p:spPr>
          <p:txBody>
            <a:bodyPr wrap="none" anchor="ctr"/>
            <a:lstStyle/>
            <a:p>
              <a:endParaRPr lang="en-US">
                <a:latin typeface="Arial" panose="020B0604020202020204"/>
                <a:cs typeface="Arial" panose="020B0604020202020204"/>
              </a:endParaRPr>
            </a:p>
          </p:txBody>
        </p:sp>
      </p:grpSp>
      <p:grpSp>
        <p:nvGrpSpPr>
          <p:cNvPr id="27" name="Group 143"/>
          <p:cNvGrpSpPr/>
          <p:nvPr/>
        </p:nvGrpSpPr>
        <p:grpSpPr bwMode="auto">
          <a:xfrm>
            <a:off x="2805113" y="2903538"/>
            <a:ext cx="844550" cy="485775"/>
            <a:chOff x="1849" y="3449"/>
            <a:chExt cx="448" cy="306"/>
          </a:xfrm>
        </p:grpSpPr>
        <p:sp>
          <p:nvSpPr>
            <p:cNvPr id="23611" name="Rectangle 144"/>
            <p:cNvSpPr>
              <a:spLocks noChangeArrowheads="1"/>
            </p:cNvSpPr>
            <p:nvPr>
              <p:custDataLst>
                <p:tags r:id="rId115"/>
              </p:custDataLst>
            </p:nvPr>
          </p:nvSpPr>
          <p:spPr bwMode="auto">
            <a:xfrm>
              <a:off x="1849" y="3449"/>
              <a:ext cx="448" cy="306"/>
            </a:xfrm>
            <a:prstGeom prst="rect">
              <a:avLst/>
            </a:prstGeom>
            <a:noFill/>
            <a:ln w="38100">
              <a:solidFill>
                <a:srgbClr val="996633"/>
              </a:solidFill>
              <a:miter lim="800000"/>
            </a:ln>
          </p:spPr>
          <p:txBody>
            <a:bodyPr wrap="none" anchor="ctr"/>
            <a:lstStyle/>
            <a:p>
              <a:endParaRPr lang="en-US">
                <a:latin typeface="Arial" panose="020B0604020202020204"/>
                <a:cs typeface="Arial" panose="020B0604020202020204"/>
              </a:endParaRPr>
            </a:p>
          </p:txBody>
        </p:sp>
        <p:sp>
          <p:nvSpPr>
            <p:cNvPr id="23612" name="Rectangle 145"/>
            <p:cNvSpPr>
              <a:spLocks noChangeArrowheads="1"/>
            </p:cNvSpPr>
            <p:nvPr>
              <p:custDataLst>
                <p:tags r:id="rId116"/>
              </p:custDataLst>
            </p:nvPr>
          </p:nvSpPr>
          <p:spPr bwMode="auto">
            <a:xfrm>
              <a:off x="1866" y="3466"/>
              <a:ext cx="413" cy="270"/>
            </a:xfrm>
            <a:prstGeom prst="rect">
              <a:avLst/>
            </a:prstGeom>
            <a:noFill/>
            <a:ln w="28575">
              <a:solidFill>
                <a:srgbClr val="FFCC00"/>
              </a:solidFill>
              <a:miter lim="800000"/>
            </a:ln>
          </p:spPr>
          <p:txBody>
            <a:bodyPr wrap="none" anchor="ct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820">
                                            <p:txEl>
                                              <p:pRg st="0" end="0"/>
                                            </p:txEl>
                                          </p:spTgt>
                                        </p:tgtEl>
                                        <p:attrNameLst>
                                          <p:attrName>style.visibility</p:attrName>
                                        </p:attrNameLst>
                                      </p:cBhvr>
                                      <p:to>
                                        <p:strVal val="visible"/>
                                      </p:to>
                                    </p:set>
                                    <p:animEffect transition="in" filter="wipe(left)">
                                      <p:cBhvr>
                                        <p:cTn id="7" dur="500"/>
                                        <p:tgtEl>
                                          <p:spTgt spid="758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820">
                                            <p:txEl>
                                              <p:pRg st="1" end="1"/>
                                            </p:txEl>
                                          </p:spTgt>
                                        </p:tgtEl>
                                        <p:attrNameLst>
                                          <p:attrName>style.visibility</p:attrName>
                                        </p:attrNameLst>
                                      </p:cBhvr>
                                      <p:to>
                                        <p:strVal val="visible"/>
                                      </p:to>
                                    </p:set>
                                    <p:animEffect transition="in" filter="wipe(left)">
                                      <p:cBhvr>
                                        <p:cTn id="12" dur="500"/>
                                        <p:tgtEl>
                                          <p:spTgt spid="758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820">
                                            <p:txEl>
                                              <p:pRg st="2" end="2"/>
                                            </p:txEl>
                                          </p:spTgt>
                                        </p:tgtEl>
                                        <p:attrNameLst>
                                          <p:attrName>style.visibility</p:attrName>
                                        </p:attrNameLst>
                                      </p:cBhvr>
                                      <p:to>
                                        <p:strVal val="visible"/>
                                      </p:to>
                                    </p:set>
                                    <p:animEffect transition="in" filter="wipe(left)">
                                      <p:cBhvr>
                                        <p:cTn id="17" dur="500"/>
                                        <p:tgtEl>
                                          <p:spTgt spid="758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8" presetClass="entr" presetSubtype="3"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strips(upRight)">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500"/>
                                        <p:tgtEl>
                                          <p:spTgt spid="27"/>
                                        </p:tgtEl>
                                      </p:cBhvr>
                                    </p:animEffect>
                                    <p:set>
                                      <p:cBhvr>
                                        <p:cTn id="35" dur="1" fill="hold">
                                          <p:stCondLst>
                                            <p:cond delay="499"/>
                                          </p:stCondLst>
                                        </p:cTn>
                                        <p:tgtEl>
                                          <p:spTgt spid="27"/>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20"/>
                                        </p:tgtEl>
                                      </p:cBhvr>
                                    </p:animEffect>
                                    <p:set>
                                      <p:cBhvr>
                                        <p:cTn id="38" dur="1" fill="hold">
                                          <p:stCondLst>
                                            <p:cond delay="499"/>
                                          </p:stCondLst>
                                        </p:cTn>
                                        <p:tgtEl>
                                          <p:spTgt spid="2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8" presetClass="entr" presetSubtype="3"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strips(upRight)">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26"/>
                                        </p:tgtEl>
                                      </p:cBhvr>
                                    </p:animEffect>
                                    <p:set>
                                      <p:cBhvr>
                                        <p:cTn id="51" dur="1" fill="hold">
                                          <p:stCondLst>
                                            <p:cond delay="499"/>
                                          </p:stCondLst>
                                        </p:cTn>
                                        <p:tgtEl>
                                          <p:spTgt spid="26"/>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18"/>
                                        </p:tgtEl>
                                      </p:cBhvr>
                                    </p:animEffect>
                                    <p:set>
                                      <p:cBhvr>
                                        <p:cTn id="54" dur="1" fill="hold">
                                          <p:stCondLst>
                                            <p:cond delay="499"/>
                                          </p:stCondLst>
                                        </p:cTn>
                                        <p:tgtEl>
                                          <p:spTgt spid="1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8" presetClass="entr" presetSubtype="3"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strips(upRight)">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25"/>
                                        </p:tgtEl>
                                      </p:cBhvr>
                                    </p:animEffect>
                                    <p:set>
                                      <p:cBhvr>
                                        <p:cTn id="67" dur="1" fill="hold">
                                          <p:stCondLst>
                                            <p:cond delay="499"/>
                                          </p:stCondLst>
                                        </p:cTn>
                                        <p:tgtEl>
                                          <p:spTgt spid="25"/>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19"/>
                                        </p:tgtEl>
                                      </p:cBhvr>
                                    </p:animEffect>
                                    <p:set>
                                      <p:cBhvr>
                                        <p:cTn id="70" dur="1" fill="hold">
                                          <p:stCondLst>
                                            <p:cond delay="499"/>
                                          </p:stCondLst>
                                        </p:cTn>
                                        <p:tgtEl>
                                          <p:spTgt spid="1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8" presetClass="entr" presetSubtype="3" fill="hold"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strips(upRight)">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nodeType="clickEffect">
                                  <p:stCondLst>
                                    <p:cond delay="0"/>
                                  </p:stCondLst>
                                  <p:childTnLst>
                                    <p:animEffect transition="out" filter="fade">
                                      <p:cBhvr>
                                        <p:cTn id="82" dur="500"/>
                                        <p:tgtEl>
                                          <p:spTgt spid="24"/>
                                        </p:tgtEl>
                                      </p:cBhvr>
                                    </p:animEffect>
                                    <p:set>
                                      <p:cBhvr>
                                        <p:cTn id="83" dur="1" fill="hold">
                                          <p:stCondLst>
                                            <p:cond delay="499"/>
                                          </p:stCondLst>
                                        </p:cTn>
                                        <p:tgtEl>
                                          <p:spTgt spid="24"/>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21"/>
                                        </p:tgtEl>
                                      </p:cBhvr>
                                    </p:animEffect>
                                    <p:set>
                                      <p:cBhvr>
                                        <p:cTn id="86" dur="1" fill="hold">
                                          <p:stCondLst>
                                            <p:cond delay="499"/>
                                          </p:stCondLst>
                                        </p:cTn>
                                        <p:tgtEl>
                                          <p:spTgt spid="21"/>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childTnLst>
                                </p:cTn>
                              </p:par>
                              <p:par>
                                <p:cTn id="92" presetID="18" presetClass="entr" presetSubtype="3" fill="hold"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strips(upRight)">
                                      <p:cBhvr>
                                        <p:cTn id="94" dur="500"/>
                                        <p:tgtEl>
                                          <p:spTgt spid="22"/>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xit" presetSubtype="0" fill="hold" nodeType="clickEffect">
                                  <p:stCondLst>
                                    <p:cond delay="0"/>
                                  </p:stCondLst>
                                  <p:childTnLst>
                                    <p:animEffect transition="out" filter="fade">
                                      <p:cBhvr>
                                        <p:cTn id="98" dur="500"/>
                                        <p:tgtEl>
                                          <p:spTgt spid="23"/>
                                        </p:tgtEl>
                                      </p:cBhvr>
                                    </p:animEffect>
                                    <p:set>
                                      <p:cBhvr>
                                        <p:cTn id="99" dur="1" fill="hold">
                                          <p:stCondLst>
                                            <p:cond delay="499"/>
                                          </p:stCondLst>
                                        </p:cTn>
                                        <p:tgtEl>
                                          <p:spTgt spid="23"/>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500"/>
                                        <p:tgtEl>
                                          <p:spTgt spid="22"/>
                                        </p:tgtEl>
                                      </p:cBhvr>
                                    </p:animEffect>
                                    <p:set>
                                      <p:cBhvr>
                                        <p:cTn id="102"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2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6532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为什么劳动边际产量重要</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77827" name="Rectangle 3"/>
          <p:cNvSpPr>
            <a:spLocks noGrp="1" noChangeArrowheads="1"/>
          </p:cNvSpPr>
          <p:nvPr>
            <p:ph idx="1"/>
          </p:nvPr>
        </p:nvSpPr>
        <p:spPr>
          <a:xfrm>
            <a:off x="323215" y="1340485"/>
            <a:ext cx="8333105" cy="4885690"/>
          </a:xfrm>
        </p:spPr>
        <p:txBody>
          <a:bodyPr>
            <a:normAutofit/>
          </a:bodyPr>
          <a:lstStyle/>
          <a:p>
            <a:pPr eaLnBrk="1" hangingPunct="1">
              <a:lnSpc>
                <a:spcPct val="150000"/>
              </a:lnSpc>
            </a:pPr>
            <a:r>
              <a:rPr lang="zh-CN" altLang="en-US" sz="2700" dirty="0" smtClean="0">
                <a:latin typeface="微软雅黑" panose="020B0503020204020204" pitchFamily="34" charset="-122"/>
                <a:ea typeface="微软雅黑" panose="020B0503020204020204" pitchFamily="34" charset="-122"/>
                <a:cs typeface="微软雅黑" panose="020B0503020204020204" pitchFamily="34" charset="-122"/>
              </a:rPr>
              <a:t>回想经济学十大原理之一</a:t>
            </a:r>
            <a:r>
              <a:rPr lang="en-US" sz="2700" dirty="0" smtClean="0">
                <a:latin typeface="微软雅黑" panose="020B0503020204020204" pitchFamily="34" charset="-122"/>
                <a:ea typeface="微软雅黑" panose="020B0503020204020204" pitchFamily="34" charset="-122"/>
                <a:cs typeface="微软雅黑" panose="020B0503020204020204" pitchFamily="34" charset="-122"/>
              </a:rPr>
              <a:t>:</a:t>
            </a:r>
            <a:br>
              <a:rPr lang="en-US" sz="2700" dirty="0" smtClean="0">
                <a:latin typeface="微软雅黑" panose="020B0503020204020204" pitchFamily="34" charset="-122"/>
                <a:ea typeface="微软雅黑" panose="020B0503020204020204" pitchFamily="34" charset="-122"/>
                <a:cs typeface="微软雅黑" panose="020B0503020204020204" pitchFamily="34" charset="-122"/>
              </a:rPr>
            </a:br>
            <a:r>
              <a:rPr lang="en-US" sz="27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sz="2700" dirty="0" smtClean="0">
                <a:solidFill>
                  <a:srgbClr val="99663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b="1" i="1" dirty="0" smtClean="0">
                <a:solidFill>
                  <a:srgbClr val="996633"/>
                </a:solidFill>
                <a:latin typeface="微软雅黑" panose="020B0503020204020204" pitchFamily="34" charset="-122"/>
                <a:ea typeface="微软雅黑" panose="020B0503020204020204" pitchFamily="34" charset="-122"/>
                <a:cs typeface="微软雅黑" panose="020B0503020204020204" pitchFamily="34" charset="-122"/>
              </a:rPr>
              <a:t>理性人考虑边际量。</a:t>
            </a:r>
            <a:endParaRPr lang="en-US" sz="2700" b="1" i="1" dirty="0" smtClean="0">
              <a:solidFill>
                <a:srgbClr val="996633"/>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50000"/>
              </a:lnSpc>
            </a:pPr>
            <a:r>
              <a:rPr lang="zh-CN" altLang="en-US" sz="2700" dirty="0" smtClean="0">
                <a:latin typeface="微软雅黑" panose="020B0503020204020204" pitchFamily="34" charset="-122"/>
                <a:ea typeface="微软雅黑" panose="020B0503020204020204" pitchFamily="34" charset="-122"/>
                <a:cs typeface="微软雅黑" panose="020B0503020204020204" pitchFamily="34" charset="-122"/>
              </a:rPr>
              <a:t>当农场主多雇佣一个工人，</a:t>
            </a:r>
            <a:r>
              <a:rPr lang="en-US" sz="2700" dirty="0"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sz="27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50000"/>
              </a:lnSpc>
            </a:pPr>
            <a:r>
              <a:rPr lang="en-US" sz="2400" dirty="0" smtClean="0">
                <a:latin typeface="微软雅黑" panose="020B0503020204020204" pitchFamily="34" charset="-122"/>
                <a:ea typeface="微软雅黑" panose="020B0503020204020204" pitchFamily="34" charset="-122"/>
                <a:cs typeface="微软雅黑" panose="020B0503020204020204" pitchFamily="34" charset="-122"/>
              </a:rPr>
              <a:t>成本随着他付工人工资而增加</a:t>
            </a:r>
            <a:endParaRPr lang="en-US" sz="24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50000"/>
              </a:lnSpc>
            </a:pPr>
            <a:r>
              <a:rPr lang="en-US" sz="2400" dirty="0" smtClean="0">
                <a:latin typeface="微软雅黑" panose="020B0503020204020204" pitchFamily="34" charset="-122"/>
                <a:ea typeface="微软雅黑" panose="020B0503020204020204" pitchFamily="34" charset="-122"/>
                <a:cs typeface="微软雅黑" panose="020B0503020204020204" pitchFamily="34" charset="-122"/>
              </a:rPr>
              <a:t>产量增加了MPL</a:t>
            </a:r>
            <a:endParaRPr lang="en-US" sz="240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0" lvl="1" fontAlgn="auto">
              <a:lnSpc>
                <a:spcPct val="150000"/>
              </a:lnSpc>
              <a:spcBef>
                <a:spcPts val="0"/>
              </a:spcBef>
            </a:pPr>
            <a:r>
              <a:rPr lang="en-US" altLang="zh-CN" sz="27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dirty="0" smtClean="0">
                <a:latin typeface="微软雅黑" panose="020B0503020204020204" pitchFamily="34" charset="-122"/>
                <a:ea typeface="微软雅黑" panose="020B0503020204020204" pitchFamily="34" charset="-122"/>
                <a:cs typeface="微软雅黑" panose="020B0503020204020204" pitchFamily="34" charset="-122"/>
              </a:rPr>
              <a:t>比较一下成本增加量和产量增加量，有助于农场主决定是否应该雇用那个工人。</a:t>
            </a:r>
            <a:r>
              <a:rPr lang="zh-CN" altLang="en-US" sz="2700" dirty="0" smtClean="0">
                <a:latin typeface="思源黑体 CN Bold" panose="020B0800000000000000" pitchFamily="34" charset="-122"/>
                <a:ea typeface="思源黑体 CN Bold" panose="020B0800000000000000" pitchFamily="34" charset="-122"/>
              </a:rPr>
              <a:t> </a:t>
            </a:r>
            <a:endParaRPr lang="zh-CN" altLang="en-US" sz="2700" dirty="0" smtClean="0">
              <a:latin typeface="思源黑体 CN Bold" panose="020B0800000000000000" pitchFamily="34" charset="-122"/>
              <a:ea typeface="思源黑体 CN Bold" panose="020B0800000000000000"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wipe(down)">
                                      <p:cBhvr>
                                        <p:cTn id="7" dur="500"/>
                                        <p:tgtEl>
                                          <p:spTgt spid="77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wipe(down)">
                                      <p:cBhvr>
                                        <p:cTn id="12" dur="500"/>
                                        <p:tgtEl>
                                          <p:spTgt spid="77827">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77827">
                                            <p:txEl>
                                              <p:pRg st="2" end="2"/>
                                            </p:txEl>
                                          </p:spTgt>
                                        </p:tgtEl>
                                        <p:attrNameLst>
                                          <p:attrName>style.visibility</p:attrName>
                                        </p:attrNameLst>
                                      </p:cBhvr>
                                      <p:to>
                                        <p:strVal val="visible"/>
                                      </p:to>
                                    </p:set>
                                    <p:animEffect transition="in" filter="wipe(down)">
                                      <p:cBhvr>
                                        <p:cTn id="15" dur="500"/>
                                        <p:tgtEl>
                                          <p:spTgt spid="77827">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77827">
                                            <p:txEl>
                                              <p:pRg st="3" end="3"/>
                                            </p:txEl>
                                          </p:spTgt>
                                        </p:tgtEl>
                                        <p:attrNameLst>
                                          <p:attrName>style.visibility</p:attrName>
                                        </p:attrNameLst>
                                      </p:cBhvr>
                                      <p:to>
                                        <p:strVal val="visible"/>
                                      </p:to>
                                    </p:set>
                                    <p:animEffect transition="in" filter="wipe(down)">
                                      <p:cBhvr>
                                        <p:cTn id="18" dur="500"/>
                                        <p:tgtEl>
                                          <p:spTgt spid="7782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7827">
                                            <p:txEl>
                                              <p:pRg st="4" end="4"/>
                                            </p:txEl>
                                          </p:spTgt>
                                        </p:tgtEl>
                                        <p:attrNameLst>
                                          <p:attrName>style.visibility</p:attrName>
                                        </p:attrNameLst>
                                      </p:cBhvr>
                                      <p:to>
                                        <p:strVal val="visible"/>
                                      </p:to>
                                    </p:set>
                                    <p:animEffect transition="in" filter="wipe(down)">
                                      <p:cBhvr>
                                        <p:cTn id="23" dur="500"/>
                                        <p:tgtEl>
                                          <p:spTgt spid="778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P spid="77827"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16" name="TextBox 15"/>
          <p:cNvSpPr txBox="1"/>
          <p:nvPr/>
        </p:nvSpPr>
        <p:spPr>
          <a:xfrm>
            <a:off x="539750" y="1268730"/>
            <a:ext cx="8477885" cy="4742815"/>
          </a:xfrm>
          <a:prstGeom prst="rect">
            <a:avLst/>
          </a:prstGeom>
          <a:noFill/>
        </p:spPr>
        <p:txBody>
          <a:bodyPr wrap="square" rtlCol="0">
            <a:spAutoFit/>
          </a:bodyPr>
          <a:lstStyle/>
          <a:p>
            <a:pPr marL="342900" indent="-342900">
              <a:lnSpc>
                <a:spcPct val="140000"/>
              </a:lnSpc>
              <a:spcBef>
                <a:spcPts val="0"/>
              </a:spcBef>
              <a:spcAft>
                <a:spcPts val="0"/>
              </a:spcAft>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随着工人数量的增加，额外雇佣一个工人带来的产出增加量越来越少。为什么?</a:t>
            </a:r>
            <a:endParaRPr lang="zh-CN" altLang="en-US" sz="2400">
              <a:latin typeface="微软雅黑" panose="020B0503020204020204" pitchFamily="34" charset="-122"/>
              <a:ea typeface="微软雅黑" panose="020B0503020204020204" pitchFamily="34" charset="-122"/>
            </a:endParaRPr>
          </a:p>
          <a:p>
            <a:pPr marL="342900" indent="-342900">
              <a:lnSpc>
                <a:spcPct val="140000"/>
              </a:lnSpc>
              <a:spcBef>
                <a:spcPts val="0"/>
              </a:spcBef>
              <a:spcAft>
                <a:spcPts val="0"/>
              </a:spcAft>
              <a:buFont typeface="Arial" panose="020B0604020202020204" pitchFamily="34" charset="0"/>
              <a:buChar char="•"/>
            </a:pPr>
            <a:r>
              <a:rPr sz="2400">
                <a:solidFill>
                  <a:srgbClr val="002060"/>
                </a:solidFill>
                <a:latin typeface="微软雅黑" panose="020B0503020204020204" pitchFamily="34" charset="-122"/>
                <a:ea typeface="微软雅黑" panose="020B0503020204020204" pitchFamily="34" charset="-122"/>
              </a:rPr>
              <a:t>伴随着</a:t>
            </a:r>
            <a:r>
              <a:rPr lang="zh-CN" sz="2400">
                <a:solidFill>
                  <a:srgbClr val="002060"/>
                </a:solidFill>
                <a:latin typeface="微软雅黑" panose="020B0503020204020204" pitchFamily="34" charset="-122"/>
                <a:ea typeface="微软雅黑" panose="020B0503020204020204" pitchFamily="34" charset="-122"/>
              </a:rPr>
              <a:t>不断</a:t>
            </a:r>
            <a:r>
              <a:rPr sz="2400">
                <a:solidFill>
                  <a:srgbClr val="002060"/>
                </a:solidFill>
                <a:latin typeface="微软雅黑" panose="020B0503020204020204" pitchFamily="34" charset="-122"/>
                <a:ea typeface="微软雅黑" panose="020B0503020204020204" pitchFamily="34" charset="-122"/>
              </a:rPr>
              <a:t>增加工人，</a:t>
            </a:r>
            <a:r>
              <a:rPr lang="zh-CN" sz="2400">
                <a:solidFill>
                  <a:srgbClr val="002060"/>
                </a:solidFill>
                <a:latin typeface="微软雅黑" panose="020B0503020204020204" pitchFamily="34" charset="-122"/>
                <a:ea typeface="微软雅黑" panose="020B0503020204020204" pitchFamily="34" charset="-122"/>
              </a:rPr>
              <a:t>每个</a:t>
            </a:r>
            <a:r>
              <a:rPr sz="2400">
                <a:solidFill>
                  <a:srgbClr val="002060"/>
                </a:solidFill>
                <a:latin typeface="微软雅黑" panose="020B0503020204020204" pitchFamily="34" charset="-122"/>
                <a:ea typeface="微软雅黑" panose="020B0503020204020204" pitchFamily="34" charset="-122"/>
              </a:rPr>
              <a:t>工人</a:t>
            </a:r>
            <a:r>
              <a:rPr lang="zh-CN" sz="2400">
                <a:solidFill>
                  <a:srgbClr val="002060"/>
                </a:solidFill>
                <a:latin typeface="微软雅黑" panose="020B0503020204020204" pitchFamily="34" charset="-122"/>
                <a:ea typeface="微软雅黑" panose="020B0503020204020204" pitchFamily="34" charset="-122"/>
              </a:rPr>
              <a:t>得以种植的土地越来越少</a:t>
            </a:r>
            <a:r>
              <a:rPr sz="2400">
                <a:solidFill>
                  <a:srgbClr val="002060"/>
                </a:solidFill>
                <a:latin typeface="微软雅黑" panose="020B0503020204020204" pitchFamily="34" charset="-122"/>
                <a:ea typeface="微软雅黑" panose="020B0503020204020204" pitchFamily="34" charset="-122"/>
              </a:rPr>
              <a:t>，</a:t>
            </a:r>
            <a:r>
              <a:rPr lang="zh-CN" sz="2400">
                <a:solidFill>
                  <a:srgbClr val="002060"/>
                </a:solidFill>
                <a:latin typeface="微软雅黑" panose="020B0503020204020204" pitchFamily="34" charset="-122"/>
                <a:ea typeface="微软雅黑" panose="020B0503020204020204" pitchFamily="34" charset="-122"/>
              </a:rPr>
              <a:t>从而</a:t>
            </a:r>
            <a:r>
              <a:rPr sz="2400">
                <a:solidFill>
                  <a:srgbClr val="002060"/>
                </a:solidFill>
                <a:latin typeface="微软雅黑" panose="020B0503020204020204" pitchFamily="34" charset="-122"/>
                <a:ea typeface="微软雅黑" panose="020B0503020204020204" pitchFamily="34" charset="-122"/>
              </a:rPr>
              <a:t>变得</a:t>
            </a:r>
            <a:r>
              <a:rPr lang="zh-CN" sz="2400">
                <a:solidFill>
                  <a:srgbClr val="002060"/>
                </a:solidFill>
                <a:latin typeface="微软雅黑" panose="020B0503020204020204" pitchFamily="34" charset="-122"/>
                <a:ea typeface="微软雅黑" panose="020B0503020204020204" pitchFamily="34" charset="-122"/>
              </a:rPr>
              <a:t>越来越没有</a:t>
            </a:r>
            <a:r>
              <a:rPr sz="2400">
                <a:solidFill>
                  <a:srgbClr val="002060"/>
                </a:solidFill>
                <a:latin typeface="微软雅黑" panose="020B0503020204020204" pitchFamily="34" charset="-122"/>
                <a:ea typeface="微软雅黑" panose="020B0503020204020204" pitchFamily="34" charset="-122"/>
              </a:rPr>
              <a:t>效率</a:t>
            </a:r>
            <a:endParaRPr sz="2400">
              <a:solidFill>
                <a:srgbClr val="002060"/>
              </a:solidFill>
              <a:latin typeface="微软雅黑" panose="020B0503020204020204" pitchFamily="34" charset="-122"/>
              <a:ea typeface="微软雅黑" panose="020B0503020204020204" pitchFamily="34" charset="-122"/>
            </a:endParaRPr>
          </a:p>
          <a:p>
            <a:pPr marL="342900" indent="-342900">
              <a:lnSpc>
                <a:spcPct val="140000"/>
              </a:lnSpc>
              <a:spcBef>
                <a:spcPts val="0"/>
              </a:spcBef>
              <a:spcAft>
                <a:spcPts val="0"/>
              </a:spcAft>
              <a:buFont typeface="Arial" panose="020B0604020202020204" pitchFamily="34" charset="0"/>
              <a:buChar char="•"/>
            </a:pPr>
            <a:r>
              <a:rPr sz="2400">
                <a:solidFill>
                  <a:srgbClr val="002060"/>
                </a:solidFill>
                <a:latin typeface="微软雅黑" panose="020B0503020204020204" pitchFamily="34" charset="-122"/>
                <a:ea typeface="微软雅黑" panose="020B0503020204020204" pitchFamily="34" charset="-122"/>
              </a:rPr>
              <a:t>总而言之，MPL随着L的增加而减少，不管固定</a:t>
            </a:r>
            <a:r>
              <a:rPr lang="zh-CN" sz="2400">
                <a:solidFill>
                  <a:srgbClr val="002060"/>
                </a:solidFill>
                <a:latin typeface="微软雅黑" panose="020B0503020204020204" pitchFamily="34" charset="-122"/>
                <a:ea typeface="微软雅黑" panose="020B0503020204020204" pitchFamily="34" charset="-122"/>
              </a:rPr>
              <a:t>的其他</a:t>
            </a:r>
            <a:r>
              <a:rPr sz="2400">
                <a:solidFill>
                  <a:srgbClr val="002060"/>
                </a:solidFill>
                <a:latin typeface="微软雅黑" panose="020B0503020204020204" pitchFamily="34" charset="-122"/>
                <a:ea typeface="微软雅黑" panose="020B0503020204020204" pitchFamily="34" charset="-122"/>
              </a:rPr>
              <a:t>投入</a:t>
            </a:r>
            <a:r>
              <a:rPr lang="zh-CN" sz="2400">
                <a:solidFill>
                  <a:srgbClr val="002060"/>
                </a:solidFill>
                <a:latin typeface="微软雅黑" panose="020B0503020204020204" pitchFamily="34" charset="-122"/>
                <a:ea typeface="微软雅黑" panose="020B0503020204020204" pitchFamily="34" charset="-122"/>
              </a:rPr>
              <a:t>量是土地</a:t>
            </a:r>
            <a:r>
              <a:rPr sz="2400">
                <a:solidFill>
                  <a:srgbClr val="002060"/>
                </a:solidFill>
                <a:latin typeface="微软雅黑" panose="020B0503020204020204" pitchFamily="34" charset="-122"/>
                <a:ea typeface="微软雅黑" panose="020B0503020204020204" pitchFamily="34" charset="-122"/>
              </a:rPr>
              <a:t>还是资本（</a:t>
            </a:r>
            <a:r>
              <a:rPr lang="zh-CN" sz="2400">
                <a:solidFill>
                  <a:srgbClr val="002060"/>
                </a:solidFill>
                <a:latin typeface="微软雅黑" panose="020B0503020204020204" pitchFamily="34" charset="-122"/>
                <a:ea typeface="微软雅黑" panose="020B0503020204020204" pitchFamily="34" charset="-122"/>
              </a:rPr>
              <a:t>比如设备</a:t>
            </a:r>
            <a:r>
              <a:rPr sz="2400">
                <a:solidFill>
                  <a:srgbClr val="002060"/>
                </a:solidFill>
                <a:latin typeface="微软雅黑" panose="020B0503020204020204" pitchFamily="34" charset="-122"/>
                <a:ea typeface="微软雅黑" panose="020B0503020204020204" pitchFamily="34" charset="-122"/>
              </a:rPr>
              <a:t>，机器等等）</a:t>
            </a:r>
            <a:endParaRPr sz="2400">
              <a:solidFill>
                <a:srgbClr val="002060"/>
              </a:solidFill>
              <a:latin typeface="微软雅黑" panose="020B0503020204020204" pitchFamily="34" charset="-122"/>
              <a:ea typeface="微软雅黑" panose="020B0503020204020204" pitchFamily="34" charset="-122"/>
            </a:endParaRPr>
          </a:p>
          <a:p>
            <a:pPr marL="342900" indent="-342900">
              <a:lnSpc>
                <a:spcPct val="140000"/>
              </a:lnSpc>
              <a:spcBef>
                <a:spcPts val="0"/>
              </a:spcBef>
              <a:spcAft>
                <a:spcPts val="0"/>
              </a:spcAft>
              <a:buFont typeface="Arial" panose="020B0604020202020204" pitchFamily="34" charset="0"/>
              <a:buChar char="•"/>
            </a:pPr>
            <a:r>
              <a:rPr sz="2400">
                <a:solidFill>
                  <a:srgbClr val="FF0000"/>
                </a:solidFill>
                <a:latin typeface="微软雅黑" panose="020B0503020204020204" pitchFamily="34" charset="-122"/>
                <a:ea typeface="微软雅黑" panose="020B0503020204020204" pitchFamily="34" charset="-122"/>
              </a:rPr>
              <a:t>边际产量递减</a:t>
            </a:r>
            <a:r>
              <a:rPr lang="zh-CN" sz="2400">
                <a:solidFill>
                  <a:srgbClr val="FF0000"/>
                </a:solidFill>
                <a:latin typeface="微软雅黑" panose="020B0503020204020204" pitchFamily="34" charset="-122"/>
                <a:ea typeface="微软雅黑" panose="020B0503020204020204" pitchFamily="34" charset="-122"/>
              </a:rPr>
              <a:t>：</a:t>
            </a:r>
            <a:endParaRPr sz="2400">
              <a:solidFill>
                <a:srgbClr val="FF0000"/>
              </a:solidFill>
              <a:latin typeface="微软雅黑" panose="020B0503020204020204" pitchFamily="34" charset="-122"/>
              <a:ea typeface="微软雅黑" panose="020B0503020204020204" pitchFamily="34" charset="-122"/>
            </a:endParaRPr>
          </a:p>
          <a:p>
            <a:pPr marL="342900" indent="-342900">
              <a:lnSpc>
                <a:spcPct val="140000"/>
              </a:lnSpc>
              <a:spcBef>
                <a:spcPts val="0"/>
              </a:spcBef>
              <a:spcAft>
                <a:spcPts val="0"/>
              </a:spcAft>
              <a:buFont typeface="Arial" panose="020B0604020202020204" pitchFamily="34" charset="0"/>
              <a:buChar char="•"/>
            </a:pPr>
            <a:r>
              <a:rPr sz="2400">
                <a:solidFill>
                  <a:srgbClr val="002060"/>
                </a:solidFill>
                <a:latin typeface="微软雅黑" panose="020B0503020204020204" pitchFamily="34" charset="-122"/>
                <a:ea typeface="微软雅黑" panose="020B0503020204020204" pitchFamily="34" charset="-122"/>
              </a:rPr>
              <a:t>一种投入的边际产量随着投入量</a:t>
            </a:r>
            <a:r>
              <a:rPr lang="zh-CN" sz="2400">
                <a:solidFill>
                  <a:srgbClr val="002060"/>
                </a:solidFill>
                <a:latin typeface="微软雅黑" panose="020B0503020204020204" pitchFamily="34" charset="-122"/>
                <a:ea typeface="微软雅黑" panose="020B0503020204020204" pitchFamily="34" charset="-122"/>
              </a:rPr>
              <a:t>的</a:t>
            </a:r>
            <a:r>
              <a:rPr sz="2400">
                <a:solidFill>
                  <a:srgbClr val="002060"/>
                </a:solidFill>
                <a:latin typeface="微软雅黑" panose="020B0503020204020204" pitchFamily="34" charset="-122"/>
                <a:ea typeface="微软雅黑" panose="020B0503020204020204" pitchFamily="34" charset="-122"/>
              </a:rPr>
              <a:t>增加而减少的特征</a:t>
            </a:r>
            <a:endParaRPr sz="2400">
              <a:solidFill>
                <a:srgbClr val="002060"/>
              </a:solidFill>
              <a:latin typeface="微软雅黑" panose="020B0503020204020204" pitchFamily="34" charset="-122"/>
              <a:ea typeface="微软雅黑" panose="020B0503020204020204" pitchFamily="34" charset="-122"/>
            </a:endParaRPr>
          </a:p>
          <a:p>
            <a:pPr indent="0">
              <a:lnSpc>
                <a:spcPct val="140000"/>
              </a:lnSpc>
              <a:spcBef>
                <a:spcPts val="0"/>
              </a:spcBef>
              <a:spcAft>
                <a:spcPts val="0"/>
              </a:spcAft>
              <a:buFont typeface="Arial" panose="020B0604020202020204" pitchFamily="34" charset="0"/>
              <a:buNone/>
            </a:pPr>
            <a:r>
              <a:rPr sz="2400">
                <a:solidFill>
                  <a:srgbClr val="002060"/>
                </a:solidFill>
                <a:latin typeface="微软雅黑" panose="020B0503020204020204" pitchFamily="34" charset="-122"/>
                <a:ea typeface="微软雅黑" panose="020B0503020204020204" pitchFamily="34" charset="-122"/>
              </a:rPr>
              <a:t>（其他条件不变）</a:t>
            </a:r>
            <a:endParaRPr lang="zh-CN" sz="2400"/>
          </a:p>
        </p:txBody>
      </p:sp>
      <p:sp>
        <p:nvSpPr>
          <p:cNvPr id="7" name="TextBox 5"/>
          <p:cNvSpPr txBox="1"/>
          <p:nvPr/>
        </p:nvSpPr>
        <p:spPr>
          <a:xfrm>
            <a:off x="414137" y="641967"/>
            <a:ext cx="46532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为什么劳动边际产量递减</a:t>
            </a:r>
            <a:endParaRPr sz="320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down)">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wipe(down)">
                                      <p:cBhvr>
                                        <p:cTn id="17" dur="500"/>
                                        <p:tgtEl>
                                          <p:spTgt spid="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wipe(down)">
                                      <p:cBhvr>
                                        <p:cTn id="22" dur="500"/>
                                        <p:tgtEl>
                                          <p:spTgt spid="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6">
                                            <p:txEl>
                                              <p:pRg st="3" end="3"/>
                                            </p:txEl>
                                          </p:spTgt>
                                        </p:tgtEl>
                                        <p:attrNameLst>
                                          <p:attrName>style.visibility</p:attrName>
                                        </p:attrNameLst>
                                      </p:cBhvr>
                                      <p:to>
                                        <p:strVal val="visible"/>
                                      </p:to>
                                    </p:set>
                                    <p:animEffect transition="in" filter="wipe(down)">
                                      <p:cBhvr>
                                        <p:cTn id="27" dur="500"/>
                                        <p:tgtEl>
                                          <p:spTgt spid="1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xEl>
                                              <p:pRg st="4" end="4"/>
                                            </p:txEl>
                                          </p:spTgt>
                                        </p:tgtEl>
                                        <p:attrNameLst>
                                          <p:attrName>style.visibility</p:attrName>
                                        </p:attrNameLst>
                                      </p:cBhvr>
                                      <p:to>
                                        <p:strVal val="visible"/>
                                      </p:to>
                                    </p:set>
                                    <p:animEffect transition="in" filter="wipe(down)">
                                      <p:cBhvr>
                                        <p:cTn id="32" dur="500"/>
                                        <p:tgtEl>
                                          <p:spTgt spid="16">
                                            <p:txEl>
                                              <p:pRg st="4" end="4"/>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6">
                                            <p:txEl>
                                              <p:pRg st="5" end="5"/>
                                            </p:txEl>
                                          </p:spTgt>
                                        </p:tgtEl>
                                        <p:attrNameLst>
                                          <p:attrName>style.visibility</p:attrName>
                                        </p:attrNameLst>
                                      </p:cBhvr>
                                      <p:to>
                                        <p:strVal val="visible"/>
                                      </p:to>
                                    </p:set>
                                    <p:animEffect transition="in" filter="wipe(down)">
                                      <p:cBhvr>
                                        <p:cTn id="35"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16" name="TextBox 15"/>
          <p:cNvSpPr txBox="1"/>
          <p:nvPr/>
        </p:nvSpPr>
        <p:spPr>
          <a:xfrm>
            <a:off x="395605" y="1628775"/>
            <a:ext cx="8236585" cy="286131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农场主必须为土地支付1000元/每月的租金，不管他种植多少小麦</a:t>
            </a:r>
            <a:endParaRPr lang="zh-CN" altLang="en-US"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一个农场工人的市场工资是2000元/每月</a:t>
            </a:r>
            <a:endParaRPr lang="zh-CN" altLang="en-US" sz="240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因此农场主的成本与他种植多少小麦有关系（</a:t>
            </a:r>
            <a:r>
              <a:rPr lang="zh-CN" altLang="en-US" sz="2400">
                <a:latin typeface="华光楷体一_CNKI" panose="02000500000000000000" charset="-122"/>
                <a:ea typeface="华光楷体一_CNKI" panose="02000500000000000000" charset="-122"/>
              </a:rPr>
              <a:t>因为小麦越多，就需要雇佣越多的工人</a:t>
            </a:r>
            <a:r>
              <a:rPr lang="zh-CN" altLang="en-US"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p:txBody>
      </p:sp>
      <p:sp>
        <p:nvSpPr>
          <p:cNvPr id="7" name="TextBox 5"/>
          <p:cNvSpPr txBox="1"/>
          <p:nvPr/>
        </p:nvSpPr>
        <p:spPr>
          <a:xfrm>
            <a:off x="414137" y="641967"/>
            <a:ext cx="36372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例1: </a:t>
            </a:r>
            <a:r>
              <a:rPr lang="zh-CN" sz="3200">
                <a:solidFill>
                  <a:srgbClr val="002060"/>
                </a:solidFill>
                <a:latin typeface="华光中雅_CNKI" panose="02000500000000000000" pitchFamily="2" charset="-122"/>
                <a:ea typeface="华光中雅_CNKI" panose="02000500000000000000" pitchFamily="2" charset="-122"/>
              </a:rPr>
              <a:t>农场主</a:t>
            </a:r>
            <a:r>
              <a:rPr sz="3200">
                <a:solidFill>
                  <a:srgbClr val="002060"/>
                </a:solidFill>
                <a:latin typeface="华光中雅_CNKI" panose="02000500000000000000" pitchFamily="2" charset="-122"/>
                <a:ea typeface="华光中雅_CNKI" panose="02000500000000000000" pitchFamily="2" charset="-122"/>
              </a:rPr>
              <a:t>的成本</a:t>
            </a:r>
            <a:endParaRPr sz="320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down)">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wipe(down)">
                                      <p:cBhvr>
                                        <p:cTn id="17" dur="500"/>
                                        <p:tgtEl>
                                          <p:spTgt spid="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wipe(down)">
                                      <p:cBhvr>
                                        <p:cTn id="22"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38404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例 1: </a:t>
            </a:r>
            <a:r>
              <a:rPr lang="zh-CN" sz="3200">
                <a:solidFill>
                  <a:srgbClr val="002060"/>
                </a:solidFill>
                <a:latin typeface="华光中雅_CNKI" panose="02000500000000000000" pitchFamily="2" charset="-122"/>
                <a:ea typeface="华光中雅_CNKI" panose="02000500000000000000" pitchFamily="2" charset="-122"/>
              </a:rPr>
              <a:t>农场主</a:t>
            </a:r>
            <a:r>
              <a:rPr sz="3200">
                <a:solidFill>
                  <a:srgbClr val="002060"/>
                </a:solidFill>
                <a:latin typeface="华光中雅_CNKI" panose="02000500000000000000" pitchFamily="2" charset="-122"/>
                <a:ea typeface="华光中雅_CNKI" panose="02000500000000000000" pitchFamily="2" charset="-122"/>
              </a:rPr>
              <a:t>的成本</a:t>
            </a:r>
            <a:endParaRPr sz="3200">
              <a:solidFill>
                <a:srgbClr val="002060"/>
              </a:solidFill>
              <a:latin typeface="华光中雅_CNKI" panose="02000500000000000000" pitchFamily="2" charset="-122"/>
              <a:ea typeface="华光中雅_CNKI" panose="02000500000000000000" pitchFamily="2" charset="-122"/>
            </a:endParaRPr>
          </a:p>
        </p:txBody>
      </p:sp>
      <p:grpSp>
        <p:nvGrpSpPr>
          <p:cNvPr id="2" name="Group 3"/>
          <p:cNvGrpSpPr/>
          <p:nvPr/>
        </p:nvGrpSpPr>
        <p:grpSpPr bwMode="auto">
          <a:xfrm>
            <a:off x="5737225" y="2452688"/>
            <a:ext cx="1412875" cy="3775075"/>
            <a:chOff x="3614" y="1545"/>
            <a:chExt cx="890" cy="2378"/>
          </a:xfrm>
        </p:grpSpPr>
        <p:sp>
          <p:nvSpPr>
            <p:cNvPr id="27710" name="Rectangle 4"/>
            <p:cNvSpPr>
              <a:spLocks noChangeArrowheads="1"/>
            </p:cNvSpPr>
            <p:nvPr>
              <p:custDataLst>
                <p:tags r:id="rId2"/>
              </p:custDataLst>
            </p:nvPr>
          </p:nvSpPr>
          <p:spPr bwMode="auto">
            <a:xfrm>
              <a:off x="3614" y="3557"/>
              <a:ext cx="890"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11,000</a:t>
              </a:r>
              <a:endParaRPr lang="en-US" sz="2400">
                <a:latin typeface="Arial" panose="020B0604020202020204"/>
                <a:cs typeface="Arial" panose="020B0604020202020204"/>
              </a:endParaRPr>
            </a:p>
          </p:txBody>
        </p:sp>
        <p:sp>
          <p:nvSpPr>
            <p:cNvPr id="27711" name="Rectangle 5"/>
            <p:cNvSpPr>
              <a:spLocks noChangeArrowheads="1"/>
            </p:cNvSpPr>
            <p:nvPr>
              <p:custDataLst>
                <p:tags r:id="rId3"/>
              </p:custDataLst>
            </p:nvPr>
          </p:nvSpPr>
          <p:spPr bwMode="auto">
            <a:xfrm>
              <a:off x="3614" y="3191"/>
              <a:ext cx="890"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9,000</a:t>
              </a:r>
              <a:endParaRPr lang="en-US" sz="2400">
                <a:latin typeface="Arial" panose="020B0604020202020204"/>
                <a:cs typeface="Arial" panose="020B0604020202020204"/>
              </a:endParaRPr>
            </a:p>
          </p:txBody>
        </p:sp>
        <p:sp>
          <p:nvSpPr>
            <p:cNvPr id="27712" name="Rectangle 6"/>
            <p:cNvSpPr>
              <a:spLocks noChangeArrowheads="1"/>
            </p:cNvSpPr>
            <p:nvPr>
              <p:custDataLst>
                <p:tags r:id="rId4"/>
              </p:custDataLst>
            </p:nvPr>
          </p:nvSpPr>
          <p:spPr bwMode="auto">
            <a:xfrm>
              <a:off x="3614" y="2788"/>
              <a:ext cx="890"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7,000</a:t>
              </a:r>
              <a:endParaRPr lang="en-US" sz="2400">
                <a:latin typeface="Arial" panose="020B0604020202020204"/>
                <a:cs typeface="Arial" panose="020B0604020202020204"/>
              </a:endParaRPr>
            </a:p>
          </p:txBody>
        </p:sp>
        <p:sp>
          <p:nvSpPr>
            <p:cNvPr id="27713" name="Rectangle 7"/>
            <p:cNvSpPr>
              <a:spLocks noChangeArrowheads="1"/>
            </p:cNvSpPr>
            <p:nvPr>
              <p:custDataLst>
                <p:tags r:id="rId5"/>
              </p:custDataLst>
            </p:nvPr>
          </p:nvSpPr>
          <p:spPr bwMode="auto">
            <a:xfrm>
              <a:off x="3614" y="2376"/>
              <a:ext cx="890" cy="41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5,000</a:t>
              </a:r>
              <a:endParaRPr lang="en-US" sz="2400">
                <a:latin typeface="Arial" panose="020B0604020202020204"/>
                <a:cs typeface="Arial" panose="020B0604020202020204"/>
              </a:endParaRPr>
            </a:p>
          </p:txBody>
        </p:sp>
        <p:sp>
          <p:nvSpPr>
            <p:cNvPr id="27714" name="Rectangle 8"/>
            <p:cNvSpPr>
              <a:spLocks noChangeArrowheads="1"/>
            </p:cNvSpPr>
            <p:nvPr>
              <p:custDataLst>
                <p:tags r:id="rId6"/>
              </p:custDataLst>
            </p:nvPr>
          </p:nvSpPr>
          <p:spPr bwMode="auto">
            <a:xfrm>
              <a:off x="3614" y="1973"/>
              <a:ext cx="890"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7715" name="Rectangle 9"/>
            <p:cNvSpPr>
              <a:spLocks noChangeArrowheads="1"/>
            </p:cNvSpPr>
            <p:nvPr>
              <p:custDataLst>
                <p:tags r:id="rId7"/>
              </p:custDataLst>
            </p:nvPr>
          </p:nvSpPr>
          <p:spPr bwMode="auto">
            <a:xfrm>
              <a:off x="3614" y="1545"/>
              <a:ext cx="890" cy="428"/>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grpSp>
      <p:sp>
        <p:nvSpPr>
          <p:cNvPr id="27654" name="Rectangle 10"/>
          <p:cNvSpPr>
            <a:spLocks noChangeArrowheads="1"/>
          </p:cNvSpPr>
          <p:nvPr>
            <p:custDataLst>
              <p:tags r:id="rId8"/>
            </p:custDataLst>
          </p:nvPr>
        </p:nvSpPr>
        <p:spPr bwMode="auto">
          <a:xfrm>
            <a:off x="5737225" y="1139825"/>
            <a:ext cx="1412875" cy="1312863"/>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altLang="zh-CN" sz="2400" dirty="0">
                <a:latin typeface="Arial" panose="020B0604020202020204"/>
                <a:cs typeface="Arial" panose="020B0604020202020204"/>
              </a:rPr>
              <a:t>TC</a:t>
            </a:r>
            <a:endParaRPr lang="en-US" altLang="zh-CN" sz="2400" dirty="0">
              <a:latin typeface="Arial" panose="020B0604020202020204"/>
              <a:cs typeface="Arial" panose="020B0604020202020204"/>
            </a:endParaRPr>
          </a:p>
          <a:p>
            <a:pPr algn="ctr">
              <a:lnSpc>
                <a:spcPct val="105000"/>
              </a:lnSpc>
              <a:spcBef>
                <a:spcPct val="45000"/>
              </a:spcBef>
              <a:buClr>
                <a:srgbClr val="00B85C"/>
              </a:buClr>
              <a:buSzPct val="120000"/>
              <a:buFont typeface="Wingdings" panose="05000000000000000000" pitchFamily="2" charset="2"/>
              <a:buNone/>
            </a:pPr>
            <a:r>
              <a:rPr lang="zh-CN" altLang="en-US" sz="2400" dirty="0">
                <a:latin typeface="Arial" panose="020B0604020202020204"/>
                <a:cs typeface="Arial" panose="020B0604020202020204"/>
              </a:rPr>
              <a:t>总成本（元）</a:t>
            </a:r>
            <a:endParaRPr lang="zh-CN" altLang="en-US" sz="2400" dirty="0">
              <a:latin typeface="Arial" panose="020B0604020202020204"/>
              <a:cs typeface="Arial" panose="020B0604020202020204"/>
            </a:endParaRPr>
          </a:p>
        </p:txBody>
      </p:sp>
      <p:sp>
        <p:nvSpPr>
          <p:cNvPr id="27655" name="Rectangle 11"/>
          <p:cNvSpPr>
            <a:spLocks noChangeArrowheads="1"/>
          </p:cNvSpPr>
          <p:nvPr>
            <p:custDataLst>
              <p:tags r:id="rId9"/>
            </p:custDataLst>
          </p:nvPr>
        </p:nvSpPr>
        <p:spPr bwMode="auto">
          <a:xfrm>
            <a:off x="7150100" y="2452688"/>
            <a:ext cx="1412875" cy="679450"/>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27656" name="Rectangle 12"/>
          <p:cNvSpPr>
            <a:spLocks noChangeArrowheads="1"/>
          </p:cNvSpPr>
          <p:nvPr>
            <p:custDataLst>
              <p:tags r:id="rId10"/>
            </p:custDataLst>
          </p:nvPr>
        </p:nvSpPr>
        <p:spPr bwMode="auto">
          <a:xfrm>
            <a:off x="1579563" y="5646738"/>
            <a:ext cx="1354137"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7657" name="Rectangle 13"/>
          <p:cNvSpPr>
            <a:spLocks noChangeArrowheads="1"/>
          </p:cNvSpPr>
          <p:nvPr>
            <p:custDataLst>
              <p:tags r:id="rId11"/>
            </p:custDataLst>
          </p:nvPr>
        </p:nvSpPr>
        <p:spPr bwMode="auto">
          <a:xfrm>
            <a:off x="333375" y="5646738"/>
            <a:ext cx="1246188" cy="581025"/>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27658" name="Rectangle 14"/>
          <p:cNvSpPr>
            <a:spLocks noChangeArrowheads="1"/>
          </p:cNvSpPr>
          <p:nvPr>
            <p:custDataLst>
              <p:tags r:id="rId12"/>
            </p:custDataLst>
          </p:nvPr>
        </p:nvSpPr>
        <p:spPr bwMode="auto">
          <a:xfrm>
            <a:off x="1579563" y="5065713"/>
            <a:ext cx="1354137"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2800</a:t>
            </a:r>
            <a:endParaRPr lang="en-US" sz="2400">
              <a:latin typeface="Arial" panose="020B0604020202020204"/>
              <a:cs typeface="Arial" panose="020B0604020202020204"/>
            </a:endParaRPr>
          </a:p>
        </p:txBody>
      </p:sp>
      <p:sp>
        <p:nvSpPr>
          <p:cNvPr id="27659" name="Rectangle 15"/>
          <p:cNvSpPr>
            <a:spLocks noChangeArrowheads="1"/>
          </p:cNvSpPr>
          <p:nvPr>
            <p:custDataLst>
              <p:tags r:id="rId13"/>
            </p:custDataLst>
          </p:nvPr>
        </p:nvSpPr>
        <p:spPr bwMode="auto">
          <a:xfrm>
            <a:off x="333375" y="5065713"/>
            <a:ext cx="1246188" cy="581025"/>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27660" name="Rectangle 16"/>
          <p:cNvSpPr>
            <a:spLocks noChangeArrowheads="1"/>
          </p:cNvSpPr>
          <p:nvPr>
            <p:custDataLst>
              <p:tags r:id="rId14"/>
            </p:custDataLst>
          </p:nvPr>
        </p:nvSpPr>
        <p:spPr bwMode="auto">
          <a:xfrm>
            <a:off x="1579563" y="4425950"/>
            <a:ext cx="1354137" cy="63976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27661" name="Rectangle 17"/>
          <p:cNvSpPr>
            <a:spLocks noChangeArrowheads="1"/>
          </p:cNvSpPr>
          <p:nvPr>
            <p:custDataLst>
              <p:tags r:id="rId15"/>
            </p:custDataLst>
          </p:nvPr>
        </p:nvSpPr>
        <p:spPr bwMode="auto">
          <a:xfrm>
            <a:off x="333375" y="4425950"/>
            <a:ext cx="1246188" cy="639763"/>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27662" name="Rectangle 18"/>
          <p:cNvSpPr>
            <a:spLocks noChangeArrowheads="1"/>
          </p:cNvSpPr>
          <p:nvPr>
            <p:custDataLst>
              <p:tags r:id="rId16"/>
            </p:custDataLst>
          </p:nvPr>
        </p:nvSpPr>
        <p:spPr bwMode="auto">
          <a:xfrm>
            <a:off x="1579563" y="3771900"/>
            <a:ext cx="1354137" cy="6540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1800</a:t>
            </a:r>
            <a:endParaRPr lang="en-US" sz="2400">
              <a:latin typeface="Arial" panose="020B0604020202020204"/>
              <a:cs typeface="Arial" panose="020B0604020202020204"/>
            </a:endParaRPr>
          </a:p>
        </p:txBody>
      </p:sp>
      <p:sp>
        <p:nvSpPr>
          <p:cNvPr id="27663" name="Rectangle 19"/>
          <p:cNvSpPr>
            <a:spLocks noChangeArrowheads="1"/>
          </p:cNvSpPr>
          <p:nvPr>
            <p:custDataLst>
              <p:tags r:id="rId17"/>
            </p:custDataLst>
          </p:nvPr>
        </p:nvSpPr>
        <p:spPr bwMode="auto">
          <a:xfrm>
            <a:off x="333375" y="3771900"/>
            <a:ext cx="1246188" cy="654050"/>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27664" name="Rectangle 20"/>
          <p:cNvSpPr>
            <a:spLocks noChangeArrowheads="1"/>
          </p:cNvSpPr>
          <p:nvPr>
            <p:custDataLst>
              <p:tags r:id="rId18"/>
            </p:custDataLst>
          </p:nvPr>
        </p:nvSpPr>
        <p:spPr bwMode="auto">
          <a:xfrm>
            <a:off x="1579563" y="3132138"/>
            <a:ext cx="1354137" cy="63976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7665" name="Rectangle 21"/>
          <p:cNvSpPr>
            <a:spLocks noChangeArrowheads="1"/>
          </p:cNvSpPr>
          <p:nvPr>
            <p:custDataLst>
              <p:tags r:id="rId19"/>
            </p:custDataLst>
          </p:nvPr>
        </p:nvSpPr>
        <p:spPr bwMode="auto">
          <a:xfrm>
            <a:off x="333375" y="3132138"/>
            <a:ext cx="1246188" cy="639762"/>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grpSp>
        <p:nvGrpSpPr>
          <p:cNvPr id="3" name="Group 22"/>
          <p:cNvGrpSpPr/>
          <p:nvPr/>
        </p:nvGrpSpPr>
        <p:grpSpPr bwMode="auto">
          <a:xfrm>
            <a:off x="4346575" y="2452688"/>
            <a:ext cx="1390650" cy="3775075"/>
            <a:chOff x="2738" y="1545"/>
            <a:chExt cx="876" cy="2378"/>
          </a:xfrm>
        </p:grpSpPr>
        <p:sp>
          <p:nvSpPr>
            <p:cNvPr id="27704" name="Rectangle 23"/>
            <p:cNvSpPr>
              <a:spLocks noChangeArrowheads="1"/>
            </p:cNvSpPr>
            <p:nvPr>
              <p:custDataLst>
                <p:tags r:id="rId20"/>
              </p:custDataLst>
            </p:nvPr>
          </p:nvSpPr>
          <p:spPr bwMode="auto">
            <a:xfrm>
              <a:off x="2738" y="3557"/>
              <a:ext cx="876"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10,000</a:t>
              </a:r>
              <a:endParaRPr lang="en-US" sz="2400">
                <a:latin typeface="Arial" panose="020B0604020202020204"/>
                <a:cs typeface="Arial" panose="020B0604020202020204"/>
              </a:endParaRPr>
            </a:p>
          </p:txBody>
        </p:sp>
        <p:sp>
          <p:nvSpPr>
            <p:cNvPr id="27705" name="Rectangle 24"/>
            <p:cNvSpPr>
              <a:spLocks noChangeArrowheads="1"/>
            </p:cNvSpPr>
            <p:nvPr>
              <p:custDataLst>
                <p:tags r:id="rId21"/>
              </p:custDataLst>
            </p:nvPr>
          </p:nvSpPr>
          <p:spPr bwMode="auto">
            <a:xfrm>
              <a:off x="2738" y="3191"/>
              <a:ext cx="876"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8,000</a:t>
              </a:r>
              <a:endParaRPr lang="en-US" sz="2400">
                <a:latin typeface="Arial" panose="020B0604020202020204"/>
                <a:cs typeface="Arial" panose="020B0604020202020204"/>
              </a:endParaRPr>
            </a:p>
          </p:txBody>
        </p:sp>
        <p:sp>
          <p:nvSpPr>
            <p:cNvPr id="27706" name="Rectangle 25"/>
            <p:cNvSpPr>
              <a:spLocks noChangeArrowheads="1"/>
            </p:cNvSpPr>
            <p:nvPr>
              <p:custDataLst>
                <p:tags r:id="rId22"/>
              </p:custDataLst>
            </p:nvPr>
          </p:nvSpPr>
          <p:spPr bwMode="auto">
            <a:xfrm>
              <a:off x="2738" y="2788"/>
              <a:ext cx="876"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6,000</a:t>
              </a:r>
              <a:endParaRPr lang="en-US" sz="2400">
                <a:latin typeface="Arial" panose="020B0604020202020204"/>
                <a:cs typeface="Arial" panose="020B0604020202020204"/>
              </a:endParaRPr>
            </a:p>
          </p:txBody>
        </p:sp>
        <p:sp>
          <p:nvSpPr>
            <p:cNvPr id="27707" name="Rectangle 26"/>
            <p:cNvSpPr>
              <a:spLocks noChangeArrowheads="1"/>
            </p:cNvSpPr>
            <p:nvPr>
              <p:custDataLst>
                <p:tags r:id="rId23"/>
              </p:custDataLst>
            </p:nvPr>
          </p:nvSpPr>
          <p:spPr bwMode="auto">
            <a:xfrm>
              <a:off x="2738" y="2376"/>
              <a:ext cx="876" cy="41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4,000</a:t>
              </a:r>
              <a:endParaRPr lang="en-US" sz="2400">
                <a:latin typeface="Arial" panose="020B0604020202020204"/>
                <a:cs typeface="Arial" panose="020B0604020202020204"/>
              </a:endParaRPr>
            </a:p>
          </p:txBody>
        </p:sp>
        <p:sp>
          <p:nvSpPr>
            <p:cNvPr id="27708" name="Rectangle 27"/>
            <p:cNvSpPr>
              <a:spLocks noChangeArrowheads="1"/>
            </p:cNvSpPr>
            <p:nvPr>
              <p:custDataLst>
                <p:tags r:id="rId24"/>
              </p:custDataLst>
            </p:nvPr>
          </p:nvSpPr>
          <p:spPr bwMode="auto">
            <a:xfrm>
              <a:off x="2738" y="1973"/>
              <a:ext cx="876"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2,000</a:t>
              </a:r>
              <a:endParaRPr lang="en-US" sz="2400">
                <a:latin typeface="Arial" panose="020B0604020202020204"/>
                <a:cs typeface="Arial" panose="020B0604020202020204"/>
              </a:endParaRPr>
            </a:p>
          </p:txBody>
        </p:sp>
        <p:sp>
          <p:nvSpPr>
            <p:cNvPr id="27709" name="Rectangle 28"/>
            <p:cNvSpPr>
              <a:spLocks noChangeArrowheads="1"/>
            </p:cNvSpPr>
            <p:nvPr>
              <p:custDataLst>
                <p:tags r:id="rId25"/>
              </p:custDataLst>
            </p:nvPr>
          </p:nvSpPr>
          <p:spPr bwMode="auto">
            <a:xfrm>
              <a:off x="2738" y="1545"/>
              <a:ext cx="876" cy="428"/>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grpSp>
      <p:grpSp>
        <p:nvGrpSpPr>
          <p:cNvPr id="4" name="Group 29"/>
          <p:cNvGrpSpPr/>
          <p:nvPr/>
        </p:nvGrpSpPr>
        <p:grpSpPr bwMode="auto">
          <a:xfrm>
            <a:off x="2933700" y="2452688"/>
            <a:ext cx="1412875" cy="3775075"/>
            <a:chOff x="1848" y="1545"/>
            <a:chExt cx="890" cy="2378"/>
          </a:xfrm>
        </p:grpSpPr>
        <p:sp>
          <p:nvSpPr>
            <p:cNvPr id="27698" name="Rectangle 30"/>
            <p:cNvSpPr>
              <a:spLocks noChangeArrowheads="1"/>
            </p:cNvSpPr>
            <p:nvPr>
              <p:custDataLst>
                <p:tags r:id="rId26"/>
              </p:custDataLst>
            </p:nvPr>
          </p:nvSpPr>
          <p:spPr bwMode="auto">
            <a:xfrm>
              <a:off x="1848" y="3557"/>
              <a:ext cx="890"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7699" name="Rectangle 31"/>
            <p:cNvSpPr>
              <a:spLocks noChangeArrowheads="1"/>
            </p:cNvSpPr>
            <p:nvPr>
              <p:custDataLst>
                <p:tags r:id="rId27"/>
              </p:custDataLst>
            </p:nvPr>
          </p:nvSpPr>
          <p:spPr bwMode="auto">
            <a:xfrm>
              <a:off x="1848" y="3191"/>
              <a:ext cx="890"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7700" name="Rectangle 32"/>
            <p:cNvSpPr>
              <a:spLocks noChangeArrowheads="1"/>
            </p:cNvSpPr>
            <p:nvPr>
              <p:custDataLst>
                <p:tags r:id="rId28"/>
              </p:custDataLst>
            </p:nvPr>
          </p:nvSpPr>
          <p:spPr bwMode="auto">
            <a:xfrm>
              <a:off x="1848" y="2788"/>
              <a:ext cx="890"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7701" name="Rectangle 33"/>
            <p:cNvSpPr>
              <a:spLocks noChangeArrowheads="1"/>
            </p:cNvSpPr>
            <p:nvPr>
              <p:custDataLst>
                <p:tags r:id="rId29"/>
              </p:custDataLst>
            </p:nvPr>
          </p:nvSpPr>
          <p:spPr bwMode="auto">
            <a:xfrm>
              <a:off x="1848" y="2376"/>
              <a:ext cx="890" cy="41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7702" name="Rectangle 34"/>
            <p:cNvSpPr>
              <a:spLocks noChangeArrowheads="1"/>
            </p:cNvSpPr>
            <p:nvPr>
              <p:custDataLst>
                <p:tags r:id="rId30"/>
              </p:custDataLst>
            </p:nvPr>
          </p:nvSpPr>
          <p:spPr bwMode="auto">
            <a:xfrm>
              <a:off x="1848" y="1973"/>
              <a:ext cx="890"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7703" name="Rectangle 35"/>
            <p:cNvSpPr>
              <a:spLocks noChangeArrowheads="1"/>
            </p:cNvSpPr>
            <p:nvPr>
              <p:custDataLst>
                <p:tags r:id="rId31"/>
              </p:custDataLst>
            </p:nvPr>
          </p:nvSpPr>
          <p:spPr bwMode="auto">
            <a:xfrm>
              <a:off x="1848" y="1545"/>
              <a:ext cx="890" cy="428"/>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grpSp>
      <p:sp>
        <p:nvSpPr>
          <p:cNvPr id="27668" name="Rectangle 36"/>
          <p:cNvSpPr>
            <a:spLocks noChangeArrowheads="1"/>
          </p:cNvSpPr>
          <p:nvPr>
            <p:custDataLst>
              <p:tags r:id="rId32"/>
            </p:custDataLst>
          </p:nvPr>
        </p:nvSpPr>
        <p:spPr bwMode="auto">
          <a:xfrm>
            <a:off x="1579563" y="2452688"/>
            <a:ext cx="1354137" cy="6794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7669" name="Rectangle 37"/>
          <p:cNvSpPr>
            <a:spLocks noChangeArrowheads="1"/>
          </p:cNvSpPr>
          <p:nvPr>
            <p:custDataLst>
              <p:tags r:id="rId33"/>
            </p:custDataLst>
          </p:nvPr>
        </p:nvSpPr>
        <p:spPr bwMode="auto">
          <a:xfrm>
            <a:off x="333375" y="2452688"/>
            <a:ext cx="1246188" cy="679450"/>
          </a:xfrm>
          <a:prstGeom prst="rect">
            <a:avLst/>
          </a:prstGeom>
          <a:noFill/>
          <a:ln w="9525">
            <a:noFill/>
            <a:miter lim="800000"/>
          </a:ln>
        </p:spPr>
        <p:txBody>
          <a:bodyPr rIns="0" anchor="ctr"/>
          <a:lstStyle/>
          <a:p>
            <a:pPr algn="ct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7670" name="Rectangle 38"/>
          <p:cNvSpPr>
            <a:spLocks noChangeArrowheads="1"/>
          </p:cNvSpPr>
          <p:nvPr>
            <p:custDataLst>
              <p:tags r:id="rId34"/>
            </p:custDataLst>
          </p:nvPr>
        </p:nvSpPr>
        <p:spPr bwMode="auto">
          <a:xfrm>
            <a:off x="4450080" y="1139825"/>
            <a:ext cx="1165225" cy="1313180"/>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劳动的成本（元）</a:t>
            </a:r>
            <a:endParaRPr lang="zh-CN" altLang="en-US" sz="2400">
              <a:latin typeface="Arial" panose="020B0604020202020204"/>
              <a:cs typeface="Arial" panose="020B0604020202020204"/>
            </a:endParaRPr>
          </a:p>
        </p:txBody>
      </p:sp>
      <p:sp>
        <p:nvSpPr>
          <p:cNvPr id="27671" name="Rectangle 39"/>
          <p:cNvSpPr>
            <a:spLocks noChangeArrowheads="1"/>
          </p:cNvSpPr>
          <p:nvPr>
            <p:custDataLst>
              <p:tags r:id="rId35"/>
            </p:custDataLst>
          </p:nvPr>
        </p:nvSpPr>
        <p:spPr bwMode="auto">
          <a:xfrm>
            <a:off x="3089275" y="1139825"/>
            <a:ext cx="1186815" cy="1313180"/>
          </a:xfrm>
          <a:prstGeom prst="rect">
            <a:avLst/>
          </a:prstGeom>
          <a:noFill/>
          <a:ln w="9525">
            <a:noFill/>
            <a:miter lim="800000"/>
          </a:ln>
        </p:spPr>
        <p:txBody>
          <a:bodyPr lIns="0" rIns="0" anchor="ctr"/>
          <a:lstStyle/>
          <a:p>
            <a:pPr algn="ctr">
              <a:lnSpc>
                <a:spcPct val="100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土地的成本（元）</a:t>
            </a:r>
            <a:endParaRPr lang="zh-CN" altLang="en-US" sz="2400">
              <a:latin typeface="Arial" panose="020B0604020202020204"/>
              <a:cs typeface="Arial" panose="020B0604020202020204"/>
            </a:endParaRPr>
          </a:p>
        </p:txBody>
      </p:sp>
      <p:sp>
        <p:nvSpPr>
          <p:cNvPr id="27672" name="Rectangle 40"/>
          <p:cNvSpPr>
            <a:spLocks noChangeArrowheads="1"/>
          </p:cNvSpPr>
          <p:nvPr>
            <p:custDataLst>
              <p:tags r:id="rId36"/>
            </p:custDataLst>
          </p:nvPr>
        </p:nvSpPr>
        <p:spPr bwMode="auto">
          <a:xfrm>
            <a:off x="1579880" y="1139825"/>
            <a:ext cx="1202055" cy="1313180"/>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br>
              <a:rPr lang="en-US" sz="2400">
                <a:latin typeface="Arial" panose="020B0604020202020204"/>
                <a:cs typeface="Arial" panose="020B0604020202020204"/>
              </a:rPr>
            </a:br>
            <a:r>
              <a:rPr lang="en-US" sz="2400">
                <a:latin typeface="Arial" panose="020B0604020202020204"/>
                <a:cs typeface="Arial" panose="020B0604020202020204"/>
              </a:rPr>
              <a:t>(小</a:t>
            </a:r>
            <a:r>
              <a:rPr lang="zh-CN" altLang="en-US" sz="2400">
                <a:latin typeface="Arial" panose="020B0604020202020204"/>
                <a:cs typeface="Arial" panose="020B0604020202020204"/>
              </a:rPr>
              <a:t>麦的产量</a:t>
            </a:r>
            <a:r>
              <a:rPr lang="en-US" sz="2400">
                <a:latin typeface="Arial" panose="020B0604020202020204"/>
                <a:cs typeface="Arial" panose="020B0604020202020204"/>
              </a:rPr>
              <a:t>)</a:t>
            </a:r>
            <a:endParaRPr lang="en-US" sz="2400">
              <a:latin typeface="Arial" panose="020B0604020202020204"/>
              <a:cs typeface="Arial" panose="020B0604020202020204"/>
            </a:endParaRPr>
          </a:p>
        </p:txBody>
      </p:sp>
      <p:sp>
        <p:nvSpPr>
          <p:cNvPr id="27673" name="Rectangle 41"/>
          <p:cNvSpPr>
            <a:spLocks noChangeArrowheads="1"/>
          </p:cNvSpPr>
          <p:nvPr>
            <p:custDataLst>
              <p:tags r:id="rId37"/>
            </p:custDataLst>
          </p:nvPr>
        </p:nvSpPr>
        <p:spPr bwMode="auto">
          <a:xfrm>
            <a:off x="333375" y="1139825"/>
            <a:ext cx="1246188" cy="1312863"/>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L</a:t>
            </a:r>
            <a:br>
              <a:rPr lang="en-US" sz="2400">
                <a:latin typeface="Arial" panose="020B0604020202020204"/>
                <a:cs typeface="Arial" panose="020B0604020202020204"/>
              </a:rPr>
            </a:br>
            <a:r>
              <a:rPr lang="en-US" sz="2400">
                <a:latin typeface="Arial" panose="020B0604020202020204"/>
                <a:cs typeface="Arial" panose="020B0604020202020204"/>
              </a:rPr>
              <a:t>(</a:t>
            </a:r>
            <a:r>
              <a:rPr lang="zh-CN" altLang="en-US" sz="2400">
                <a:latin typeface="Arial" panose="020B0604020202020204"/>
                <a:cs typeface="Arial" panose="020B0604020202020204"/>
              </a:rPr>
              <a:t>工人的数量</a:t>
            </a:r>
            <a:r>
              <a:rPr lang="en-US" sz="2400">
                <a:latin typeface="Arial" panose="020B0604020202020204"/>
                <a:cs typeface="Arial" panose="020B0604020202020204"/>
              </a:rPr>
              <a:t>)</a:t>
            </a:r>
            <a:endParaRPr lang="en-US" sz="2400">
              <a:latin typeface="Arial" panose="020B0604020202020204"/>
              <a:cs typeface="Arial" panose="020B0604020202020204"/>
            </a:endParaRPr>
          </a:p>
        </p:txBody>
      </p:sp>
      <p:sp>
        <p:nvSpPr>
          <p:cNvPr id="27674" name="Line 42"/>
          <p:cNvSpPr>
            <a:spLocks noChangeShapeType="1"/>
          </p:cNvSpPr>
          <p:nvPr>
            <p:custDataLst>
              <p:tags r:id="rId38"/>
            </p:custDataLst>
          </p:nvPr>
        </p:nvSpPr>
        <p:spPr bwMode="auto">
          <a:xfrm>
            <a:off x="333375" y="1139825"/>
            <a:ext cx="124618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75" name="Line 43"/>
          <p:cNvSpPr>
            <a:spLocks noChangeShapeType="1"/>
          </p:cNvSpPr>
          <p:nvPr>
            <p:custDataLst>
              <p:tags r:id="rId39"/>
            </p:custDataLst>
          </p:nvPr>
        </p:nvSpPr>
        <p:spPr bwMode="auto">
          <a:xfrm>
            <a:off x="333375" y="6227763"/>
            <a:ext cx="124618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76" name="Line 44"/>
          <p:cNvSpPr>
            <a:spLocks noChangeShapeType="1"/>
          </p:cNvSpPr>
          <p:nvPr>
            <p:custDataLst>
              <p:tags r:id="rId40"/>
            </p:custDataLst>
          </p:nvPr>
        </p:nvSpPr>
        <p:spPr bwMode="auto">
          <a:xfrm>
            <a:off x="333375" y="1139825"/>
            <a:ext cx="0" cy="13128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78" name="Line 46"/>
          <p:cNvSpPr>
            <a:spLocks noChangeShapeType="1"/>
          </p:cNvSpPr>
          <p:nvPr>
            <p:custDataLst>
              <p:tags r:id="rId41"/>
            </p:custDataLst>
          </p:nvPr>
        </p:nvSpPr>
        <p:spPr bwMode="auto">
          <a:xfrm>
            <a:off x="1579563" y="1139825"/>
            <a:ext cx="2767012"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79" name="Line 47"/>
          <p:cNvSpPr>
            <a:spLocks noChangeShapeType="1"/>
          </p:cNvSpPr>
          <p:nvPr>
            <p:custDataLst>
              <p:tags r:id="rId42"/>
            </p:custDataLst>
          </p:nvPr>
        </p:nvSpPr>
        <p:spPr bwMode="auto">
          <a:xfrm>
            <a:off x="333375" y="2452688"/>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0" name="Line 48"/>
          <p:cNvSpPr>
            <a:spLocks noChangeShapeType="1"/>
          </p:cNvSpPr>
          <p:nvPr>
            <p:custDataLst>
              <p:tags r:id="rId43"/>
            </p:custDataLst>
          </p:nvPr>
        </p:nvSpPr>
        <p:spPr bwMode="auto">
          <a:xfrm>
            <a:off x="4346575" y="1139825"/>
            <a:ext cx="13906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1" name="Line 49"/>
          <p:cNvSpPr>
            <a:spLocks noChangeShapeType="1"/>
          </p:cNvSpPr>
          <p:nvPr>
            <p:custDataLst>
              <p:tags r:id="rId44"/>
            </p:custDataLst>
          </p:nvPr>
        </p:nvSpPr>
        <p:spPr bwMode="auto">
          <a:xfrm>
            <a:off x="5737225" y="1139825"/>
            <a:ext cx="28257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3" name="Line 51"/>
          <p:cNvSpPr>
            <a:spLocks noChangeShapeType="1"/>
          </p:cNvSpPr>
          <p:nvPr>
            <p:custDataLst>
              <p:tags r:id="rId45"/>
            </p:custDataLst>
          </p:nvPr>
        </p:nvSpPr>
        <p:spPr bwMode="auto">
          <a:xfrm>
            <a:off x="333375"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4" name="Line 52"/>
          <p:cNvSpPr>
            <a:spLocks noChangeShapeType="1"/>
          </p:cNvSpPr>
          <p:nvPr>
            <p:custDataLst>
              <p:tags r:id="rId46"/>
            </p:custDataLst>
          </p:nvPr>
        </p:nvSpPr>
        <p:spPr bwMode="auto">
          <a:xfrm>
            <a:off x="8562975" y="31321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5" name="Line 53"/>
          <p:cNvSpPr>
            <a:spLocks noChangeShapeType="1"/>
          </p:cNvSpPr>
          <p:nvPr>
            <p:custDataLst>
              <p:tags r:id="rId47"/>
            </p:custDataLst>
          </p:nvPr>
        </p:nvSpPr>
        <p:spPr bwMode="auto">
          <a:xfrm>
            <a:off x="333375"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6" name="Line 54"/>
          <p:cNvSpPr>
            <a:spLocks noChangeShapeType="1"/>
          </p:cNvSpPr>
          <p:nvPr>
            <p:custDataLst>
              <p:tags r:id="rId48"/>
            </p:custDataLst>
          </p:nvPr>
        </p:nvSpPr>
        <p:spPr bwMode="auto">
          <a:xfrm>
            <a:off x="8562975" y="3771900"/>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7" name="Line 55"/>
          <p:cNvSpPr>
            <a:spLocks noChangeShapeType="1"/>
          </p:cNvSpPr>
          <p:nvPr>
            <p:custDataLst>
              <p:tags r:id="rId49"/>
            </p:custDataLst>
          </p:nvPr>
        </p:nvSpPr>
        <p:spPr bwMode="auto">
          <a:xfrm>
            <a:off x="333375"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8" name="Line 56"/>
          <p:cNvSpPr>
            <a:spLocks noChangeShapeType="1"/>
          </p:cNvSpPr>
          <p:nvPr>
            <p:custDataLst>
              <p:tags r:id="rId50"/>
            </p:custDataLst>
          </p:nvPr>
        </p:nvSpPr>
        <p:spPr bwMode="auto">
          <a:xfrm>
            <a:off x="8562975" y="4425950"/>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89" name="Line 57"/>
          <p:cNvSpPr>
            <a:spLocks noChangeShapeType="1"/>
          </p:cNvSpPr>
          <p:nvPr>
            <p:custDataLst>
              <p:tags r:id="rId51"/>
            </p:custDataLst>
          </p:nvPr>
        </p:nvSpPr>
        <p:spPr bwMode="auto">
          <a:xfrm>
            <a:off x="333375"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0" name="Line 58"/>
          <p:cNvSpPr>
            <a:spLocks noChangeShapeType="1"/>
          </p:cNvSpPr>
          <p:nvPr>
            <p:custDataLst>
              <p:tags r:id="rId52"/>
            </p:custDataLst>
          </p:nvPr>
        </p:nvSpPr>
        <p:spPr bwMode="auto">
          <a:xfrm>
            <a:off x="8562975" y="5065713"/>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1" name="Line 59"/>
          <p:cNvSpPr>
            <a:spLocks noChangeShapeType="1"/>
          </p:cNvSpPr>
          <p:nvPr>
            <p:custDataLst>
              <p:tags r:id="rId53"/>
            </p:custDataLst>
          </p:nvPr>
        </p:nvSpPr>
        <p:spPr bwMode="auto">
          <a:xfrm>
            <a:off x="333375"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2" name="Line 60"/>
          <p:cNvSpPr>
            <a:spLocks noChangeShapeType="1"/>
          </p:cNvSpPr>
          <p:nvPr>
            <p:custDataLst>
              <p:tags r:id="rId54"/>
            </p:custDataLst>
          </p:nvPr>
        </p:nvSpPr>
        <p:spPr bwMode="auto">
          <a:xfrm>
            <a:off x="8562975" y="5646738"/>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3" name="Line 61"/>
          <p:cNvSpPr>
            <a:spLocks noChangeShapeType="1"/>
          </p:cNvSpPr>
          <p:nvPr>
            <p:custDataLst>
              <p:tags r:id="rId55"/>
            </p:custDataLst>
          </p:nvPr>
        </p:nvSpPr>
        <p:spPr bwMode="auto">
          <a:xfrm>
            <a:off x="1579563" y="6227763"/>
            <a:ext cx="2767012"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4" name="Line 62"/>
          <p:cNvSpPr>
            <a:spLocks noChangeShapeType="1"/>
          </p:cNvSpPr>
          <p:nvPr>
            <p:custDataLst>
              <p:tags r:id="rId56"/>
            </p:custDataLst>
          </p:nvPr>
        </p:nvSpPr>
        <p:spPr bwMode="auto">
          <a:xfrm>
            <a:off x="4346575" y="6227763"/>
            <a:ext cx="13906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5" name="Line 63"/>
          <p:cNvSpPr>
            <a:spLocks noChangeShapeType="1"/>
          </p:cNvSpPr>
          <p:nvPr>
            <p:custDataLst>
              <p:tags r:id="rId57"/>
            </p:custDataLst>
          </p:nvPr>
        </p:nvSpPr>
        <p:spPr bwMode="auto">
          <a:xfrm>
            <a:off x="5737225" y="6227763"/>
            <a:ext cx="282575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7696" name="Line 64"/>
          <p:cNvSpPr>
            <a:spLocks noChangeShapeType="1"/>
          </p:cNvSpPr>
          <p:nvPr>
            <p:custDataLst>
              <p:tags r:id="rId58"/>
            </p:custDataLst>
          </p:nvPr>
        </p:nvSpPr>
        <p:spPr bwMode="auto">
          <a:xfrm>
            <a:off x="333375" y="2452688"/>
            <a:ext cx="82296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48564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例1: </a:t>
            </a:r>
            <a:r>
              <a:rPr lang="zh-CN" sz="3200">
                <a:solidFill>
                  <a:srgbClr val="002060"/>
                </a:solidFill>
                <a:latin typeface="华光中雅_CNKI" panose="02000500000000000000" pitchFamily="2" charset="-122"/>
                <a:ea typeface="华光中雅_CNKI" panose="02000500000000000000" pitchFamily="2" charset="-122"/>
              </a:rPr>
              <a:t>农场主</a:t>
            </a:r>
            <a:r>
              <a:rPr sz="3200">
                <a:solidFill>
                  <a:srgbClr val="002060"/>
                </a:solidFill>
                <a:latin typeface="华光中雅_CNKI" panose="02000500000000000000" pitchFamily="2" charset="-122"/>
                <a:ea typeface="华光中雅_CNKI" panose="02000500000000000000" pitchFamily="2" charset="-122"/>
              </a:rPr>
              <a:t>的总成本曲线</a:t>
            </a:r>
            <a:endParaRPr sz="3200">
              <a:solidFill>
                <a:srgbClr val="002060"/>
              </a:solidFill>
              <a:latin typeface="华光中雅_CNKI" panose="02000500000000000000" pitchFamily="2" charset="-122"/>
              <a:ea typeface="华光中雅_CNKI" panose="02000500000000000000" pitchFamily="2" charset="-122"/>
            </a:endParaRPr>
          </a:p>
        </p:txBody>
      </p:sp>
      <p:graphicFrame>
        <p:nvGraphicFramePr>
          <p:cNvPr id="80899" name="Group 3"/>
          <p:cNvGraphicFramePr>
            <a:graphicFrameLocks noGrp="1"/>
          </p:cNvGraphicFramePr>
          <p:nvPr>
            <p:ph sz="half" idx="4294967295"/>
            <p:custDataLst>
              <p:tags r:id="rId2"/>
            </p:custDataLst>
          </p:nvPr>
        </p:nvGraphicFramePr>
        <p:xfrm>
          <a:off x="271780" y="1404620"/>
          <a:ext cx="2675890" cy="4521835"/>
        </p:xfrm>
        <a:graphic>
          <a:graphicData uri="http://schemas.openxmlformats.org/drawingml/2006/table">
            <a:tbl>
              <a:tblPr/>
              <a:tblGrid>
                <a:gridCol w="1302385"/>
                <a:gridCol w="1373505"/>
              </a:tblGrid>
              <a:tr h="124206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r>
                        <a:rPr kumimoji="0" lang="en-US" sz="2400" b="0" i="0" u="none" strike="noStrike" cap="none" normalizeH="0" baseline="0" smtClean="0">
                          <a:ln>
                            <a:noFill/>
                          </a:ln>
                          <a:solidFill>
                            <a:schemeClr val="tx1"/>
                          </a:solidFill>
                          <a:effectLst/>
                          <a:latin typeface="Arial" panose="020B0604020202020204" pitchFamily="34" charset="0"/>
                        </a:rPr>
                        <a:t>         (小麦</a:t>
                      </a:r>
                      <a:r>
                        <a:rPr kumimoji="0" lang="zh-CN" altLang="en-US" sz="2400" b="0" i="0" u="none" strike="noStrike" cap="none" normalizeH="0" baseline="0" smtClean="0">
                          <a:ln>
                            <a:noFill/>
                          </a:ln>
                          <a:solidFill>
                            <a:schemeClr val="tx1"/>
                          </a:solidFill>
                          <a:effectLst/>
                          <a:latin typeface="Arial" panose="020B0604020202020204" pitchFamily="34" charset="0"/>
                        </a:rPr>
                        <a:t>的产量</a:t>
                      </a:r>
                      <a:r>
                        <a:rPr kumimoji="0" lang="en-US" sz="2400" b="0" i="0" u="none" strike="noStrike" cap="none" normalizeH="0" baseline="0" smtClean="0">
                          <a:ln>
                            <a:noFill/>
                          </a:ln>
                          <a:solidFill>
                            <a:schemeClr val="tx1"/>
                          </a:solidFill>
                          <a:effectLst/>
                          <a:latin typeface="Arial" panose="020B0604020202020204" pitchFamily="34" charset="0"/>
                        </a:rPr>
                        <a:t>)</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2400" b="0" i="0" u="none" strike="noStrike" cap="none" normalizeH="0" baseline="0" smtClean="0">
                          <a:ln>
                            <a:noFill/>
                          </a:ln>
                          <a:solidFill>
                            <a:schemeClr val="tx1"/>
                          </a:solidFill>
                          <a:effectLst/>
                          <a:latin typeface="Arial" panose="020B0604020202020204" pitchFamily="34" charset="0"/>
                        </a:rPr>
                        <a:t>TC</a:t>
                      </a:r>
                      <a:endParaRPr kumimoji="0" lang="en-US" altLang="zh-CN" sz="2400" b="0" i="0" u="none" strike="noStrike" cap="none" normalizeH="0" baseline="0" smtClean="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Arial" panose="020B0604020202020204" pitchFamily="34" charset="0"/>
                        </a:rPr>
                        <a:t>总成本</a:t>
                      </a:r>
                      <a:endParaRPr kumimoji="0" lang="zh-CN" altLang="en-US" sz="2400" b="0" i="0" u="none" strike="noStrike" cap="none" normalizeH="0" baseline="0" smtClean="0">
                        <a:ln>
                          <a:noFill/>
                        </a:ln>
                        <a:solidFill>
                          <a:schemeClr val="tx1"/>
                        </a:solidFill>
                        <a:effectLst/>
                        <a:latin typeface="Arial" panose="020B0604020202020204" pitchFamily="34" charset="0"/>
                      </a:endParaRPr>
                    </a:p>
                  </a:txBody>
                  <a:tcPr marL="0" marR="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5905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22860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18288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5556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228600"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182880" anchor="ctr" horzOverflow="overflow">
                    <a:lnL>
                      <a:noFill/>
                    </a:lnL>
                    <a:lnR>
                      <a:noFill/>
                    </a:lnR>
                    <a:lnT>
                      <a:noFill/>
                    </a:lnT>
                    <a:lnB>
                      <a:noFill/>
                    </a:lnB>
                    <a:lnTlToBr>
                      <a:noFill/>
                    </a:lnTlToBr>
                    <a:lnBlToTr>
                      <a:noFill/>
                    </a:lnBlToTr>
                    <a:noFill/>
                  </a:tcPr>
                </a:tc>
              </a:tr>
              <a:tr h="56769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1800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228600"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182880" anchor="ctr" horzOverflow="overflow">
                    <a:lnL>
                      <a:noFill/>
                    </a:lnL>
                    <a:lnR>
                      <a:noFill/>
                    </a:lnR>
                    <a:lnT>
                      <a:noFill/>
                    </a:lnT>
                    <a:lnB>
                      <a:noFill/>
                    </a:lnB>
                    <a:lnTlToBr>
                      <a:noFill/>
                    </a:lnTlToBr>
                    <a:lnBlToTr>
                      <a:noFill/>
                    </a:lnBlToTr>
                    <a:noFill/>
                  </a:tcPr>
                </a:tc>
              </a:tr>
              <a:tr h="55626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2400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228600"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7,000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182880" anchor="ctr" horzOverflow="overflow">
                    <a:lnL>
                      <a:noFill/>
                    </a:lnL>
                    <a:lnR>
                      <a:noFill/>
                    </a:lnR>
                    <a:lnT>
                      <a:noFill/>
                    </a:lnT>
                    <a:lnB>
                      <a:noFill/>
                    </a:lnB>
                    <a:lnTlToBr>
                      <a:noFill/>
                    </a:lnTlToBr>
                    <a:lnBlToTr>
                      <a:noFill/>
                    </a:lnBlToTr>
                    <a:noFill/>
                  </a:tcPr>
                </a:tc>
              </a:tr>
              <a:tr h="50546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2800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228600"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9,000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182880" anchor="ctr" horzOverflow="overflow">
                    <a:lnL>
                      <a:noFill/>
                    </a:lnL>
                    <a:lnR>
                      <a:noFill/>
                    </a:lnR>
                    <a:lnT>
                      <a:noFill/>
                    </a:lnT>
                    <a:lnB>
                      <a:noFill/>
                    </a:lnB>
                    <a:lnTlToBr>
                      <a:noFill/>
                    </a:lnTlToBr>
                    <a:lnBlToTr>
                      <a:noFill/>
                    </a:lnBlToTr>
                    <a:noFill/>
                  </a:tcPr>
                </a:tc>
              </a:tr>
              <a:tr h="50419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228600"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11,000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L="0" marR="182880" anchor="ctr" horzOverflow="overflow">
                    <a:lnL>
                      <a:noFill/>
                    </a:lnL>
                    <a:lnR>
                      <a:noFill/>
                    </a:lnR>
                    <a:lnT>
                      <a:noFill/>
                    </a:lnT>
                    <a:lnB>
                      <a:noFill/>
                    </a:lnB>
                    <a:lnTlToBr>
                      <a:noFill/>
                    </a:lnTlToBr>
                    <a:lnBlToTr>
                      <a:noFill/>
                    </a:lnBlToTr>
                    <a:noFill/>
                  </a:tcPr>
                </a:tc>
              </a:tr>
            </a:tbl>
          </a:graphicData>
        </a:graphic>
      </p:graphicFrame>
      <p:graphicFrame>
        <p:nvGraphicFramePr>
          <p:cNvPr id="80931" name="Object 35"/>
          <p:cNvGraphicFramePr>
            <a:graphicFrameLocks noChangeAspect="1"/>
          </p:cNvGraphicFramePr>
          <p:nvPr>
            <p:custDataLst>
              <p:tags r:id="rId3"/>
            </p:custDataLst>
          </p:nvPr>
        </p:nvGraphicFramePr>
        <p:xfrm>
          <a:off x="3203893" y="1254760"/>
          <a:ext cx="5640387" cy="5319713"/>
        </p:xfrm>
        <a:graphic>
          <a:graphicData uri="http://schemas.openxmlformats.org/presentationml/2006/ole">
            <mc:AlternateContent xmlns:mc="http://schemas.openxmlformats.org/markup-compatibility/2006">
              <mc:Choice xmlns:v="urn:schemas-microsoft-com:vml" Requires="v">
                <p:oleObj spid="_x0000_s1067" name="Worksheet" r:id="rId4" imgW="3533775" imgH="3336290" progId="Excel.Sheet.8">
                  <p:embed/>
                </p:oleObj>
              </mc:Choice>
              <mc:Fallback>
                <p:oleObj name="Worksheet" r:id="rId4" imgW="3533775" imgH="3336290" progId="Excel.Sheet.8">
                  <p:embed/>
                  <p:pic>
                    <p:nvPicPr>
                      <p:cNvPr id="0" name="图片 10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93" y="1254760"/>
                        <a:ext cx="5640387" cy="531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931"/>
                                        </p:tgtEl>
                                        <p:attrNameLst>
                                          <p:attrName>style.visibility</p:attrName>
                                        </p:attrNameLst>
                                      </p:cBhvr>
                                      <p:to>
                                        <p:strVal val="visible"/>
                                      </p:to>
                                    </p:set>
                                    <p:animEffect transition="in" filter="fade">
                                      <p:cBhvr>
                                        <p:cTn id="7" dur="500"/>
                                        <p:tgtEl>
                                          <p:spTgt spid="80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809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395722" y="641967"/>
            <a:ext cx="1808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边际成本</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3" name="Rectangle 3"/>
          <p:cNvSpPr>
            <a:spLocks noGrp="1" noChangeArrowheads="1"/>
          </p:cNvSpPr>
          <p:nvPr>
            <p:custDataLst>
              <p:tags r:id="rId2"/>
            </p:custDataLst>
          </p:nvPr>
        </p:nvSpPr>
        <p:spPr>
          <a:xfrm>
            <a:off x="457200" y="1247424"/>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zh-CN" altLang="en-US" b="1" smtClean="0">
                <a:solidFill>
                  <a:srgbClr val="CC0000"/>
                </a:solidFill>
              </a:rPr>
              <a:t>边际成本</a:t>
            </a:r>
            <a:r>
              <a:rPr lang="en-US" smtClean="0"/>
              <a:t> (</a:t>
            </a:r>
            <a:r>
              <a:rPr lang="en-US" i="1" smtClean="0"/>
              <a:t>MC</a:t>
            </a:r>
            <a:r>
              <a:rPr lang="en-US" smtClean="0"/>
              <a:t>) </a:t>
            </a:r>
            <a:br>
              <a:rPr lang="en-US" smtClean="0"/>
            </a:br>
            <a:r>
              <a:rPr lang="zh-CN" altLang="en-US" smtClean="0"/>
              <a:t>增加</a:t>
            </a:r>
            <a:r>
              <a:rPr lang="en-US" smtClean="0"/>
              <a:t>额外一单位产量所引起的总成本的增加</a:t>
            </a:r>
            <a:r>
              <a:rPr lang="zh-CN" altLang="en-US" smtClean="0"/>
              <a:t>量</a:t>
            </a:r>
            <a:r>
              <a:rPr lang="en-US" smtClean="0"/>
              <a:t>:</a:t>
            </a:r>
            <a:endParaRPr lang="en-US" smtClean="0"/>
          </a:p>
          <a:p>
            <a:pPr eaLnBrk="1" hangingPunct="1"/>
            <a:endParaRPr lang="en-US" smtClean="0"/>
          </a:p>
        </p:txBody>
      </p:sp>
      <p:grpSp>
        <p:nvGrpSpPr>
          <p:cNvPr id="4" name="Group 10"/>
          <p:cNvGrpSpPr/>
          <p:nvPr/>
        </p:nvGrpSpPr>
        <p:grpSpPr bwMode="auto">
          <a:xfrm>
            <a:off x="1846263" y="2668589"/>
            <a:ext cx="1936750" cy="995363"/>
            <a:chOff x="1163" y="1681"/>
            <a:chExt cx="1220" cy="627"/>
          </a:xfrm>
        </p:grpSpPr>
        <p:grpSp>
          <p:nvGrpSpPr>
            <p:cNvPr id="7" name="Group 5"/>
            <p:cNvGrpSpPr/>
            <p:nvPr/>
          </p:nvGrpSpPr>
          <p:grpSpPr bwMode="auto">
            <a:xfrm>
              <a:off x="1784" y="1681"/>
              <a:ext cx="599" cy="627"/>
              <a:chOff x="545" y="2708"/>
              <a:chExt cx="324" cy="627"/>
            </a:xfrm>
          </p:grpSpPr>
          <p:sp>
            <p:nvSpPr>
              <p:cNvPr id="28681" name="Rectangle 6"/>
              <p:cNvSpPr>
                <a:spLocks noChangeArrowheads="1"/>
              </p:cNvSpPr>
              <p:nvPr>
                <p:custDataLst>
                  <p:tags r:id="rId3"/>
                </p:custDataLst>
              </p:nvPr>
            </p:nvSpPr>
            <p:spPr bwMode="auto">
              <a:xfrm>
                <a:off x="545" y="2708"/>
                <a:ext cx="324" cy="330"/>
              </a:xfrm>
              <a:prstGeom prst="rect">
                <a:avLst/>
              </a:prstGeom>
              <a:noFill/>
              <a:ln w="9525">
                <a:noFill/>
                <a:miter lim="800000"/>
              </a:ln>
            </p:spPr>
            <p:txBody>
              <a:bodyPr wrap="none">
                <a:spAutoFit/>
              </a:bodyPr>
              <a:lstStyle/>
              <a:p>
                <a:pPr algn="ctr"/>
                <a:r>
                  <a:rPr lang="en-US" sz="2800" b="1">
                    <a:latin typeface="Arial" panose="020B0604020202020204"/>
                    <a:cs typeface="Arial" panose="020B0604020202020204"/>
                  </a:rPr>
                  <a:t>∆</a:t>
                </a:r>
                <a:r>
                  <a:rPr lang="en-US" sz="2800" i="1">
                    <a:latin typeface="Arial" panose="020B0604020202020204"/>
                    <a:cs typeface="Arial" panose="020B0604020202020204"/>
                  </a:rPr>
                  <a:t>TC</a:t>
                </a:r>
                <a:endParaRPr lang="en-US" sz="2800" i="1">
                  <a:latin typeface="Arial" panose="020B0604020202020204"/>
                  <a:cs typeface="Arial" panose="020B0604020202020204"/>
                </a:endParaRPr>
              </a:p>
            </p:txBody>
          </p:sp>
          <p:sp>
            <p:nvSpPr>
              <p:cNvPr id="28682" name="Rectangle 7"/>
              <p:cNvSpPr>
                <a:spLocks noChangeArrowheads="1"/>
              </p:cNvSpPr>
              <p:nvPr>
                <p:custDataLst>
                  <p:tags r:id="rId4"/>
                </p:custDataLst>
              </p:nvPr>
            </p:nvSpPr>
            <p:spPr bwMode="auto">
              <a:xfrm>
                <a:off x="571" y="3005"/>
                <a:ext cx="256" cy="330"/>
              </a:xfrm>
              <a:prstGeom prst="rect">
                <a:avLst/>
              </a:prstGeom>
              <a:noFill/>
              <a:ln w="9525">
                <a:noFill/>
                <a:miter lim="800000"/>
              </a:ln>
            </p:spPr>
            <p:txBody>
              <a:bodyPr wrap="none">
                <a:spAutoFit/>
              </a:bodyPr>
              <a:lstStyle/>
              <a:p>
                <a:pPr algn="ctr"/>
                <a:r>
                  <a:rPr lang="en-US" sz="2800" b="1">
                    <a:latin typeface="Arial" panose="020B0604020202020204"/>
                    <a:cs typeface="Arial" panose="020B0604020202020204"/>
                  </a:rPr>
                  <a:t>∆</a:t>
                </a:r>
                <a:r>
                  <a:rPr lang="en-US" sz="2800" b="1" i="1">
                    <a:latin typeface="Arial" panose="020B0604020202020204"/>
                    <a:cs typeface="Arial" panose="020B0604020202020204"/>
                  </a:rPr>
                  <a:t>Q</a:t>
                </a:r>
                <a:endParaRPr lang="en-US" sz="2800" b="1" i="1">
                  <a:latin typeface="Arial" panose="020B0604020202020204"/>
                  <a:cs typeface="Arial" panose="020B0604020202020204"/>
                </a:endParaRPr>
              </a:p>
            </p:txBody>
          </p:sp>
          <p:sp>
            <p:nvSpPr>
              <p:cNvPr id="28683" name="Line 8"/>
              <p:cNvSpPr>
                <a:spLocks noChangeShapeType="1"/>
              </p:cNvSpPr>
              <p:nvPr>
                <p:custDataLst>
                  <p:tags r:id="rId5"/>
                </p:custDataLst>
              </p:nvPr>
            </p:nvSpPr>
            <p:spPr bwMode="auto">
              <a:xfrm>
                <a:off x="600" y="3023"/>
                <a:ext cx="24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28680" name="Rectangle 9"/>
            <p:cNvSpPr>
              <a:spLocks noChangeArrowheads="1"/>
            </p:cNvSpPr>
            <p:nvPr>
              <p:custDataLst>
                <p:tags r:id="rId6"/>
              </p:custDataLst>
            </p:nvPr>
          </p:nvSpPr>
          <p:spPr bwMode="auto">
            <a:xfrm>
              <a:off x="1163" y="1831"/>
              <a:ext cx="675" cy="330"/>
            </a:xfrm>
            <a:prstGeom prst="rect">
              <a:avLst/>
            </a:prstGeom>
            <a:noFill/>
            <a:ln w="9525">
              <a:noFill/>
              <a:miter lim="800000"/>
            </a:ln>
          </p:spPr>
          <p:txBody>
            <a:bodyPr wrap="none">
              <a:spAutoFit/>
            </a:bodyPr>
            <a:lstStyle/>
            <a:p>
              <a:r>
                <a:rPr lang="en-US" sz="2800" i="1">
                  <a:latin typeface="Arial" panose="020B0604020202020204"/>
                  <a:cs typeface="Arial" panose="020B0604020202020204"/>
                </a:rPr>
                <a:t>MC</a:t>
              </a:r>
              <a:r>
                <a:rPr lang="en-US" sz="2800">
                  <a:latin typeface="Arial" panose="020B0604020202020204"/>
                  <a:cs typeface="Arial" panose="020B0604020202020204"/>
                </a:rPr>
                <a:t> =</a:t>
              </a:r>
              <a:endParaRPr lang="en-US" sz="280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4"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246880" cy="583565"/>
          </a:xfrm>
          <a:prstGeom prst="rect">
            <a:avLst/>
          </a:prstGeom>
          <a:noFill/>
        </p:spPr>
        <p:txBody>
          <a:bodyPr wrap="none" rtlCol="0">
            <a:spAutoFit/>
          </a:bodyPr>
          <a:lstStyle/>
          <a:p>
            <a:pPr algn="l" eaLnBrk="1" hangingPunct="1"/>
            <a:r>
              <a:rPr lang="en-US" sz="3200" dirty="0" smtClean="0">
                <a:sym typeface="+mn-ea"/>
              </a:rPr>
              <a:t>例1: 总成本与边际成本</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82947" name="Rectangle 3"/>
          <p:cNvSpPr>
            <a:spLocks noChangeArrowheads="1"/>
          </p:cNvSpPr>
          <p:nvPr>
            <p:custDataLst>
              <p:tags r:id="rId2"/>
            </p:custDataLst>
          </p:nvPr>
        </p:nvSpPr>
        <p:spPr bwMode="auto">
          <a:xfrm>
            <a:off x="6751638" y="5302250"/>
            <a:ext cx="1412875" cy="581025"/>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82948" name="Rectangle 4"/>
          <p:cNvSpPr>
            <a:spLocks noChangeArrowheads="1"/>
          </p:cNvSpPr>
          <p:nvPr>
            <p:custDataLst>
              <p:tags r:id="rId3"/>
            </p:custDataLst>
          </p:nvPr>
        </p:nvSpPr>
        <p:spPr bwMode="auto">
          <a:xfrm>
            <a:off x="6751638" y="4721225"/>
            <a:ext cx="1412875" cy="581025"/>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sp>
        <p:nvSpPr>
          <p:cNvPr id="82949" name="Rectangle 5"/>
          <p:cNvSpPr>
            <a:spLocks noChangeArrowheads="1"/>
          </p:cNvSpPr>
          <p:nvPr>
            <p:custDataLst>
              <p:tags r:id="rId4"/>
            </p:custDataLst>
          </p:nvPr>
        </p:nvSpPr>
        <p:spPr bwMode="auto">
          <a:xfrm>
            <a:off x="6751638" y="4081463"/>
            <a:ext cx="1412875" cy="63976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3.33</a:t>
            </a:r>
            <a:endParaRPr lang="en-US" sz="2400">
              <a:latin typeface="Arial" panose="020B0604020202020204"/>
              <a:cs typeface="Arial" panose="020B0604020202020204"/>
            </a:endParaRPr>
          </a:p>
        </p:txBody>
      </p:sp>
      <p:sp>
        <p:nvSpPr>
          <p:cNvPr id="82950" name="Rectangle 6"/>
          <p:cNvSpPr>
            <a:spLocks noChangeArrowheads="1"/>
          </p:cNvSpPr>
          <p:nvPr>
            <p:custDataLst>
              <p:tags r:id="rId5"/>
            </p:custDataLst>
          </p:nvPr>
        </p:nvSpPr>
        <p:spPr bwMode="auto">
          <a:xfrm>
            <a:off x="6751638" y="3427413"/>
            <a:ext cx="1412875" cy="654050"/>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2.50</a:t>
            </a:r>
            <a:endParaRPr lang="en-US" sz="2400">
              <a:latin typeface="Arial" panose="020B0604020202020204"/>
              <a:cs typeface="Arial" panose="020B0604020202020204"/>
            </a:endParaRPr>
          </a:p>
        </p:txBody>
      </p:sp>
      <p:sp>
        <p:nvSpPr>
          <p:cNvPr id="82951" name="Rectangle 7"/>
          <p:cNvSpPr>
            <a:spLocks noChangeArrowheads="1"/>
          </p:cNvSpPr>
          <p:nvPr>
            <p:custDataLst>
              <p:tags r:id="rId6"/>
            </p:custDataLst>
          </p:nvPr>
        </p:nvSpPr>
        <p:spPr bwMode="auto">
          <a:xfrm>
            <a:off x="6751638" y="2787650"/>
            <a:ext cx="1412875" cy="63976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a:t>
            </a:r>
            <a:endParaRPr lang="en-US" sz="2400">
              <a:latin typeface="Arial" panose="020B0604020202020204"/>
              <a:cs typeface="Arial" panose="020B0604020202020204"/>
            </a:endParaRPr>
          </a:p>
        </p:txBody>
      </p:sp>
      <p:sp>
        <p:nvSpPr>
          <p:cNvPr id="29706" name="Rectangle 8"/>
          <p:cNvSpPr>
            <a:spLocks noChangeArrowheads="1"/>
          </p:cNvSpPr>
          <p:nvPr>
            <p:custDataLst>
              <p:tags r:id="rId7"/>
            </p:custDataLst>
          </p:nvPr>
        </p:nvSpPr>
        <p:spPr bwMode="auto">
          <a:xfrm>
            <a:off x="3006725" y="2441575"/>
            <a:ext cx="1412875" cy="679450"/>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29707" name="Rectangle 9"/>
          <p:cNvSpPr>
            <a:spLocks noChangeArrowheads="1"/>
          </p:cNvSpPr>
          <p:nvPr>
            <p:custDataLst>
              <p:tags r:id="rId8"/>
            </p:custDataLst>
          </p:nvPr>
        </p:nvSpPr>
        <p:spPr bwMode="auto">
          <a:xfrm>
            <a:off x="6419850" y="1129030"/>
            <a:ext cx="1978025" cy="1312545"/>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altLang="zh-CN" sz="2400">
                <a:latin typeface="Arial" panose="020B0604020202020204"/>
                <a:cs typeface="Arial" panose="020B0604020202020204"/>
              </a:rPr>
              <a:t>MC</a:t>
            </a:r>
            <a:endParaRPr lang="en-US" altLang="zh-CN" sz="2400">
              <a:latin typeface="Arial" panose="020B0604020202020204"/>
              <a:cs typeface="Arial" panose="020B0604020202020204"/>
            </a:endParaRPr>
          </a:p>
          <a:p>
            <a:pPr algn="ctr">
              <a:lnSpc>
                <a:spcPct val="105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边际成本</a:t>
            </a:r>
            <a:r>
              <a:rPr lang="en-US" sz="2400">
                <a:latin typeface="Arial" panose="020B0604020202020204"/>
                <a:cs typeface="Arial" panose="020B0604020202020204"/>
              </a:rPr>
              <a:t> (</a:t>
            </a:r>
            <a:r>
              <a:rPr lang="zh-CN" altLang="en-US" sz="2400">
                <a:latin typeface="Arial" panose="020B0604020202020204"/>
                <a:cs typeface="Arial" panose="020B0604020202020204"/>
              </a:rPr>
              <a:t>元</a:t>
            </a:r>
            <a:r>
              <a:rPr lang="en-US" sz="2400">
                <a:latin typeface="Arial" panose="020B0604020202020204"/>
                <a:cs typeface="Arial" panose="020B0604020202020204"/>
              </a:rPr>
              <a:t>)</a:t>
            </a:r>
            <a:endParaRPr lang="en-US" sz="2400">
              <a:latin typeface="Arial" panose="020B0604020202020204"/>
              <a:cs typeface="Arial" panose="020B0604020202020204"/>
            </a:endParaRPr>
          </a:p>
        </p:txBody>
      </p:sp>
      <p:grpSp>
        <p:nvGrpSpPr>
          <p:cNvPr id="3" name="Group 10"/>
          <p:cNvGrpSpPr/>
          <p:nvPr/>
        </p:nvGrpSpPr>
        <p:grpSpPr bwMode="auto">
          <a:xfrm>
            <a:off x="1741488" y="1128713"/>
            <a:ext cx="2919413" cy="5087937"/>
            <a:chOff x="264" y="711"/>
            <a:chExt cx="1839" cy="3205"/>
          </a:xfrm>
        </p:grpSpPr>
        <p:sp>
          <p:nvSpPr>
            <p:cNvPr id="29750" name="Rectangle 11"/>
            <p:cNvSpPr>
              <a:spLocks noChangeArrowheads="1"/>
            </p:cNvSpPr>
            <p:nvPr>
              <p:custDataLst>
                <p:tags r:id="rId9"/>
              </p:custDataLst>
            </p:nvPr>
          </p:nvSpPr>
          <p:spPr bwMode="auto">
            <a:xfrm>
              <a:off x="1071" y="3550"/>
              <a:ext cx="823"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11,000</a:t>
              </a:r>
              <a:endParaRPr lang="en-US" sz="2400">
                <a:latin typeface="Arial" panose="020B0604020202020204"/>
                <a:cs typeface="Arial" panose="020B0604020202020204"/>
              </a:endParaRPr>
            </a:p>
          </p:txBody>
        </p:sp>
        <p:sp>
          <p:nvSpPr>
            <p:cNvPr id="29751" name="Rectangle 12"/>
            <p:cNvSpPr>
              <a:spLocks noChangeArrowheads="1"/>
            </p:cNvSpPr>
            <p:nvPr>
              <p:custDataLst>
                <p:tags r:id="rId10"/>
              </p:custDataLst>
            </p:nvPr>
          </p:nvSpPr>
          <p:spPr bwMode="auto">
            <a:xfrm>
              <a:off x="1071" y="3184"/>
              <a:ext cx="823"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9,000</a:t>
              </a:r>
              <a:endParaRPr lang="en-US" sz="2400">
                <a:latin typeface="Arial" panose="020B0604020202020204"/>
                <a:cs typeface="Arial" panose="020B0604020202020204"/>
              </a:endParaRPr>
            </a:p>
          </p:txBody>
        </p:sp>
        <p:sp>
          <p:nvSpPr>
            <p:cNvPr id="29752" name="Rectangle 13"/>
            <p:cNvSpPr>
              <a:spLocks noChangeArrowheads="1"/>
            </p:cNvSpPr>
            <p:nvPr>
              <p:custDataLst>
                <p:tags r:id="rId11"/>
              </p:custDataLst>
            </p:nvPr>
          </p:nvSpPr>
          <p:spPr bwMode="auto">
            <a:xfrm>
              <a:off x="1071" y="2781"/>
              <a:ext cx="823"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7,000</a:t>
              </a:r>
              <a:endParaRPr lang="en-US" sz="2400">
                <a:latin typeface="Arial" panose="020B0604020202020204"/>
                <a:cs typeface="Arial" panose="020B0604020202020204"/>
              </a:endParaRPr>
            </a:p>
          </p:txBody>
        </p:sp>
        <p:sp>
          <p:nvSpPr>
            <p:cNvPr id="29753" name="Rectangle 14"/>
            <p:cNvSpPr>
              <a:spLocks noChangeArrowheads="1"/>
            </p:cNvSpPr>
            <p:nvPr>
              <p:custDataLst>
                <p:tags r:id="rId12"/>
              </p:custDataLst>
            </p:nvPr>
          </p:nvSpPr>
          <p:spPr bwMode="auto">
            <a:xfrm>
              <a:off x="1071" y="2369"/>
              <a:ext cx="823" cy="41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5,000</a:t>
              </a:r>
              <a:endParaRPr lang="en-US" sz="2400">
                <a:latin typeface="Arial" panose="020B0604020202020204"/>
                <a:cs typeface="Arial" panose="020B0604020202020204"/>
              </a:endParaRPr>
            </a:p>
          </p:txBody>
        </p:sp>
        <p:sp>
          <p:nvSpPr>
            <p:cNvPr id="29754" name="Rectangle 15"/>
            <p:cNvSpPr>
              <a:spLocks noChangeArrowheads="1"/>
            </p:cNvSpPr>
            <p:nvPr>
              <p:custDataLst>
                <p:tags r:id="rId13"/>
              </p:custDataLst>
            </p:nvPr>
          </p:nvSpPr>
          <p:spPr bwMode="auto">
            <a:xfrm>
              <a:off x="1071" y="1966"/>
              <a:ext cx="823"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9755" name="Rectangle 16"/>
            <p:cNvSpPr>
              <a:spLocks noChangeArrowheads="1"/>
            </p:cNvSpPr>
            <p:nvPr>
              <p:custDataLst>
                <p:tags r:id="rId14"/>
              </p:custDataLst>
            </p:nvPr>
          </p:nvSpPr>
          <p:spPr bwMode="auto">
            <a:xfrm>
              <a:off x="1071" y="1538"/>
              <a:ext cx="823" cy="428"/>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9756" name="Rectangle 17"/>
            <p:cNvSpPr>
              <a:spLocks noChangeArrowheads="1"/>
            </p:cNvSpPr>
            <p:nvPr>
              <p:custDataLst>
                <p:tags r:id="rId15"/>
              </p:custDataLst>
            </p:nvPr>
          </p:nvSpPr>
          <p:spPr bwMode="auto">
            <a:xfrm>
              <a:off x="1071" y="711"/>
              <a:ext cx="1032" cy="827"/>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altLang="zh-CN" sz="2400">
                  <a:latin typeface="Arial" panose="020B0604020202020204"/>
                  <a:cs typeface="Arial" panose="020B0604020202020204"/>
                </a:rPr>
                <a:t>TC</a:t>
              </a:r>
              <a:endParaRPr lang="en-US" altLang="zh-CN" sz="2400">
                <a:latin typeface="Arial" panose="020B0604020202020204"/>
                <a:cs typeface="Arial" panose="020B0604020202020204"/>
              </a:endParaRPr>
            </a:p>
            <a:p>
              <a:pPr algn="ctr">
                <a:lnSpc>
                  <a:spcPct val="105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总成本（元）</a:t>
              </a:r>
              <a:endParaRPr lang="en-US" altLang="zh-CN" sz="2400">
                <a:latin typeface="Arial" panose="020B0604020202020204"/>
                <a:cs typeface="Arial" panose="020B0604020202020204"/>
              </a:endParaRPr>
            </a:p>
          </p:txBody>
        </p:sp>
        <p:sp>
          <p:nvSpPr>
            <p:cNvPr id="29757" name="Rectangle 18"/>
            <p:cNvSpPr>
              <a:spLocks noChangeArrowheads="1"/>
            </p:cNvSpPr>
            <p:nvPr>
              <p:custDataLst>
                <p:tags r:id="rId16"/>
              </p:custDataLst>
            </p:nvPr>
          </p:nvSpPr>
          <p:spPr bwMode="auto">
            <a:xfrm>
              <a:off x="264" y="3550"/>
              <a:ext cx="807" cy="366"/>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3000</a:t>
              </a:r>
              <a:endParaRPr lang="en-US" sz="2400">
                <a:latin typeface="Arial" panose="020B0604020202020204"/>
                <a:cs typeface="Arial" panose="020B0604020202020204"/>
              </a:endParaRPr>
            </a:p>
          </p:txBody>
        </p:sp>
        <p:sp>
          <p:nvSpPr>
            <p:cNvPr id="29758" name="Rectangle 19"/>
            <p:cNvSpPr>
              <a:spLocks noChangeArrowheads="1"/>
            </p:cNvSpPr>
            <p:nvPr>
              <p:custDataLst>
                <p:tags r:id="rId17"/>
              </p:custDataLst>
            </p:nvPr>
          </p:nvSpPr>
          <p:spPr bwMode="auto">
            <a:xfrm>
              <a:off x="264" y="3184"/>
              <a:ext cx="807" cy="366"/>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2800</a:t>
              </a:r>
              <a:endParaRPr lang="en-US" sz="2400">
                <a:latin typeface="Arial" panose="020B0604020202020204"/>
                <a:cs typeface="Arial" panose="020B0604020202020204"/>
              </a:endParaRPr>
            </a:p>
          </p:txBody>
        </p:sp>
        <p:sp>
          <p:nvSpPr>
            <p:cNvPr id="29759" name="Rectangle 20"/>
            <p:cNvSpPr>
              <a:spLocks noChangeArrowheads="1"/>
            </p:cNvSpPr>
            <p:nvPr>
              <p:custDataLst>
                <p:tags r:id="rId18"/>
              </p:custDataLst>
            </p:nvPr>
          </p:nvSpPr>
          <p:spPr bwMode="auto">
            <a:xfrm>
              <a:off x="264" y="2781"/>
              <a:ext cx="807" cy="40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29760" name="Rectangle 21"/>
            <p:cNvSpPr>
              <a:spLocks noChangeArrowheads="1"/>
            </p:cNvSpPr>
            <p:nvPr>
              <p:custDataLst>
                <p:tags r:id="rId19"/>
              </p:custDataLst>
            </p:nvPr>
          </p:nvSpPr>
          <p:spPr bwMode="auto">
            <a:xfrm>
              <a:off x="264" y="2369"/>
              <a:ext cx="807" cy="41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1800</a:t>
              </a:r>
              <a:endParaRPr lang="en-US" sz="2400">
                <a:latin typeface="Arial" panose="020B0604020202020204"/>
                <a:cs typeface="Arial" panose="020B0604020202020204"/>
              </a:endParaRPr>
            </a:p>
          </p:txBody>
        </p:sp>
        <p:sp>
          <p:nvSpPr>
            <p:cNvPr id="29761" name="Rectangle 22"/>
            <p:cNvSpPr>
              <a:spLocks noChangeArrowheads="1"/>
            </p:cNvSpPr>
            <p:nvPr>
              <p:custDataLst>
                <p:tags r:id="rId20"/>
              </p:custDataLst>
            </p:nvPr>
          </p:nvSpPr>
          <p:spPr bwMode="auto">
            <a:xfrm>
              <a:off x="264" y="1966"/>
              <a:ext cx="807" cy="40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9762" name="Rectangle 23"/>
            <p:cNvSpPr>
              <a:spLocks noChangeArrowheads="1"/>
            </p:cNvSpPr>
            <p:nvPr>
              <p:custDataLst>
                <p:tags r:id="rId21"/>
              </p:custDataLst>
            </p:nvPr>
          </p:nvSpPr>
          <p:spPr bwMode="auto">
            <a:xfrm>
              <a:off x="264" y="1538"/>
              <a:ext cx="807" cy="428"/>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29763" name="Rectangle 24"/>
            <p:cNvSpPr>
              <a:spLocks noChangeArrowheads="1"/>
            </p:cNvSpPr>
            <p:nvPr>
              <p:custDataLst>
                <p:tags r:id="rId22"/>
              </p:custDataLst>
            </p:nvPr>
          </p:nvSpPr>
          <p:spPr bwMode="auto">
            <a:xfrm>
              <a:off x="264" y="711"/>
              <a:ext cx="807" cy="827"/>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br>
                <a:rPr lang="en-US" sz="2400">
                  <a:latin typeface="Arial" panose="020B0604020202020204"/>
                  <a:cs typeface="Arial" panose="020B0604020202020204"/>
                </a:rPr>
              </a:br>
              <a:r>
                <a:rPr lang="en-US" sz="2400">
                  <a:latin typeface="Arial" panose="020B0604020202020204"/>
                  <a:cs typeface="Arial" panose="020B0604020202020204"/>
                </a:rPr>
                <a:t>(</a:t>
              </a:r>
              <a:r>
                <a:rPr lang="en-US" sz="2400" smtClean="0">
                  <a:ln>
                    <a:noFill/>
                  </a:ln>
                  <a:effectLst/>
                  <a:latin typeface="Arial" panose="020B0604020202020204" pitchFamily="34" charset="0"/>
                  <a:sym typeface="+mn-ea"/>
                </a:rPr>
                <a:t>小麦</a:t>
              </a:r>
              <a:r>
                <a:rPr lang="zh-CN" altLang="en-US" sz="2400" smtClean="0">
                  <a:ln>
                    <a:noFill/>
                  </a:ln>
                  <a:effectLst/>
                  <a:latin typeface="Arial" panose="020B0604020202020204" pitchFamily="34" charset="0"/>
                  <a:sym typeface="+mn-ea"/>
                </a:rPr>
                <a:t>的产量</a:t>
              </a:r>
              <a:r>
                <a:rPr lang="en-US" sz="2400">
                  <a:latin typeface="Arial" panose="020B0604020202020204"/>
                  <a:cs typeface="Arial" panose="020B0604020202020204"/>
                </a:rPr>
                <a:t>)</a:t>
              </a:r>
              <a:endParaRPr lang="en-US" sz="2400">
                <a:latin typeface="Arial" panose="020B0604020202020204"/>
                <a:cs typeface="Arial" panose="020B0604020202020204"/>
              </a:endParaRPr>
            </a:p>
          </p:txBody>
        </p:sp>
      </p:grpSp>
      <p:sp>
        <p:nvSpPr>
          <p:cNvPr id="29709" name="Line 25"/>
          <p:cNvSpPr>
            <a:spLocks noChangeShapeType="1"/>
          </p:cNvSpPr>
          <p:nvPr>
            <p:custDataLst>
              <p:tags r:id="rId23"/>
            </p:custDataLst>
          </p:nvPr>
        </p:nvSpPr>
        <p:spPr bwMode="auto">
          <a:xfrm>
            <a:off x="419100" y="1128713"/>
            <a:ext cx="0" cy="13128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0" name="Line 26"/>
          <p:cNvSpPr>
            <a:spLocks noChangeShapeType="1"/>
          </p:cNvSpPr>
          <p:nvPr>
            <p:custDataLst>
              <p:tags r:id="rId24"/>
            </p:custDataLst>
          </p:nvPr>
        </p:nvSpPr>
        <p:spPr bwMode="auto">
          <a:xfrm>
            <a:off x="4419600" y="1128713"/>
            <a:ext cx="0" cy="13128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1" name="Line 27"/>
          <p:cNvSpPr>
            <a:spLocks noChangeShapeType="1"/>
          </p:cNvSpPr>
          <p:nvPr>
            <p:custDataLst>
              <p:tags r:id="rId25"/>
            </p:custDataLst>
          </p:nvPr>
        </p:nvSpPr>
        <p:spPr bwMode="auto">
          <a:xfrm>
            <a:off x="419100" y="1128713"/>
            <a:ext cx="40005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2" name="Line 28"/>
          <p:cNvSpPr>
            <a:spLocks noChangeShapeType="1"/>
          </p:cNvSpPr>
          <p:nvPr>
            <p:custDataLst>
              <p:tags r:id="rId26"/>
            </p:custDataLst>
          </p:nvPr>
        </p:nvSpPr>
        <p:spPr bwMode="auto">
          <a:xfrm>
            <a:off x="419100" y="2441575"/>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3" name="Line 29"/>
          <p:cNvSpPr>
            <a:spLocks noChangeShapeType="1"/>
          </p:cNvSpPr>
          <p:nvPr>
            <p:custDataLst>
              <p:tags r:id="rId27"/>
            </p:custDataLst>
          </p:nvPr>
        </p:nvSpPr>
        <p:spPr bwMode="auto">
          <a:xfrm>
            <a:off x="4419600" y="2441575"/>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4" name="Line 30"/>
          <p:cNvSpPr>
            <a:spLocks noChangeShapeType="1"/>
          </p:cNvSpPr>
          <p:nvPr>
            <p:custDataLst>
              <p:tags r:id="rId28"/>
            </p:custDataLst>
          </p:nvPr>
        </p:nvSpPr>
        <p:spPr bwMode="auto">
          <a:xfrm>
            <a:off x="419100" y="3121025"/>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5" name="Line 31"/>
          <p:cNvSpPr>
            <a:spLocks noChangeShapeType="1"/>
          </p:cNvSpPr>
          <p:nvPr>
            <p:custDataLst>
              <p:tags r:id="rId29"/>
            </p:custDataLst>
          </p:nvPr>
        </p:nvSpPr>
        <p:spPr bwMode="auto">
          <a:xfrm>
            <a:off x="4419600" y="3121025"/>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6" name="Line 32"/>
          <p:cNvSpPr>
            <a:spLocks noChangeShapeType="1"/>
          </p:cNvSpPr>
          <p:nvPr>
            <p:custDataLst>
              <p:tags r:id="rId30"/>
            </p:custDataLst>
          </p:nvPr>
        </p:nvSpPr>
        <p:spPr bwMode="auto">
          <a:xfrm>
            <a:off x="419100" y="3760788"/>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7" name="Line 33"/>
          <p:cNvSpPr>
            <a:spLocks noChangeShapeType="1"/>
          </p:cNvSpPr>
          <p:nvPr>
            <p:custDataLst>
              <p:tags r:id="rId31"/>
            </p:custDataLst>
          </p:nvPr>
        </p:nvSpPr>
        <p:spPr bwMode="auto">
          <a:xfrm>
            <a:off x="4419600" y="3760788"/>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8" name="Line 34"/>
          <p:cNvSpPr>
            <a:spLocks noChangeShapeType="1"/>
          </p:cNvSpPr>
          <p:nvPr>
            <p:custDataLst>
              <p:tags r:id="rId32"/>
            </p:custDataLst>
          </p:nvPr>
        </p:nvSpPr>
        <p:spPr bwMode="auto">
          <a:xfrm>
            <a:off x="419100" y="44148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19" name="Line 35"/>
          <p:cNvSpPr>
            <a:spLocks noChangeShapeType="1"/>
          </p:cNvSpPr>
          <p:nvPr>
            <p:custDataLst>
              <p:tags r:id="rId33"/>
            </p:custDataLst>
          </p:nvPr>
        </p:nvSpPr>
        <p:spPr bwMode="auto">
          <a:xfrm>
            <a:off x="4419600" y="44148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20" name="Line 36"/>
          <p:cNvSpPr>
            <a:spLocks noChangeShapeType="1"/>
          </p:cNvSpPr>
          <p:nvPr>
            <p:custDataLst>
              <p:tags r:id="rId34"/>
            </p:custDataLst>
          </p:nvPr>
        </p:nvSpPr>
        <p:spPr bwMode="auto">
          <a:xfrm>
            <a:off x="419100" y="5054600"/>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21" name="Line 37"/>
          <p:cNvSpPr>
            <a:spLocks noChangeShapeType="1"/>
          </p:cNvSpPr>
          <p:nvPr>
            <p:custDataLst>
              <p:tags r:id="rId35"/>
            </p:custDataLst>
          </p:nvPr>
        </p:nvSpPr>
        <p:spPr bwMode="auto">
          <a:xfrm>
            <a:off x="4419600" y="5054600"/>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22" name="Line 38"/>
          <p:cNvSpPr>
            <a:spLocks noChangeShapeType="1"/>
          </p:cNvSpPr>
          <p:nvPr>
            <p:custDataLst>
              <p:tags r:id="rId36"/>
            </p:custDataLst>
          </p:nvPr>
        </p:nvSpPr>
        <p:spPr bwMode="auto">
          <a:xfrm>
            <a:off x="4419600" y="5635625"/>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23" name="Line 39"/>
          <p:cNvSpPr>
            <a:spLocks noChangeShapeType="1"/>
          </p:cNvSpPr>
          <p:nvPr>
            <p:custDataLst>
              <p:tags r:id="rId37"/>
            </p:custDataLst>
          </p:nvPr>
        </p:nvSpPr>
        <p:spPr bwMode="auto">
          <a:xfrm>
            <a:off x="419100" y="6216650"/>
            <a:ext cx="4000500"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9724" name="Line 70"/>
          <p:cNvSpPr>
            <a:spLocks noChangeShapeType="1"/>
          </p:cNvSpPr>
          <p:nvPr>
            <p:custDataLst>
              <p:tags r:id="rId38"/>
            </p:custDataLst>
          </p:nvPr>
        </p:nvSpPr>
        <p:spPr bwMode="auto">
          <a:xfrm>
            <a:off x="1674813" y="2470150"/>
            <a:ext cx="6708775"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nvGrpSpPr>
          <p:cNvPr id="4" name="Group 89"/>
          <p:cNvGrpSpPr/>
          <p:nvPr/>
        </p:nvGrpSpPr>
        <p:grpSpPr bwMode="auto">
          <a:xfrm>
            <a:off x="127000" y="2779713"/>
            <a:ext cx="6364288" cy="668337"/>
            <a:chOff x="80" y="1751"/>
            <a:chExt cx="4009" cy="421"/>
          </a:xfrm>
        </p:grpSpPr>
        <p:sp>
          <p:nvSpPr>
            <p:cNvPr id="29746" name="Arc 41"/>
            <p:cNvSpPr/>
            <p:nvPr>
              <p:custDataLst>
                <p:tags r:id="rId39"/>
              </p:custDataLst>
            </p:nvPr>
          </p:nvSpPr>
          <p:spPr bwMode="auto">
            <a:xfrm flipH="1">
              <a:off x="1102" y="1765"/>
              <a:ext cx="205" cy="407"/>
            </a:xfrm>
            <a:custGeom>
              <a:avLst/>
              <a:gdLst>
                <a:gd name="T0" fmla="*/ 0 w 24604"/>
                <a:gd name="T1" fmla="*/ 0 h 43200"/>
                <a:gd name="T2" fmla="*/ 0 w 24604"/>
                <a:gd name="T3" fmla="*/ 0 h 43200"/>
                <a:gd name="T4" fmla="*/ 0 w 24604"/>
                <a:gd name="T5" fmla="*/ 0 h 43200"/>
                <a:gd name="T6" fmla="*/ 0 60000 65536"/>
                <a:gd name="T7" fmla="*/ 0 60000 65536"/>
                <a:gd name="T8" fmla="*/ 0 60000 65536"/>
                <a:gd name="T9" fmla="*/ 0 w 24604"/>
                <a:gd name="T10" fmla="*/ 0 h 43200"/>
                <a:gd name="T11" fmla="*/ 24604 w 24604"/>
                <a:gd name="T12" fmla="*/ 43200 h 43200"/>
              </a:gdLst>
              <a:ahLst/>
              <a:cxnLst>
                <a:cxn ang="T6">
                  <a:pos x="T0" y="T1"/>
                </a:cxn>
                <a:cxn ang="T7">
                  <a:pos x="T2" y="T3"/>
                </a:cxn>
                <a:cxn ang="T8">
                  <a:pos x="T4" y="T5"/>
                </a:cxn>
              </a:cxnLst>
              <a:rect l="T9" t="T10" r="T11" b="T12"/>
              <a:pathLst>
                <a:path w="24604" h="43200" fill="none"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path>
                <a:path w="24604" h="43200" stroke="0"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lnTo>
                    <a:pt x="300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47" name="Arc 44"/>
            <p:cNvSpPr/>
            <p:nvPr>
              <p:custDataLst>
                <p:tags r:id="rId40"/>
              </p:custDataLst>
            </p:nvPr>
          </p:nvSpPr>
          <p:spPr bwMode="auto">
            <a:xfrm>
              <a:off x="2649" y="1751"/>
              <a:ext cx="201" cy="407"/>
            </a:xfrm>
            <a:custGeom>
              <a:avLst/>
              <a:gdLst>
                <a:gd name="T0" fmla="*/ 0 w 24854"/>
                <a:gd name="T1" fmla="*/ 0 h 43200"/>
                <a:gd name="T2" fmla="*/ 0 w 24854"/>
                <a:gd name="T3" fmla="*/ 0 h 43200"/>
                <a:gd name="T4" fmla="*/ 0 w 24854"/>
                <a:gd name="T5" fmla="*/ 0 h 43200"/>
                <a:gd name="T6" fmla="*/ 0 60000 65536"/>
                <a:gd name="T7" fmla="*/ 0 60000 65536"/>
                <a:gd name="T8" fmla="*/ 0 60000 65536"/>
                <a:gd name="T9" fmla="*/ 0 w 24854"/>
                <a:gd name="T10" fmla="*/ 0 h 43200"/>
                <a:gd name="T11" fmla="*/ 24854 w 24854"/>
                <a:gd name="T12" fmla="*/ 43200 h 43200"/>
              </a:gdLst>
              <a:ahLst/>
              <a:cxnLst>
                <a:cxn ang="T6">
                  <a:pos x="T0" y="T1"/>
                </a:cxn>
                <a:cxn ang="T7">
                  <a:pos x="T2" y="T3"/>
                </a:cxn>
                <a:cxn ang="T8">
                  <a:pos x="T4" y="T5"/>
                </a:cxn>
              </a:cxnLst>
              <a:rect l="T9" t="T10" r="T11" b="T12"/>
              <a:pathLst>
                <a:path w="24854" h="43200" fill="none" extrusionOk="0">
                  <a:moveTo>
                    <a:pt x="3338" y="0"/>
                  </a:moveTo>
                  <a:cubicBezTo>
                    <a:pt x="15235" y="46"/>
                    <a:pt x="24854" y="9703"/>
                    <a:pt x="24854" y="21600"/>
                  </a:cubicBezTo>
                  <a:cubicBezTo>
                    <a:pt x="24854" y="33529"/>
                    <a:pt x="15183" y="43200"/>
                    <a:pt x="3254" y="43200"/>
                  </a:cubicBezTo>
                  <a:cubicBezTo>
                    <a:pt x="2164" y="43200"/>
                    <a:pt x="1076" y="43117"/>
                    <a:pt x="-1" y="42953"/>
                  </a:cubicBezTo>
                </a:path>
                <a:path w="24854" h="43200" stroke="0" extrusionOk="0">
                  <a:moveTo>
                    <a:pt x="3338" y="0"/>
                  </a:moveTo>
                  <a:cubicBezTo>
                    <a:pt x="15235" y="46"/>
                    <a:pt x="24854" y="9703"/>
                    <a:pt x="24854" y="21600"/>
                  </a:cubicBezTo>
                  <a:cubicBezTo>
                    <a:pt x="24854" y="33529"/>
                    <a:pt x="15183" y="43200"/>
                    <a:pt x="3254" y="43200"/>
                  </a:cubicBezTo>
                  <a:cubicBezTo>
                    <a:pt x="2164" y="43200"/>
                    <a:pt x="1076" y="43117"/>
                    <a:pt x="-1" y="42953"/>
                  </a:cubicBezTo>
                  <a:lnTo>
                    <a:pt x="325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48" name="Rectangle 78"/>
            <p:cNvSpPr>
              <a:spLocks noChangeArrowheads="1"/>
            </p:cNvSpPr>
            <p:nvPr>
              <p:custDataLst>
                <p:tags r:id="rId41"/>
              </p:custDataLst>
            </p:nvPr>
          </p:nvSpPr>
          <p:spPr bwMode="auto">
            <a:xfrm>
              <a:off x="80" y="1821"/>
              <a:ext cx="1008" cy="279"/>
            </a:xfrm>
            <a:prstGeom prst="rect">
              <a:avLst/>
            </a:prstGeom>
            <a:noFill/>
            <a:ln w="9525">
              <a:noFill/>
              <a:miter lim="800000"/>
            </a:ln>
          </p:spPr>
          <p:txBody>
            <a:bodyPr>
              <a:spAutoFit/>
            </a:bodyPr>
            <a:lstStyle/>
            <a:p>
              <a:pPr algn="r"/>
              <a:r>
                <a:rPr lang="en-US" sz="2300" b="1">
                  <a:latin typeface="Arial" panose="020B0604020202020204"/>
                  <a:cs typeface="Arial" panose="020B0604020202020204"/>
                </a:rPr>
                <a:t>∆</a:t>
              </a:r>
              <a:r>
                <a:rPr lang="en-US" sz="2300" b="1" i="1">
                  <a:latin typeface="Arial" panose="020B0604020202020204"/>
                  <a:cs typeface="Arial" panose="020B0604020202020204"/>
                </a:rPr>
                <a:t>Q</a:t>
              </a:r>
              <a:r>
                <a:rPr lang="en-US" sz="2300">
                  <a:latin typeface="Arial" panose="020B0604020202020204"/>
                  <a:cs typeface="Arial" panose="020B0604020202020204"/>
                </a:rPr>
                <a:t> = 1000</a:t>
              </a:r>
              <a:endParaRPr lang="en-US" sz="2300">
                <a:latin typeface="Arial" panose="020B0604020202020204"/>
                <a:cs typeface="Arial" panose="020B0604020202020204"/>
              </a:endParaRPr>
            </a:p>
          </p:txBody>
        </p:sp>
        <p:sp>
          <p:nvSpPr>
            <p:cNvPr id="29749" name="Rectangle 83"/>
            <p:cNvSpPr>
              <a:spLocks noChangeArrowheads="1"/>
            </p:cNvSpPr>
            <p:nvPr>
              <p:custDataLst>
                <p:tags r:id="rId42"/>
              </p:custDataLst>
            </p:nvPr>
          </p:nvSpPr>
          <p:spPr bwMode="auto">
            <a:xfrm>
              <a:off x="2867" y="1820"/>
              <a:ext cx="1222" cy="280"/>
            </a:xfrm>
            <a:prstGeom prst="rect">
              <a:avLst/>
            </a:prstGeom>
            <a:noFill/>
            <a:ln w="9525">
              <a:noFill/>
              <a:miter lim="800000"/>
            </a:ln>
          </p:spPr>
          <p:txBody>
            <a:bodyPr>
              <a:spAutoFit/>
            </a:bodyPr>
            <a:lstStyle/>
            <a:p>
              <a:r>
                <a:rPr lang="en-US" sz="2300" b="1">
                  <a:latin typeface="Arial" panose="020B0604020202020204"/>
                  <a:cs typeface="Arial" panose="020B0604020202020204"/>
                </a:rPr>
                <a:t>∆TC</a:t>
              </a:r>
              <a:r>
                <a:rPr lang="en-US" sz="2300">
                  <a:latin typeface="Arial" panose="020B0604020202020204"/>
                  <a:cs typeface="Arial" panose="020B0604020202020204"/>
                </a:rPr>
                <a:t> = 2000</a:t>
              </a:r>
              <a:endParaRPr lang="en-US" sz="2300">
                <a:latin typeface="Arial" panose="020B0604020202020204"/>
                <a:cs typeface="Arial" panose="020B0604020202020204"/>
              </a:endParaRPr>
            </a:p>
          </p:txBody>
        </p:sp>
      </p:grpSp>
      <p:grpSp>
        <p:nvGrpSpPr>
          <p:cNvPr id="7" name="Group 90"/>
          <p:cNvGrpSpPr/>
          <p:nvPr/>
        </p:nvGrpSpPr>
        <p:grpSpPr bwMode="auto">
          <a:xfrm>
            <a:off x="252413" y="3429000"/>
            <a:ext cx="6240462" cy="668338"/>
            <a:chOff x="159" y="2160"/>
            <a:chExt cx="3931" cy="421"/>
          </a:xfrm>
        </p:grpSpPr>
        <p:sp>
          <p:nvSpPr>
            <p:cNvPr id="29742" name="Arc 48"/>
            <p:cNvSpPr/>
            <p:nvPr>
              <p:custDataLst>
                <p:tags r:id="rId43"/>
              </p:custDataLst>
            </p:nvPr>
          </p:nvSpPr>
          <p:spPr bwMode="auto">
            <a:xfrm>
              <a:off x="2649" y="2160"/>
              <a:ext cx="201" cy="407"/>
            </a:xfrm>
            <a:custGeom>
              <a:avLst/>
              <a:gdLst>
                <a:gd name="T0" fmla="*/ 0 w 24854"/>
                <a:gd name="T1" fmla="*/ 0 h 43200"/>
                <a:gd name="T2" fmla="*/ 0 w 24854"/>
                <a:gd name="T3" fmla="*/ 0 h 43200"/>
                <a:gd name="T4" fmla="*/ 0 w 24854"/>
                <a:gd name="T5" fmla="*/ 0 h 43200"/>
                <a:gd name="T6" fmla="*/ 0 60000 65536"/>
                <a:gd name="T7" fmla="*/ 0 60000 65536"/>
                <a:gd name="T8" fmla="*/ 0 60000 65536"/>
                <a:gd name="T9" fmla="*/ 0 w 24854"/>
                <a:gd name="T10" fmla="*/ 0 h 43200"/>
                <a:gd name="T11" fmla="*/ 24854 w 24854"/>
                <a:gd name="T12" fmla="*/ 43200 h 43200"/>
              </a:gdLst>
              <a:ahLst/>
              <a:cxnLst>
                <a:cxn ang="T6">
                  <a:pos x="T0" y="T1"/>
                </a:cxn>
                <a:cxn ang="T7">
                  <a:pos x="T2" y="T3"/>
                </a:cxn>
                <a:cxn ang="T8">
                  <a:pos x="T4" y="T5"/>
                </a:cxn>
              </a:cxnLst>
              <a:rect l="T9" t="T10" r="T11" b="T12"/>
              <a:pathLst>
                <a:path w="24854" h="43200" fill="none" extrusionOk="0">
                  <a:moveTo>
                    <a:pt x="3338" y="0"/>
                  </a:moveTo>
                  <a:cubicBezTo>
                    <a:pt x="15235" y="46"/>
                    <a:pt x="24854" y="9703"/>
                    <a:pt x="24854" y="21600"/>
                  </a:cubicBezTo>
                  <a:cubicBezTo>
                    <a:pt x="24854" y="33529"/>
                    <a:pt x="15183" y="43200"/>
                    <a:pt x="3254" y="43200"/>
                  </a:cubicBezTo>
                  <a:cubicBezTo>
                    <a:pt x="2164" y="43200"/>
                    <a:pt x="1076" y="43117"/>
                    <a:pt x="-1" y="42953"/>
                  </a:cubicBezTo>
                </a:path>
                <a:path w="24854" h="43200" stroke="0" extrusionOk="0">
                  <a:moveTo>
                    <a:pt x="3338" y="0"/>
                  </a:moveTo>
                  <a:cubicBezTo>
                    <a:pt x="15235" y="46"/>
                    <a:pt x="24854" y="9703"/>
                    <a:pt x="24854" y="21600"/>
                  </a:cubicBezTo>
                  <a:cubicBezTo>
                    <a:pt x="24854" y="33529"/>
                    <a:pt x="15183" y="43200"/>
                    <a:pt x="3254" y="43200"/>
                  </a:cubicBezTo>
                  <a:cubicBezTo>
                    <a:pt x="2164" y="43200"/>
                    <a:pt x="1076" y="43117"/>
                    <a:pt x="-1" y="42953"/>
                  </a:cubicBezTo>
                  <a:lnTo>
                    <a:pt x="325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43" name="Arc 51"/>
            <p:cNvSpPr/>
            <p:nvPr>
              <p:custDataLst>
                <p:tags r:id="rId44"/>
              </p:custDataLst>
            </p:nvPr>
          </p:nvSpPr>
          <p:spPr bwMode="auto">
            <a:xfrm flipH="1">
              <a:off x="1102" y="2174"/>
              <a:ext cx="205" cy="407"/>
            </a:xfrm>
            <a:custGeom>
              <a:avLst/>
              <a:gdLst>
                <a:gd name="T0" fmla="*/ 0 w 24604"/>
                <a:gd name="T1" fmla="*/ 0 h 43200"/>
                <a:gd name="T2" fmla="*/ 0 w 24604"/>
                <a:gd name="T3" fmla="*/ 0 h 43200"/>
                <a:gd name="T4" fmla="*/ 0 w 24604"/>
                <a:gd name="T5" fmla="*/ 0 h 43200"/>
                <a:gd name="T6" fmla="*/ 0 60000 65536"/>
                <a:gd name="T7" fmla="*/ 0 60000 65536"/>
                <a:gd name="T8" fmla="*/ 0 60000 65536"/>
                <a:gd name="T9" fmla="*/ 0 w 24604"/>
                <a:gd name="T10" fmla="*/ 0 h 43200"/>
                <a:gd name="T11" fmla="*/ 24604 w 24604"/>
                <a:gd name="T12" fmla="*/ 43200 h 43200"/>
              </a:gdLst>
              <a:ahLst/>
              <a:cxnLst>
                <a:cxn ang="T6">
                  <a:pos x="T0" y="T1"/>
                </a:cxn>
                <a:cxn ang="T7">
                  <a:pos x="T2" y="T3"/>
                </a:cxn>
                <a:cxn ang="T8">
                  <a:pos x="T4" y="T5"/>
                </a:cxn>
              </a:cxnLst>
              <a:rect l="T9" t="T10" r="T11" b="T12"/>
              <a:pathLst>
                <a:path w="24604" h="43200" fill="none"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path>
                <a:path w="24604" h="43200" stroke="0"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lnTo>
                    <a:pt x="300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44" name="Rectangle 79"/>
            <p:cNvSpPr>
              <a:spLocks noChangeArrowheads="1"/>
            </p:cNvSpPr>
            <p:nvPr>
              <p:custDataLst>
                <p:tags r:id="rId45"/>
              </p:custDataLst>
            </p:nvPr>
          </p:nvSpPr>
          <p:spPr bwMode="auto">
            <a:xfrm>
              <a:off x="159" y="2230"/>
              <a:ext cx="928" cy="279"/>
            </a:xfrm>
            <a:prstGeom prst="rect">
              <a:avLst/>
            </a:prstGeom>
            <a:noFill/>
            <a:ln w="9525">
              <a:noFill/>
              <a:miter lim="800000"/>
            </a:ln>
          </p:spPr>
          <p:txBody>
            <a:bodyPr>
              <a:spAutoFit/>
            </a:bodyPr>
            <a:lstStyle/>
            <a:p>
              <a:pPr algn="r"/>
              <a:r>
                <a:rPr lang="en-US" sz="2300" b="1">
                  <a:latin typeface="Arial" panose="020B0604020202020204"/>
                  <a:cs typeface="Arial" panose="020B0604020202020204"/>
                </a:rPr>
                <a:t>∆</a:t>
              </a:r>
              <a:r>
                <a:rPr lang="en-US" sz="2300" b="1" i="1">
                  <a:latin typeface="Arial" panose="020B0604020202020204"/>
                  <a:cs typeface="Arial" panose="020B0604020202020204"/>
                </a:rPr>
                <a:t>Q</a:t>
              </a:r>
              <a:r>
                <a:rPr lang="en-US" sz="2300">
                  <a:latin typeface="Arial" panose="020B0604020202020204"/>
                  <a:cs typeface="Arial" panose="020B0604020202020204"/>
                </a:rPr>
                <a:t> = 800</a:t>
              </a:r>
              <a:endParaRPr lang="en-US" sz="2300">
                <a:latin typeface="Arial" panose="020B0604020202020204"/>
                <a:cs typeface="Arial" panose="020B0604020202020204"/>
              </a:endParaRPr>
            </a:p>
          </p:txBody>
        </p:sp>
        <p:sp>
          <p:nvSpPr>
            <p:cNvPr id="29745" name="Rectangle 85"/>
            <p:cNvSpPr>
              <a:spLocks noChangeArrowheads="1"/>
            </p:cNvSpPr>
            <p:nvPr>
              <p:custDataLst>
                <p:tags r:id="rId46"/>
              </p:custDataLst>
            </p:nvPr>
          </p:nvSpPr>
          <p:spPr bwMode="auto">
            <a:xfrm>
              <a:off x="2868" y="2227"/>
              <a:ext cx="1222" cy="280"/>
            </a:xfrm>
            <a:prstGeom prst="rect">
              <a:avLst/>
            </a:prstGeom>
            <a:noFill/>
            <a:ln w="9525">
              <a:noFill/>
              <a:miter lim="800000"/>
            </a:ln>
          </p:spPr>
          <p:txBody>
            <a:bodyPr>
              <a:spAutoFit/>
            </a:bodyPr>
            <a:lstStyle/>
            <a:p>
              <a:r>
                <a:rPr lang="en-US" sz="2300" b="1">
                  <a:latin typeface="Arial" panose="020B0604020202020204"/>
                  <a:cs typeface="Arial" panose="020B0604020202020204"/>
                </a:rPr>
                <a:t>∆TC</a:t>
              </a:r>
              <a:r>
                <a:rPr lang="en-US" sz="2300">
                  <a:latin typeface="Arial" panose="020B0604020202020204"/>
                  <a:cs typeface="Arial" panose="020B0604020202020204"/>
                </a:rPr>
                <a:t> = 2000</a:t>
              </a:r>
              <a:endParaRPr lang="en-US" sz="2300">
                <a:latin typeface="Arial" panose="020B0604020202020204"/>
                <a:cs typeface="Arial" panose="020B0604020202020204"/>
              </a:endParaRPr>
            </a:p>
          </p:txBody>
        </p:sp>
      </p:grpSp>
      <p:grpSp>
        <p:nvGrpSpPr>
          <p:cNvPr id="9" name="Group 91"/>
          <p:cNvGrpSpPr/>
          <p:nvPr/>
        </p:nvGrpSpPr>
        <p:grpSpPr bwMode="auto">
          <a:xfrm>
            <a:off x="293688" y="4067175"/>
            <a:ext cx="6200775" cy="668338"/>
            <a:chOff x="185" y="2562"/>
            <a:chExt cx="3906" cy="421"/>
          </a:xfrm>
        </p:grpSpPr>
        <p:sp>
          <p:nvSpPr>
            <p:cNvPr id="29738" name="Arc 65"/>
            <p:cNvSpPr/>
            <p:nvPr>
              <p:custDataLst>
                <p:tags r:id="rId47"/>
              </p:custDataLst>
            </p:nvPr>
          </p:nvSpPr>
          <p:spPr bwMode="auto">
            <a:xfrm flipH="1">
              <a:off x="1105" y="2576"/>
              <a:ext cx="205" cy="407"/>
            </a:xfrm>
            <a:custGeom>
              <a:avLst/>
              <a:gdLst>
                <a:gd name="T0" fmla="*/ 0 w 24604"/>
                <a:gd name="T1" fmla="*/ 0 h 43200"/>
                <a:gd name="T2" fmla="*/ 0 w 24604"/>
                <a:gd name="T3" fmla="*/ 0 h 43200"/>
                <a:gd name="T4" fmla="*/ 0 w 24604"/>
                <a:gd name="T5" fmla="*/ 0 h 43200"/>
                <a:gd name="T6" fmla="*/ 0 60000 65536"/>
                <a:gd name="T7" fmla="*/ 0 60000 65536"/>
                <a:gd name="T8" fmla="*/ 0 60000 65536"/>
                <a:gd name="T9" fmla="*/ 0 w 24604"/>
                <a:gd name="T10" fmla="*/ 0 h 43200"/>
                <a:gd name="T11" fmla="*/ 24604 w 24604"/>
                <a:gd name="T12" fmla="*/ 43200 h 43200"/>
              </a:gdLst>
              <a:ahLst/>
              <a:cxnLst>
                <a:cxn ang="T6">
                  <a:pos x="T0" y="T1"/>
                </a:cxn>
                <a:cxn ang="T7">
                  <a:pos x="T2" y="T3"/>
                </a:cxn>
                <a:cxn ang="T8">
                  <a:pos x="T4" y="T5"/>
                </a:cxn>
              </a:cxnLst>
              <a:rect l="T9" t="T10" r="T11" b="T12"/>
              <a:pathLst>
                <a:path w="24604" h="43200" fill="none"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path>
                <a:path w="24604" h="43200" stroke="0"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lnTo>
                    <a:pt x="300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39" name="Arc 68"/>
            <p:cNvSpPr/>
            <p:nvPr>
              <p:custDataLst>
                <p:tags r:id="rId48"/>
              </p:custDataLst>
            </p:nvPr>
          </p:nvSpPr>
          <p:spPr bwMode="auto">
            <a:xfrm>
              <a:off x="2652" y="2562"/>
              <a:ext cx="201" cy="407"/>
            </a:xfrm>
            <a:custGeom>
              <a:avLst/>
              <a:gdLst>
                <a:gd name="T0" fmla="*/ 0 w 24854"/>
                <a:gd name="T1" fmla="*/ 0 h 43200"/>
                <a:gd name="T2" fmla="*/ 0 w 24854"/>
                <a:gd name="T3" fmla="*/ 0 h 43200"/>
                <a:gd name="T4" fmla="*/ 0 w 24854"/>
                <a:gd name="T5" fmla="*/ 0 h 43200"/>
                <a:gd name="T6" fmla="*/ 0 60000 65536"/>
                <a:gd name="T7" fmla="*/ 0 60000 65536"/>
                <a:gd name="T8" fmla="*/ 0 60000 65536"/>
                <a:gd name="T9" fmla="*/ 0 w 24854"/>
                <a:gd name="T10" fmla="*/ 0 h 43200"/>
                <a:gd name="T11" fmla="*/ 24854 w 24854"/>
                <a:gd name="T12" fmla="*/ 43200 h 43200"/>
              </a:gdLst>
              <a:ahLst/>
              <a:cxnLst>
                <a:cxn ang="T6">
                  <a:pos x="T0" y="T1"/>
                </a:cxn>
                <a:cxn ang="T7">
                  <a:pos x="T2" y="T3"/>
                </a:cxn>
                <a:cxn ang="T8">
                  <a:pos x="T4" y="T5"/>
                </a:cxn>
              </a:cxnLst>
              <a:rect l="T9" t="T10" r="T11" b="T12"/>
              <a:pathLst>
                <a:path w="24854" h="43200" fill="none" extrusionOk="0">
                  <a:moveTo>
                    <a:pt x="3338" y="0"/>
                  </a:moveTo>
                  <a:cubicBezTo>
                    <a:pt x="15235" y="46"/>
                    <a:pt x="24854" y="9703"/>
                    <a:pt x="24854" y="21600"/>
                  </a:cubicBezTo>
                  <a:cubicBezTo>
                    <a:pt x="24854" y="33529"/>
                    <a:pt x="15183" y="43200"/>
                    <a:pt x="3254" y="43200"/>
                  </a:cubicBezTo>
                  <a:cubicBezTo>
                    <a:pt x="2164" y="43200"/>
                    <a:pt x="1076" y="43117"/>
                    <a:pt x="-1" y="42953"/>
                  </a:cubicBezTo>
                </a:path>
                <a:path w="24854" h="43200" stroke="0" extrusionOk="0">
                  <a:moveTo>
                    <a:pt x="3338" y="0"/>
                  </a:moveTo>
                  <a:cubicBezTo>
                    <a:pt x="15235" y="46"/>
                    <a:pt x="24854" y="9703"/>
                    <a:pt x="24854" y="21600"/>
                  </a:cubicBezTo>
                  <a:cubicBezTo>
                    <a:pt x="24854" y="33529"/>
                    <a:pt x="15183" y="43200"/>
                    <a:pt x="3254" y="43200"/>
                  </a:cubicBezTo>
                  <a:cubicBezTo>
                    <a:pt x="2164" y="43200"/>
                    <a:pt x="1076" y="43117"/>
                    <a:pt x="-1" y="42953"/>
                  </a:cubicBezTo>
                  <a:lnTo>
                    <a:pt x="325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40" name="Rectangle 80"/>
            <p:cNvSpPr>
              <a:spLocks noChangeArrowheads="1"/>
            </p:cNvSpPr>
            <p:nvPr>
              <p:custDataLst>
                <p:tags r:id="rId49"/>
              </p:custDataLst>
            </p:nvPr>
          </p:nvSpPr>
          <p:spPr bwMode="auto">
            <a:xfrm>
              <a:off x="185" y="2631"/>
              <a:ext cx="901" cy="279"/>
            </a:xfrm>
            <a:prstGeom prst="rect">
              <a:avLst/>
            </a:prstGeom>
            <a:noFill/>
            <a:ln w="9525">
              <a:noFill/>
              <a:miter lim="800000"/>
            </a:ln>
          </p:spPr>
          <p:txBody>
            <a:bodyPr>
              <a:spAutoFit/>
            </a:bodyPr>
            <a:lstStyle/>
            <a:p>
              <a:pPr algn="r"/>
              <a:r>
                <a:rPr lang="en-US" sz="2300" b="1">
                  <a:latin typeface="Arial" panose="020B0604020202020204"/>
                  <a:cs typeface="Arial" panose="020B0604020202020204"/>
                </a:rPr>
                <a:t>∆</a:t>
              </a:r>
              <a:r>
                <a:rPr lang="en-US" sz="2300" b="1" i="1">
                  <a:latin typeface="Arial" panose="020B0604020202020204"/>
                  <a:cs typeface="Arial" panose="020B0604020202020204"/>
                </a:rPr>
                <a:t>Q</a:t>
              </a:r>
              <a:r>
                <a:rPr lang="en-US" sz="2300">
                  <a:latin typeface="Arial" panose="020B0604020202020204"/>
                  <a:cs typeface="Arial" panose="020B0604020202020204"/>
                </a:rPr>
                <a:t> = 600</a:t>
              </a:r>
              <a:endParaRPr lang="en-US" sz="2300">
                <a:latin typeface="Arial" panose="020B0604020202020204"/>
                <a:cs typeface="Arial" panose="020B0604020202020204"/>
              </a:endParaRPr>
            </a:p>
          </p:txBody>
        </p:sp>
        <p:sp>
          <p:nvSpPr>
            <p:cNvPr id="29741" name="Rectangle 86"/>
            <p:cNvSpPr>
              <a:spLocks noChangeArrowheads="1"/>
            </p:cNvSpPr>
            <p:nvPr>
              <p:custDataLst>
                <p:tags r:id="rId50"/>
              </p:custDataLst>
            </p:nvPr>
          </p:nvSpPr>
          <p:spPr bwMode="auto">
            <a:xfrm>
              <a:off x="2869" y="2629"/>
              <a:ext cx="1222" cy="280"/>
            </a:xfrm>
            <a:prstGeom prst="rect">
              <a:avLst/>
            </a:prstGeom>
            <a:noFill/>
            <a:ln w="9525">
              <a:noFill/>
              <a:miter lim="800000"/>
            </a:ln>
          </p:spPr>
          <p:txBody>
            <a:bodyPr>
              <a:spAutoFit/>
            </a:bodyPr>
            <a:lstStyle/>
            <a:p>
              <a:r>
                <a:rPr lang="en-US" sz="2300" b="1">
                  <a:latin typeface="Arial" panose="020B0604020202020204"/>
                  <a:cs typeface="Arial" panose="020B0604020202020204"/>
                </a:rPr>
                <a:t>∆TC</a:t>
              </a:r>
              <a:r>
                <a:rPr lang="en-US" sz="2300">
                  <a:latin typeface="Arial" panose="020B0604020202020204"/>
                  <a:cs typeface="Arial" panose="020B0604020202020204"/>
                </a:rPr>
                <a:t> = 2000</a:t>
              </a:r>
              <a:endParaRPr lang="en-US" sz="2300">
                <a:latin typeface="Arial" panose="020B0604020202020204"/>
                <a:cs typeface="Arial" panose="020B0604020202020204"/>
              </a:endParaRPr>
            </a:p>
          </p:txBody>
        </p:sp>
      </p:grpSp>
      <p:grpSp>
        <p:nvGrpSpPr>
          <p:cNvPr id="10" name="Group 92"/>
          <p:cNvGrpSpPr/>
          <p:nvPr/>
        </p:nvGrpSpPr>
        <p:grpSpPr bwMode="auto">
          <a:xfrm>
            <a:off x="307975" y="4703763"/>
            <a:ext cx="6172200" cy="668337"/>
            <a:chOff x="194" y="2963"/>
            <a:chExt cx="3888" cy="421"/>
          </a:xfrm>
        </p:grpSpPr>
        <p:sp>
          <p:nvSpPr>
            <p:cNvPr id="29734" name="Arc 53"/>
            <p:cNvSpPr/>
            <p:nvPr>
              <p:custDataLst>
                <p:tags r:id="rId51"/>
              </p:custDataLst>
            </p:nvPr>
          </p:nvSpPr>
          <p:spPr bwMode="auto">
            <a:xfrm flipH="1">
              <a:off x="1098" y="2977"/>
              <a:ext cx="205" cy="407"/>
            </a:xfrm>
            <a:custGeom>
              <a:avLst/>
              <a:gdLst>
                <a:gd name="T0" fmla="*/ 0 w 24604"/>
                <a:gd name="T1" fmla="*/ 0 h 43200"/>
                <a:gd name="T2" fmla="*/ 0 w 24604"/>
                <a:gd name="T3" fmla="*/ 0 h 43200"/>
                <a:gd name="T4" fmla="*/ 0 w 24604"/>
                <a:gd name="T5" fmla="*/ 0 h 43200"/>
                <a:gd name="T6" fmla="*/ 0 60000 65536"/>
                <a:gd name="T7" fmla="*/ 0 60000 65536"/>
                <a:gd name="T8" fmla="*/ 0 60000 65536"/>
                <a:gd name="T9" fmla="*/ 0 w 24604"/>
                <a:gd name="T10" fmla="*/ 0 h 43200"/>
                <a:gd name="T11" fmla="*/ 24604 w 24604"/>
                <a:gd name="T12" fmla="*/ 43200 h 43200"/>
              </a:gdLst>
              <a:ahLst/>
              <a:cxnLst>
                <a:cxn ang="T6">
                  <a:pos x="T0" y="T1"/>
                </a:cxn>
                <a:cxn ang="T7">
                  <a:pos x="T2" y="T3"/>
                </a:cxn>
                <a:cxn ang="T8">
                  <a:pos x="T4" y="T5"/>
                </a:cxn>
              </a:cxnLst>
              <a:rect l="T9" t="T10" r="T11" b="T12"/>
              <a:pathLst>
                <a:path w="24604" h="43200" fill="none"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path>
                <a:path w="24604" h="43200" stroke="0"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lnTo>
                    <a:pt x="300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35" name="Arc 56"/>
            <p:cNvSpPr/>
            <p:nvPr>
              <p:custDataLst>
                <p:tags r:id="rId52"/>
              </p:custDataLst>
            </p:nvPr>
          </p:nvSpPr>
          <p:spPr bwMode="auto">
            <a:xfrm>
              <a:off x="2645" y="2963"/>
              <a:ext cx="201" cy="407"/>
            </a:xfrm>
            <a:custGeom>
              <a:avLst/>
              <a:gdLst>
                <a:gd name="T0" fmla="*/ 0 w 24854"/>
                <a:gd name="T1" fmla="*/ 0 h 43200"/>
                <a:gd name="T2" fmla="*/ 0 w 24854"/>
                <a:gd name="T3" fmla="*/ 0 h 43200"/>
                <a:gd name="T4" fmla="*/ 0 w 24854"/>
                <a:gd name="T5" fmla="*/ 0 h 43200"/>
                <a:gd name="T6" fmla="*/ 0 60000 65536"/>
                <a:gd name="T7" fmla="*/ 0 60000 65536"/>
                <a:gd name="T8" fmla="*/ 0 60000 65536"/>
                <a:gd name="T9" fmla="*/ 0 w 24854"/>
                <a:gd name="T10" fmla="*/ 0 h 43200"/>
                <a:gd name="T11" fmla="*/ 24854 w 24854"/>
                <a:gd name="T12" fmla="*/ 43200 h 43200"/>
              </a:gdLst>
              <a:ahLst/>
              <a:cxnLst>
                <a:cxn ang="T6">
                  <a:pos x="T0" y="T1"/>
                </a:cxn>
                <a:cxn ang="T7">
                  <a:pos x="T2" y="T3"/>
                </a:cxn>
                <a:cxn ang="T8">
                  <a:pos x="T4" y="T5"/>
                </a:cxn>
              </a:cxnLst>
              <a:rect l="T9" t="T10" r="T11" b="T12"/>
              <a:pathLst>
                <a:path w="24854" h="43200" fill="none" extrusionOk="0">
                  <a:moveTo>
                    <a:pt x="3338" y="0"/>
                  </a:moveTo>
                  <a:cubicBezTo>
                    <a:pt x="15235" y="46"/>
                    <a:pt x="24854" y="9703"/>
                    <a:pt x="24854" y="21600"/>
                  </a:cubicBezTo>
                  <a:cubicBezTo>
                    <a:pt x="24854" y="33529"/>
                    <a:pt x="15183" y="43200"/>
                    <a:pt x="3254" y="43200"/>
                  </a:cubicBezTo>
                  <a:cubicBezTo>
                    <a:pt x="2164" y="43200"/>
                    <a:pt x="1076" y="43117"/>
                    <a:pt x="-1" y="42953"/>
                  </a:cubicBezTo>
                </a:path>
                <a:path w="24854" h="43200" stroke="0" extrusionOk="0">
                  <a:moveTo>
                    <a:pt x="3338" y="0"/>
                  </a:moveTo>
                  <a:cubicBezTo>
                    <a:pt x="15235" y="46"/>
                    <a:pt x="24854" y="9703"/>
                    <a:pt x="24854" y="21600"/>
                  </a:cubicBezTo>
                  <a:cubicBezTo>
                    <a:pt x="24854" y="33529"/>
                    <a:pt x="15183" y="43200"/>
                    <a:pt x="3254" y="43200"/>
                  </a:cubicBezTo>
                  <a:cubicBezTo>
                    <a:pt x="2164" y="43200"/>
                    <a:pt x="1076" y="43117"/>
                    <a:pt x="-1" y="42953"/>
                  </a:cubicBezTo>
                  <a:lnTo>
                    <a:pt x="325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36" name="Rectangle 81"/>
            <p:cNvSpPr>
              <a:spLocks noChangeArrowheads="1"/>
            </p:cNvSpPr>
            <p:nvPr>
              <p:custDataLst>
                <p:tags r:id="rId53"/>
              </p:custDataLst>
            </p:nvPr>
          </p:nvSpPr>
          <p:spPr bwMode="auto">
            <a:xfrm>
              <a:off x="194" y="3032"/>
              <a:ext cx="887" cy="280"/>
            </a:xfrm>
            <a:prstGeom prst="rect">
              <a:avLst/>
            </a:prstGeom>
            <a:noFill/>
            <a:ln w="9525">
              <a:noFill/>
              <a:miter lim="800000"/>
            </a:ln>
          </p:spPr>
          <p:txBody>
            <a:bodyPr>
              <a:spAutoFit/>
            </a:bodyPr>
            <a:lstStyle/>
            <a:p>
              <a:pPr algn="l"/>
              <a:r>
                <a:rPr lang="en-US" sz="2300" b="1">
                  <a:latin typeface="Arial" panose="020B0604020202020204"/>
                  <a:cs typeface="Arial" panose="020B0604020202020204"/>
                </a:rPr>
                <a:t>∆</a:t>
              </a:r>
              <a:r>
                <a:rPr lang="en-US" sz="2300" b="1" i="1">
                  <a:latin typeface="Arial" panose="020B0604020202020204"/>
                  <a:cs typeface="Arial" panose="020B0604020202020204"/>
                </a:rPr>
                <a:t>Q</a:t>
              </a:r>
              <a:r>
                <a:rPr lang="en-US" sz="2300">
                  <a:latin typeface="Arial" panose="020B0604020202020204"/>
                  <a:cs typeface="Arial" panose="020B0604020202020204"/>
                </a:rPr>
                <a:t> =400</a:t>
              </a:r>
              <a:endParaRPr lang="en-US" sz="2300">
                <a:latin typeface="Arial" panose="020B0604020202020204"/>
                <a:cs typeface="Arial" panose="020B0604020202020204"/>
              </a:endParaRPr>
            </a:p>
          </p:txBody>
        </p:sp>
        <p:sp>
          <p:nvSpPr>
            <p:cNvPr id="29737" name="Rectangle 87"/>
            <p:cNvSpPr>
              <a:spLocks noChangeArrowheads="1"/>
            </p:cNvSpPr>
            <p:nvPr>
              <p:custDataLst>
                <p:tags r:id="rId54"/>
              </p:custDataLst>
            </p:nvPr>
          </p:nvSpPr>
          <p:spPr bwMode="auto">
            <a:xfrm>
              <a:off x="2860" y="3028"/>
              <a:ext cx="1222" cy="280"/>
            </a:xfrm>
            <a:prstGeom prst="rect">
              <a:avLst/>
            </a:prstGeom>
            <a:noFill/>
            <a:ln w="9525">
              <a:noFill/>
              <a:miter lim="800000"/>
            </a:ln>
          </p:spPr>
          <p:txBody>
            <a:bodyPr>
              <a:spAutoFit/>
            </a:bodyPr>
            <a:lstStyle/>
            <a:p>
              <a:r>
                <a:rPr lang="en-US" sz="2300" b="1">
                  <a:latin typeface="Arial" panose="020B0604020202020204"/>
                  <a:cs typeface="Arial" panose="020B0604020202020204"/>
                </a:rPr>
                <a:t>∆TC</a:t>
              </a:r>
              <a:r>
                <a:rPr lang="en-US" sz="2300">
                  <a:latin typeface="Arial" panose="020B0604020202020204"/>
                  <a:cs typeface="Arial" panose="020B0604020202020204"/>
                </a:rPr>
                <a:t> = 2000</a:t>
              </a:r>
              <a:endParaRPr lang="en-US" sz="2300">
                <a:latin typeface="Arial" panose="020B0604020202020204"/>
                <a:cs typeface="Arial" panose="020B0604020202020204"/>
              </a:endParaRPr>
            </a:p>
          </p:txBody>
        </p:sp>
      </p:grpSp>
      <p:grpSp>
        <p:nvGrpSpPr>
          <p:cNvPr id="11" name="Group 93"/>
          <p:cNvGrpSpPr/>
          <p:nvPr/>
        </p:nvGrpSpPr>
        <p:grpSpPr bwMode="auto">
          <a:xfrm>
            <a:off x="307975" y="5310188"/>
            <a:ext cx="6186488" cy="668337"/>
            <a:chOff x="194" y="3345"/>
            <a:chExt cx="3897" cy="421"/>
          </a:xfrm>
        </p:grpSpPr>
        <p:sp>
          <p:nvSpPr>
            <p:cNvPr id="29730" name="Arc 59"/>
            <p:cNvSpPr/>
            <p:nvPr>
              <p:custDataLst>
                <p:tags r:id="rId55"/>
              </p:custDataLst>
            </p:nvPr>
          </p:nvSpPr>
          <p:spPr bwMode="auto">
            <a:xfrm flipH="1">
              <a:off x="1105" y="3359"/>
              <a:ext cx="205" cy="407"/>
            </a:xfrm>
            <a:custGeom>
              <a:avLst/>
              <a:gdLst>
                <a:gd name="T0" fmla="*/ 0 w 24604"/>
                <a:gd name="T1" fmla="*/ 0 h 43200"/>
                <a:gd name="T2" fmla="*/ 0 w 24604"/>
                <a:gd name="T3" fmla="*/ 0 h 43200"/>
                <a:gd name="T4" fmla="*/ 0 w 24604"/>
                <a:gd name="T5" fmla="*/ 0 h 43200"/>
                <a:gd name="T6" fmla="*/ 0 60000 65536"/>
                <a:gd name="T7" fmla="*/ 0 60000 65536"/>
                <a:gd name="T8" fmla="*/ 0 60000 65536"/>
                <a:gd name="T9" fmla="*/ 0 w 24604"/>
                <a:gd name="T10" fmla="*/ 0 h 43200"/>
                <a:gd name="T11" fmla="*/ 24604 w 24604"/>
                <a:gd name="T12" fmla="*/ 43200 h 43200"/>
              </a:gdLst>
              <a:ahLst/>
              <a:cxnLst>
                <a:cxn ang="T6">
                  <a:pos x="T0" y="T1"/>
                </a:cxn>
                <a:cxn ang="T7">
                  <a:pos x="T2" y="T3"/>
                </a:cxn>
                <a:cxn ang="T8">
                  <a:pos x="T4" y="T5"/>
                </a:cxn>
              </a:cxnLst>
              <a:rect l="T9" t="T10" r="T11" b="T12"/>
              <a:pathLst>
                <a:path w="24604" h="43200" fill="none"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path>
                <a:path w="24604" h="43200" stroke="0" extrusionOk="0">
                  <a:moveTo>
                    <a:pt x="1377" y="61"/>
                  </a:moveTo>
                  <a:cubicBezTo>
                    <a:pt x="1918" y="20"/>
                    <a:pt x="2461" y="-1"/>
                    <a:pt x="3004" y="0"/>
                  </a:cubicBezTo>
                  <a:cubicBezTo>
                    <a:pt x="14933" y="0"/>
                    <a:pt x="24604" y="9670"/>
                    <a:pt x="24604" y="21600"/>
                  </a:cubicBezTo>
                  <a:cubicBezTo>
                    <a:pt x="24604" y="33529"/>
                    <a:pt x="14933" y="43200"/>
                    <a:pt x="3004" y="43200"/>
                  </a:cubicBezTo>
                  <a:cubicBezTo>
                    <a:pt x="1998" y="43200"/>
                    <a:pt x="995" y="43129"/>
                    <a:pt x="-1" y="42990"/>
                  </a:cubicBezTo>
                  <a:lnTo>
                    <a:pt x="300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31" name="Arc 62"/>
            <p:cNvSpPr/>
            <p:nvPr>
              <p:custDataLst>
                <p:tags r:id="rId56"/>
              </p:custDataLst>
            </p:nvPr>
          </p:nvSpPr>
          <p:spPr bwMode="auto">
            <a:xfrm>
              <a:off x="2652" y="3345"/>
              <a:ext cx="201" cy="407"/>
            </a:xfrm>
            <a:custGeom>
              <a:avLst/>
              <a:gdLst>
                <a:gd name="T0" fmla="*/ 0 w 24854"/>
                <a:gd name="T1" fmla="*/ 0 h 43200"/>
                <a:gd name="T2" fmla="*/ 0 w 24854"/>
                <a:gd name="T3" fmla="*/ 0 h 43200"/>
                <a:gd name="T4" fmla="*/ 0 w 24854"/>
                <a:gd name="T5" fmla="*/ 0 h 43200"/>
                <a:gd name="T6" fmla="*/ 0 60000 65536"/>
                <a:gd name="T7" fmla="*/ 0 60000 65536"/>
                <a:gd name="T8" fmla="*/ 0 60000 65536"/>
                <a:gd name="T9" fmla="*/ 0 w 24854"/>
                <a:gd name="T10" fmla="*/ 0 h 43200"/>
                <a:gd name="T11" fmla="*/ 24854 w 24854"/>
                <a:gd name="T12" fmla="*/ 43200 h 43200"/>
              </a:gdLst>
              <a:ahLst/>
              <a:cxnLst>
                <a:cxn ang="T6">
                  <a:pos x="T0" y="T1"/>
                </a:cxn>
                <a:cxn ang="T7">
                  <a:pos x="T2" y="T3"/>
                </a:cxn>
                <a:cxn ang="T8">
                  <a:pos x="T4" y="T5"/>
                </a:cxn>
              </a:cxnLst>
              <a:rect l="T9" t="T10" r="T11" b="T12"/>
              <a:pathLst>
                <a:path w="24854" h="43200" fill="none" extrusionOk="0">
                  <a:moveTo>
                    <a:pt x="3338" y="0"/>
                  </a:moveTo>
                  <a:cubicBezTo>
                    <a:pt x="15235" y="46"/>
                    <a:pt x="24854" y="9703"/>
                    <a:pt x="24854" y="21600"/>
                  </a:cubicBezTo>
                  <a:cubicBezTo>
                    <a:pt x="24854" y="33529"/>
                    <a:pt x="15183" y="43200"/>
                    <a:pt x="3254" y="43200"/>
                  </a:cubicBezTo>
                  <a:cubicBezTo>
                    <a:pt x="2164" y="43200"/>
                    <a:pt x="1076" y="43117"/>
                    <a:pt x="-1" y="42953"/>
                  </a:cubicBezTo>
                </a:path>
                <a:path w="24854" h="43200" stroke="0" extrusionOk="0">
                  <a:moveTo>
                    <a:pt x="3338" y="0"/>
                  </a:moveTo>
                  <a:cubicBezTo>
                    <a:pt x="15235" y="46"/>
                    <a:pt x="24854" y="9703"/>
                    <a:pt x="24854" y="21600"/>
                  </a:cubicBezTo>
                  <a:cubicBezTo>
                    <a:pt x="24854" y="33529"/>
                    <a:pt x="15183" y="43200"/>
                    <a:pt x="3254" y="43200"/>
                  </a:cubicBezTo>
                  <a:cubicBezTo>
                    <a:pt x="2164" y="43200"/>
                    <a:pt x="1076" y="43117"/>
                    <a:pt x="-1" y="42953"/>
                  </a:cubicBezTo>
                  <a:lnTo>
                    <a:pt x="3254" y="21600"/>
                  </a:lnTo>
                  <a:close/>
                </a:path>
              </a:pathLst>
            </a:custGeom>
            <a:noFill/>
            <a:ln w="28575">
              <a:solidFill>
                <a:srgbClr val="FF5050"/>
              </a:solidFill>
              <a:round/>
              <a:tailEnd type="triangle" w="lg" len="med"/>
            </a:ln>
          </p:spPr>
          <p:txBody>
            <a:bodyPr wrap="none" anchor="ctr"/>
            <a:lstStyle/>
            <a:p>
              <a:endParaRPr lang="en-US">
                <a:latin typeface="Arial" panose="020B0604020202020204"/>
                <a:cs typeface="Arial" panose="020B0604020202020204"/>
              </a:endParaRPr>
            </a:p>
          </p:txBody>
        </p:sp>
        <p:sp>
          <p:nvSpPr>
            <p:cNvPr id="29732" name="Rectangle 82"/>
            <p:cNvSpPr>
              <a:spLocks noChangeArrowheads="1"/>
            </p:cNvSpPr>
            <p:nvPr>
              <p:custDataLst>
                <p:tags r:id="rId57"/>
              </p:custDataLst>
            </p:nvPr>
          </p:nvSpPr>
          <p:spPr bwMode="auto">
            <a:xfrm>
              <a:off x="194" y="3421"/>
              <a:ext cx="894" cy="279"/>
            </a:xfrm>
            <a:prstGeom prst="rect">
              <a:avLst/>
            </a:prstGeom>
            <a:noFill/>
            <a:ln w="9525">
              <a:noFill/>
              <a:miter lim="800000"/>
            </a:ln>
          </p:spPr>
          <p:txBody>
            <a:bodyPr>
              <a:spAutoFit/>
            </a:bodyPr>
            <a:lstStyle/>
            <a:p>
              <a:pPr algn="r"/>
              <a:r>
                <a:rPr lang="en-US" sz="2300" b="1">
                  <a:latin typeface="Arial" panose="020B0604020202020204"/>
                  <a:cs typeface="Arial" panose="020B0604020202020204"/>
                </a:rPr>
                <a:t>∆</a:t>
              </a:r>
              <a:r>
                <a:rPr lang="en-US" sz="2300" b="1" i="1">
                  <a:latin typeface="Arial" panose="020B0604020202020204"/>
                  <a:cs typeface="Arial" panose="020B0604020202020204"/>
                </a:rPr>
                <a:t>Q</a:t>
              </a:r>
              <a:r>
                <a:rPr lang="en-US" sz="2300">
                  <a:latin typeface="Arial" panose="020B0604020202020204"/>
                  <a:cs typeface="Arial" panose="020B0604020202020204"/>
                </a:rPr>
                <a:t> = 200</a:t>
              </a:r>
              <a:endParaRPr lang="en-US" sz="2300">
                <a:latin typeface="Arial" panose="020B0604020202020204"/>
                <a:cs typeface="Arial" panose="020B0604020202020204"/>
              </a:endParaRPr>
            </a:p>
          </p:txBody>
        </p:sp>
        <p:sp>
          <p:nvSpPr>
            <p:cNvPr id="29733" name="Rectangle 88"/>
            <p:cNvSpPr>
              <a:spLocks noChangeArrowheads="1"/>
            </p:cNvSpPr>
            <p:nvPr>
              <p:custDataLst>
                <p:tags r:id="rId58"/>
              </p:custDataLst>
            </p:nvPr>
          </p:nvSpPr>
          <p:spPr bwMode="auto">
            <a:xfrm>
              <a:off x="2869" y="3411"/>
              <a:ext cx="1222" cy="280"/>
            </a:xfrm>
            <a:prstGeom prst="rect">
              <a:avLst/>
            </a:prstGeom>
            <a:noFill/>
            <a:ln w="9525">
              <a:noFill/>
              <a:miter lim="800000"/>
            </a:ln>
          </p:spPr>
          <p:txBody>
            <a:bodyPr>
              <a:spAutoFit/>
            </a:bodyPr>
            <a:lstStyle/>
            <a:p>
              <a:r>
                <a:rPr lang="en-US" sz="2300" b="1">
                  <a:latin typeface="Arial" panose="020B0604020202020204"/>
                  <a:cs typeface="Arial" panose="020B0604020202020204"/>
                </a:rPr>
                <a:t>∆TC</a:t>
              </a:r>
              <a:r>
                <a:rPr lang="en-US" sz="2300">
                  <a:latin typeface="Arial" panose="020B0604020202020204"/>
                  <a:cs typeface="Arial" panose="020B0604020202020204"/>
                </a:rPr>
                <a:t> = 2000</a:t>
              </a:r>
              <a:endParaRPr lang="en-US" sz="230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51"/>
                                        </p:tgtEl>
                                        <p:attrNameLst>
                                          <p:attrName>style.visibility</p:attrName>
                                        </p:attrNameLst>
                                      </p:cBhvr>
                                      <p:to>
                                        <p:strVal val="visible"/>
                                      </p:to>
                                    </p:set>
                                    <p:animEffect transition="in" filter="wipe(left)">
                                      <p:cBhvr>
                                        <p:cTn id="11" dur="500"/>
                                        <p:tgtEl>
                                          <p:spTgt spid="8295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trips(downRight)">
                                      <p:cBhvr>
                                        <p:cTn id="20" dur="500"/>
                                        <p:tgtEl>
                                          <p:spTgt spid="7"/>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82950"/>
                                        </p:tgtEl>
                                        <p:attrNameLst>
                                          <p:attrName>style.visibility</p:attrName>
                                        </p:attrNameLst>
                                      </p:cBhvr>
                                      <p:to>
                                        <p:strVal val="visible"/>
                                      </p:to>
                                    </p:set>
                                    <p:animEffect transition="in" filter="wipe(left)">
                                      <p:cBhvr>
                                        <p:cTn id="24" dur="500"/>
                                        <p:tgtEl>
                                          <p:spTgt spid="829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7"/>
                                        </p:tgtEl>
                                      </p:cBhvr>
                                    </p:animEffect>
                                    <p:set>
                                      <p:cBhvr>
                                        <p:cTn id="29" dur="1" fill="hold">
                                          <p:stCondLst>
                                            <p:cond delay="499"/>
                                          </p:stCondLst>
                                        </p:cTn>
                                        <p:tgtEl>
                                          <p:spTgt spid="7"/>
                                        </p:tgtEl>
                                        <p:attrNameLst>
                                          <p:attrName>style.visibility</p:attrName>
                                        </p:attrNameLst>
                                      </p:cBhvr>
                                      <p:to>
                                        <p:strVal val="hidden"/>
                                      </p:to>
                                    </p:set>
                                  </p:childTnLst>
                                </p:cTn>
                              </p:par>
                            </p:childTnLst>
                          </p:cTn>
                        </p:par>
                        <p:par>
                          <p:cTn id="30" fill="hold">
                            <p:stCondLst>
                              <p:cond delay="500"/>
                            </p:stCondLst>
                            <p:childTnLst>
                              <p:par>
                                <p:cTn id="31" presetID="18" presetClass="entr" presetSubtype="6"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strips(downRight)">
                                      <p:cBhvr>
                                        <p:cTn id="33" dur="500"/>
                                        <p:tgtEl>
                                          <p:spTgt spid="9"/>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82949"/>
                                        </p:tgtEl>
                                        <p:attrNameLst>
                                          <p:attrName>style.visibility</p:attrName>
                                        </p:attrNameLst>
                                      </p:cBhvr>
                                      <p:to>
                                        <p:strVal val="visible"/>
                                      </p:to>
                                    </p:set>
                                    <p:animEffect transition="in" filter="wipe(left)">
                                      <p:cBhvr>
                                        <p:cTn id="37" dur="500"/>
                                        <p:tgtEl>
                                          <p:spTgt spid="8294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par>
                          <p:cTn id="43" fill="hold">
                            <p:stCondLst>
                              <p:cond delay="500"/>
                            </p:stCondLst>
                            <p:childTnLst>
                              <p:par>
                                <p:cTn id="44" presetID="18" presetClass="entr" presetSubtype="6" fill="hold"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strips(downRight)">
                                      <p:cBhvr>
                                        <p:cTn id="46" dur="500"/>
                                        <p:tgtEl>
                                          <p:spTgt spid="10"/>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82948"/>
                                        </p:tgtEl>
                                        <p:attrNameLst>
                                          <p:attrName>style.visibility</p:attrName>
                                        </p:attrNameLst>
                                      </p:cBhvr>
                                      <p:to>
                                        <p:strVal val="visible"/>
                                      </p:to>
                                    </p:set>
                                    <p:animEffect transition="in" filter="wipe(left)">
                                      <p:cBhvr>
                                        <p:cTn id="50" dur="500"/>
                                        <p:tgtEl>
                                          <p:spTgt spid="8294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500"/>
                                        <p:tgtEl>
                                          <p:spTgt spid="10"/>
                                        </p:tgtEl>
                                      </p:cBhvr>
                                    </p:animEffect>
                                    <p:set>
                                      <p:cBhvr>
                                        <p:cTn id="55" dur="1" fill="hold">
                                          <p:stCondLst>
                                            <p:cond delay="499"/>
                                          </p:stCondLst>
                                        </p:cTn>
                                        <p:tgtEl>
                                          <p:spTgt spid="10"/>
                                        </p:tgtEl>
                                        <p:attrNameLst>
                                          <p:attrName>style.visibility</p:attrName>
                                        </p:attrNameLst>
                                      </p:cBhvr>
                                      <p:to>
                                        <p:strVal val="hidden"/>
                                      </p:to>
                                    </p:set>
                                  </p:childTnLst>
                                </p:cTn>
                              </p:par>
                            </p:childTnLst>
                          </p:cTn>
                        </p:par>
                        <p:par>
                          <p:cTn id="56" fill="hold">
                            <p:stCondLst>
                              <p:cond delay="500"/>
                            </p:stCondLst>
                            <p:childTnLst>
                              <p:par>
                                <p:cTn id="57" presetID="18" presetClass="entr" presetSubtype="6" fill="hold"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strips(downRight)">
                                      <p:cBhvr>
                                        <p:cTn id="59" dur="500"/>
                                        <p:tgtEl>
                                          <p:spTgt spid="11"/>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82947"/>
                                        </p:tgtEl>
                                        <p:attrNameLst>
                                          <p:attrName>style.visibility</p:attrName>
                                        </p:attrNameLst>
                                      </p:cBhvr>
                                      <p:to>
                                        <p:strVal val="visible"/>
                                      </p:to>
                                    </p:set>
                                    <p:animEffect transition="in" filter="wipe(left)">
                                      <p:cBhvr>
                                        <p:cTn id="63" dur="500"/>
                                        <p:tgtEl>
                                          <p:spTgt spid="8294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nodeType="clickEffect">
                                  <p:stCondLst>
                                    <p:cond delay="0"/>
                                  </p:stCondLst>
                                  <p:childTnLst>
                                    <p:animEffect transition="out" filter="fade">
                                      <p:cBhvr>
                                        <p:cTn id="67" dur="500"/>
                                        <p:tgtEl>
                                          <p:spTgt spid="11"/>
                                        </p:tgtEl>
                                      </p:cBhvr>
                                    </p:animEffect>
                                    <p:set>
                                      <p:cBhvr>
                                        <p:cTn id="68"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p:bldP spid="82948" grpId="0"/>
      <p:bldP spid="82949" grpId="0"/>
      <p:bldP spid="82950" grpId="0"/>
      <p:bldP spid="8295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6372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例1: 边际成本曲线</a:t>
            </a:r>
            <a:endParaRPr sz="3200">
              <a:solidFill>
                <a:srgbClr val="002060"/>
              </a:solidFill>
              <a:latin typeface="华光中雅_CNKI" panose="02000500000000000000" pitchFamily="2" charset="-122"/>
              <a:ea typeface="华光中雅_CNKI" panose="02000500000000000000" pitchFamily="2" charset="-122"/>
            </a:endParaRPr>
          </a:p>
        </p:txBody>
      </p:sp>
      <p:sp>
        <p:nvSpPr>
          <p:cNvPr id="83970" name="Text Box 2"/>
          <p:cNvSpPr txBox="1">
            <a:spLocks noChangeArrowheads="1"/>
          </p:cNvSpPr>
          <p:nvPr>
            <p:custDataLst>
              <p:tags r:id="rId2"/>
            </p:custDataLst>
          </p:nvPr>
        </p:nvSpPr>
        <p:spPr bwMode="auto">
          <a:xfrm>
            <a:off x="4929188" y="1627188"/>
            <a:ext cx="3302000" cy="930910"/>
          </a:xfrm>
          <a:prstGeom prst="rect">
            <a:avLst/>
          </a:prstGeom>
          <a:noFill/>
          <a:ln w="9525">
            <a:noFill/>
            <a:miter lim="800000"/>
          </a:ln>
        </p:spPr>
        <p:txBody>
          <a:bodyPr>
            <a:spAutoFit/>
          </a:bodyPr>
          <a:lstStyle/>
          <a:p>
            <a:pPr>
              <a:lnSpc>
                <a:spcPct val="105000"/>
              </a:lnSpc>
              <a:spcBef>
                <a:spcPct val="50000"/>
              </a:spcBef>
            </a:pPr>
            <a:r>
              <a:rPr lang="en-US" sz="2600">
                <a:latin typeface="Arial" panose="020B0604020202020204"/>
                <a:cs typeface="Arial" panose="020B0604020202020204"/>
              </a:rPr>
              <a:t>MC通常随Q的上升而上升，如本例所示.</a:t>
            </a:r>
            <a:endParaRPr lang="en-US" sz="2600">
              <a:latin typeface="Arial" panose="020B0604020202020204"/>
              <a:cs typeface="Arial" panose="020B0604020202020204"/>
            </a:endParaRPr>
          </a:p>
        </p:txBody>
      </p:sp>
      <p:sp>
        <p:nvSpPr>
          <p:cNvPr id="2055" name="Rectangle 5"/>
          <p:cNvSpPr>
            <a:spLocks noChangeArrowheads="1"/>
          </p:cNvSpPr>
          <p:nvPr>
            <p:custDataLst>
              <p:tags r:id="rId3"/>
            </p:custDataLst>
          </p:nvPr>
        </p:nvSpPr>
        <p:spPr bwMode="auto">
          <a:xfrm>
            <a:off x="1611313" y="5635625"/>
            <a:ext cx="1244600" cy="581025"/>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11,000</a:t>
            </a:r>
            <a:endParaRPr lang="en-US" sz="2300">
              <a:latin typeface="Arial" panose="020B0604020202020204"/>
              <a:cs typeface="Arial" panose="020B0604020202020204"/>
            </a:endParaRPr>
          </a:p>
        </p:txBody>
      </p:sp>
      <p:sp>
        <p:nvSpPr>
          <p:cNvPr id="2056" name="Rectangle 6"/>
          <p:cNvSpPr>
            <a:spLocks noChangeArrowheads="1"/>
          </p:cNvSpPr>
          <p:nvPr>
            <p:custDataLst>
              <p:tags r:id="rId4"/>
            </p:custDataLst>
          </p:nvPr>
        </p:nvSpPr>
        <p:spPr bwMode="auto">
          <a:xfrm>
            <a:off x="1611313" y="5054600"/>
            <a:ext cx="1244600" cy="581025"/>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9,000</a:t>
            </a:r>
            <a:endParaRPr lang="en-US" sz="2300">
              <a:latin typeface="Arial" panose="020B0604020202020204"/>
              <a:cs typeface="Arial" panose="020B0604020202020204"/>
            </a:endParaRPr>
          </a:p>
        </p:txBody>
      </p:sp>
      <p:sp>
        <p:nvSpPr>
          <p:cNvPr id="2057" name="Rectangle 7"/>
          <p:cNvSpPr>
            <a:spLocks noChangeArrowheads="1"/>
          </p:cNvSpPr>
          <p:nvPr>
            <p:custDataLst>
              <p:tags r:id="rId5"/>
            </p:custDataLst>
          </p:nvPr>
        </p:nvSpPr>
        <p:spPr bwMode="auto">
          <a:xfrm>
            <a:off x="1611313" y="4414838"/>
            <a:ext cx="1244600" cy="63976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7,000</a:t>
            </a:r>
            <a:endParaRPr lang="en-US" sz="2300">
              <a:latin typeface="Arial" panose="020B0604020202020204"/>
              <a:cs typeface="Arial" panose="020B0604020202020204"/>
            </a:endParaRPr>
          </a:p>
        </p:txBody>
      </p:sp>
      <p:sp>
        <p:nvSpPr>
          <p:cNvPr id="2058" name="Rectangle 8"/>
          <p:cNvSpPr>
            <a:spLocks noChangeArrowheads="1"/>
          </p:cNvSpPr>
          <p:nvPr>
            <p:custDataLst>
              <p:tags r:id="rId6"/>
            </p:custDataLst>
          </p:nvPr>
        </p:nvSpPr>
        <p:spPr bwMode="auto">
          <a:xfrm>
            <a:off x="1611313" y="3760788"/>
            <a:ext cx="1244600" cy="654050"/>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5,000</a:t>
            </a:r>
            <a:endParaRPr lang="en-US" sz="2300">
              <a:latin typeface="Arial" panose="020B0604020202020204"/>
              <a:cs typeface="Arial" panose="020B0604020202020204"/>
            </a:endParaRPr>
          </a:p>
        </p:txBody>
      </p:sp>
      <p:sp>
        <p:nvSpPr>
          <p:cNvPr id="2059" name="Rectangle 9"/>
          <p:cNvSpPr>
            <a:spLocks noChangeArrowheads="1"/>
          </p:cNvSpPr>
          <p:nvPr>
            <p:custDataLst>
              <p:tags r:id="rId7"/>
            </p:custDataLst>
          </p:nvPr>
        </p:nvSpPr>
        <p:spPr bwMode="auto">
          <a:xfrm>
            <a:off x="1611313" y="3121025"/>
            <a:ext cx="1244600" cy="63976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3,000</a:t>
            </a:r>
            <a:endParaRPr lang="en-US" sz="2300">
              <a:latin typeface="Arial" panose="020B0604020202020204"/>
              <a:cs typeface="Arial" panose="020B0604020202020204"/>
            </a:endParaRPr>
          </a:p>
        </p:txBody>
      </p:sp>
      <p:sp>
        <p:nvSpPr>
          <p:cNvPr id="2060" name="Rectangle 10"/>
          <p:cNvSpPr>
            <a:spLocks noChangeArrowheads="1"/>
          </p:cNvSpPr>
          <p:nvPr>
            <p:custDataLst>
              <p:tags r:id="rId8"/>
            </p:custDataLst>
          </p:nvPr>
        </p:nvSpPr>
        <p:spPr bwMode="auto">
          <a:xfrm>
            <a:off x="1611313" y="2441575"/>
            <a:ext cx="1244600" cy="679450"/>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1,000</a:t>
            </a:r>
            <a:endParaRPr lang="en-US" sz="2300">
              <a:latin typeface="Arial" panose="020B0604020202020204"/>
              <a:cs typeface="Arial" panose="020B0604020202020204"/>
            </a:endParaRPr>
          </a:p>
        </p:txBody>
      </p:sp>
      <p:sp>
        <p:nvSpPr>
          <p:cNvPr id="2061" name="Rectangle 11"/>
          <p:cNvSpPr>
            <a:spLocks noChangeArrowheads="1"/>
          </p:cNvSpPr>
          <p:nvPr>
            <p:custDataLst>
              <p:tags r:id="rId9"/>
            </p:custDataLst>
          </p:nvPr>
        </p:nvSpPr>
        <p:spPr bwMode="auto">
          <a:xfrm>
            <a:off x="1611313" y="1128713"/>
            <a:ext cx="1244600" cy="131286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TC</a:t>
            </a:r>
            <a:endParaRPr lang="en-US" sz="2400" i="1">
              <a:latin typeface="Arial" panose="020B0604020202020204"/>
              <a:cs typeface="Arial" panose="020B0604020202020204"/>
            </a:endParaRPr>
          </a:p>
        </p:txBody>
      </p:sp>
      <p:grpSp>
        <p:nvGrpSpPr>
          <p:cNvPr id="3" name="Group 12"/>
          <p:cNvGrpSpPr/>
          <p:nvPr/>
        </p:nvGrpSpPr>
        <p:grpSpPr bwMode="auto">
          <a:xfrm>
            <a:off x="2855913" y="2798763"/>
            <a:ext cx="1146175" cy="3095625"/>
            <a:chOff x="1799" y="1966"/>
            <a:chExt cx="722" cy="1950"/>
          </a:xfrm>
        </p:grpSpPr>
        <p:sp>
          <p:nvSpPr>
            <p:cNvPr id="2089" name="Rectangle 13"/>
            <p:cNvSpPr>
              <a:spLocks noChangeArrowheads="1"/>
            </p:cNvSpPr>
            <p:nvPr>
              <p:custDataLst>
                <p:tags r:id="rId10"/>
              </p:custDataLst>
            </p:nvPr>
          </p:nvSpPr>
          <p:spPr bwMode="auto">
            <a:xfrm>
              <a:off x="1799" y="3550"/>
              <a:ext cx="722"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10.00</a:t>
              </a:r>
              <a:endParaRPr lang="en-US" sz="2300">
                <a:latin typeface="Arial" panose="020B0604020202020204"/>
                <a:cs typeface="Arial" panose="020B0604020202020204"/>
              </a:endParaRPr>
            </a:p>
          </p:txBody>
        </p:sp>
        <p:sp>
          <p:nvSpPr>
            <p:cNvPr id="2090" name="Rectangle 14"/>
            <p:cNvSpPr>
              <a:spLocks noChangeArrowheads="1"/>
            </p:cNvSpPr>
            <p:nvPr>
              <p:custDataLst>
                <p:tags r:id="rId11"/>
              </p:custDataLst>
            </p:nvPr>
          </p:nvSpPr>
          <p:spPr bwMode="auto">
            <a:xfrm>
              <a:off x="1799" y="3184"/>
              <a:ext cx="722" cy="366"/>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5.00</a:t>
              </a:r>
              <a:endParaRPr lang="en-US" sz="2300">
                <a:latin typeface="Arial" panose="020B0604020202020204"/>
                <a:cs typeface="Arial" panose="020B0604020202020204"/>
              </a:endParaRPr>
            </a:p>
          </p:txBody>
        </p:sp>
        <p:sp>
          <p:nvSpPr>
            <p:cNvPr id="2091" name="Rectangle 15"/>
            <p:cNvSpPr>
              <a:spLocks noChangeArrowheads="1"/>
            </p:cNvSpPr>
            <p:nvPr>
              <p:custDataLst>
                <p:tags r:id="rId12"/>
              </p:custDataLst>
            </p:nvPr>
          </p:nvSpPr>
          <p:spPr bwMode="auto">
            <a:xfrm>
              <a:off x="1799" y="2781"/>
              <a:ext cx="722"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3.33</a:t>
              </a:r>
              <a:endParaRPr lang="en-US" sz="2300">
                <a:latin typeface="Arial" panose="020B0604020202020204"/>
                <a:cs typeface="Arial" panose="020B0604020202020204"/>
              </a:endParaRPr>
            </a:p>
          </p:txBody>
        </p:sp>
        <p:sp>
          <p:nvSpPr>
            <p:cNvPr id="2092" name="Rectangle 16"/>
            <p:cNvSpPr>
              <a:spLocks noChangeArrowheads="1"/>
            </p:cNvSpPr>
            <p:nvPr>
              <p:custDataLst>
                <p:tags r:id="rId13"/>
              </p:custDataLst>
            </p:nvPr>
          </p:nvSpPr>
          <p:spPr bwMode="auto">
            <a:xfrm>
              <a:off x="1799" y="2369"/>
              <a:ext cx="722" cy="412"/>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2.50</a:t>
              </a:r>
              <a:endParaRPr lang="en-US" sz="2300">
                <a:latin typeface="Arial" panose="020B0604020202020204"/>
                <a:cs typeface="Arial" panose="020B0604020202020204"/>
              </a:endParaRPr>
            </a:p>
          </p:txBody>
        </p:sp>
        <p:sp>
          <p:nvSpPr>
            <p:cNvPr id="2093" name="Rectangle 17"/>
            <p:cNvSpPr>
              <a:spLocks noChangeArrowheads="1"/>
            </p:cNvSpPr>
            <p:nvPr>
              <p:custDataLst>
                <p:tags r:id="rId14"/>
              </p:custDataLst>
            </p:nvPr>
          </p:nvSpPr>
          <p:spPr bwMode="auto">
            <a:xfrm>
              <a:off x="1799" y="1966"/>
              <a:ext cx="722" cy="403"/>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2.00</a:t>
              </a:r>
              <a:endParaRPr lang="en-US" sz="2300">
                <a:latin typeface="Arial" panose="020B0604020202020204"/>
                <a:cs typeface="Arial" panose="020B0604020202020204"/>
              </a:endParaRPr>
            </a:p>
          </p:txBody>
        </p:sp>
      </p:grpSp>
      <p:sp>
        <p:nvSpPr>
          <p:cNvPr id="2063" name="Rectangle 18"/>
          <p:cNvSpPr>
            <a:spLocks noChangeArrowheads="1"/>
          </p:cNvSpPr>
          <p:nvPr>
            <p:custDataLst>
              <p:tags r:id="rId15"/>
            </p:custDataLst>
          </p:nvPr>
        </p:nvSpPr>
        <p:spPr bwMode="auto">
          <a:xfrm>
            <a:off x="2855913" y="2441575"/>
            <a:ext cx="1146175" cy="679450"/>
          </a:xfrm>
          <a:prstGeom prst="rect">
            <a:avLst/>
          </a:prstGeom>
          <a:noFill/>
          <a:ln w="9525">
            <a:noFill/>
            <a:miter lim="800000"/>
          </a:ln>
        </p:spPr>
        <p:txBody>
          <a:bodyPr lIns="0" rIns="182880" anchor="ctr"/>
          <a:lstStyle/>
          <a:p>
            <a:pPr algn="r">
              <a:lnSpc>
                <a:spcPct val="105000"/>
              </a:lnSpc>
              <a:spcBef>
                <a:spcPct val="45000"/>
              </a:spcBef>
              <a:buClr>
                <a:srgbClr val="00B85C"/>
              </a:buClr>
              <a:buSzPct val="120000"/>
              <a:buFont typeface="Wingdings" panose="05000000000000000000" pitchFamily="2" charset="2"/>
              <a:buNone/>
            </a:pPr>
            <a:endParaRPr lang="en-US" sz="2300">
              <a:latin typeface="Arial" panose="020B0604020202020204"/>
              <a:cs typeface="Arial" panose="020B0604020202020204"/>
            </a:endParaRPr>
          </a:p>
        </p:txBody>
      </p:sp>
      <p:sp>
        <p:nvSpPr>
          <p:cNvPr id="2064" name="Rectangle 19"/>
          <p:cNvSpPr>
            <a:spLocks noChangeArrowheads="1"/>
          </p:cNvSpPr>
          <p:nvPr>
            <p:custDataLst>
              <p:tags r:id="rId16"/>
            </p:custDataLst>
          </p:nvPr>
        </p:nvSpPr>
        <p:spPr bwMode="auto">
          <a:xfrm>
            <a:off x="2855913" y="1128713"/>
            <a:ext cx="1146175" cy="131286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MC</a:t>
            </a:r>
            <a:endParaRPr lang="en-US" sz="2400" i="1">
              <a:latin typeface="Arial" panose="020B0604020202020204"/>
              <a:cs typeface="Arial" panose="020B0604020202020204"/>
            </a:endParaRPr>
          </a:p>
        </p:txBody>
      </p:sp>
      <p:sp>
        <p:nvSpPr>
          <p:cNvPr id="2065" name="Rectangle 20"/>
          <p:cNvSpPr>
            <a:spLocks noChangeArrowheads="1"/>
          </p:cNvSpPr>
          <p:nvPr>
            <p:custDataLst>
              <p:tags r:id="rId17"/>
            </p:custDataLst>
          </p:nvPr>
        </p:nvSpPr>
        <p:spPr bwMode="auto">
          <a:xfrm>
            <a:off x="330200" y="5635625"/>
            <a:ext cx="1281113"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3000</a:t>
            </a:r>
            <a:endParaRPr lang="en-US" sz="2300">
              <a:latin typeface="Arial" panose="020B0604020202020204"/>
              <a:cs typeface="Arial" panose="020B0604020202020204"/>
            </a:endParaRPr>
          </a:p>
        </p:txBody>
      </p:sp>
      <p:sp>
        <p:nvSpPr>
          <p:cNvPr id="2066" name="Rectangle 21"/>
          <p:cNvSpPr>
            <a:spLocks noChangeArrowheads="1"/>
          </p:cNvSpPr>
          <p:nvPr>
            <p:custDataLst>
              <p:tags r:id="rId18"/>
            </p:custDataLst>
          </p:nvPr>
        </p:nvSpPr>
        <p:spPr bwMode="auto">
          <a:xfrm>
            <a:off x="330200" y="5054600"/>
            <a:ext cx="1281113" cy="581025"/>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2800</a:t>
            </a:r>
            <a:endParaRPr lang="en-US" sz="2300">
              <a:latin typeface="Arial" panose="020B0604020202020204"/>
              <a:cs typeface="Arial" panose="020B0604020202020204"/>
            </a:endParaRPr>
          </a:p>
        </p:txBody>
      </p:sp>
      <p:sp>
        <p:nvSpPr>
          <p:cNvPr id="2067" name="Rectangle 22"/>
          <p:cNvSpPr>
            <a:spLocks noChangeArrowheads="1"/>
          </p:cNvSpPr>
          <p:nvPr>
            <p:custDataLst>
              <p:tags r:id="rId19"/>
            </p:custDataLst>
          </p:nvPr>
        </p:nvSpPr>
        <p:spPr bwMode="auto">
          <a:xfrm>
            <a:off x="330200" y="4414838"/>
            <a:ext cx="1281113" cy="639762"/>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2400</a:t>
            </a:r>
            <a:endParaRPr lang="en-US" sz="2300">
              <a:latin typeface="Arial" panose="020B0604020202020204"/>
              <a:cs typeface="Arial" panose="020B0604020202020204"/>
            </a:endParaRPr>
          </a:p>
        </p:txBody>
      </p:sp>
      <p:sp>
        <p:nvSpPr>
          <p:cNvPr id="2068" name="Rectangle 23"/>
          <p:cNvSpPr>
            <a:spLocks noChangeArrowheads="1"/>
          </p:cNvSpPr>
          <p:nvPr>
            <p:custDataLst>
              <p:tags r:id="rId20"/>
            </p:custDataLst>
          </p:nvPr>
        </p:nvSpPr>
        <p:spPr bwMode="auto">
          <a:xfrm>
            <a:off x="330200" y="3760788"/>
            <a:ext cx="1281113" cy="6540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1800</a:t>
            </a:r>
            <a:endParaRPr lang="en-US" sz="2300">
              <a:latin typeface="Arial" panose="020B0604020202020204"/>
              <a:cs typeface="Arial" panose="020B0604020202020204"/>
            </a:endParaRPr>
          </a:p>
        </p:txBody>
      </p:sp>
      <p:sp>
        <p:nvSpPr>
          <p:cNvPr id="2069" name="Rectangle 24"/>
          <p:cNvSpPr>
            <a:spLocks noChangeArrowheads="1"/>
          </p:cNvSpPr>
          <p:nvPr>
            <p:custDataLst>
              <p:tags r:id="rId21"/>
            </p:custDataLst>
          </p:nvPr>
        </p:nvSpPr>
        <p:spPr bwMode="auto">
          <a:xfrm>
            <a:off x="330200" y="3121025"/>
            <a:ext cx="1281113" cy="639763"/>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1000</a:t>
            </a:r>
            <a:endParaRPr lang="en-US" sz="2300">
              <a:latin typeface="Arial" panose="020B0604020202020204"/>
              <a:cs typeface="Arial" panose="020B0604020202020204"/>
            </a:endParaRPr>
          </a:p>
        </p:txBody>
      </p:sp>
      <p:sp>
        <p:nvSpPr>
          <p:cNvPr id="2070" name="Rectangle 25"/>
          <p:cNvSpPr>
            <a:spLocks noChangeArrowheads="1"/>
          </p:cNvSpPr>
          <p:nvPr>
            <p:custDataLst>
              <p:tags r:id="rId22"/>
            </p:custDataLst>
          </p:nvPr>
        </p:nvSpPr>
        <p:spPr bwMode="auto">
          <a:xfrm>
            <a:off x="330200" y="2441575"/>
            <a:ext cx="1281113" cy="679450"/>
          </a:xfrm>
          <a:prstGeom prst="rect">
            <a:avLst/>
          </a:prstGeom>
          <a:noFill/>
          <a:ln w="9525">
            <a:noFill/>
            <a:miter lim="800000"/>
          </a:ln>
        </p:spPr>
        <p:txBody>
          <a:bodyPr lIns="0" rIns="228600"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0</a:t>
            </a:r>
            <a:endParaRPr lang="en-US" sz="2300">
              <a:latin typeface="Arial" panose="020B0604020202020204"/>
              <a:cs typeface="Arial" panose="020B0604020202020204"/>
            </a:endParaRPr>
          </a:p>
        </p:txBody>
      </p:sp>
      <p:sp>
        <p:nvSpPr>
          <p:cNvPr id="2071" name="Rectangle 26"/>
          <p:cNvSpPr>
            <a:spLocks noChangeArrowheads="1"/>
          </p:cNvSpPr>
          <p:nvPr>
            <p:custDataLst>
              <p:tags r:id="rId23"/>
            </p:custDataLst>
          </p:nvPr>
        </p:nvSpPr>
        <p:spPr bwMode="auto">
          <a:xfrm>
            <a:off x="330200" y="1128713"/>
            <a:ext cx="1281113" cy="131286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br>
              <a:rPr lang="en-US" sz="2400">
                <a:latin typeface="Arial" panose="020B0604020202020204"/>
                <a:cs typeface="Arial" panose="020B0604020202020204"/>
              </a:rPr>
            </a:br>
            <a:r>
              <a:rPr lang="en-US" sz="2400">
                <a:latin typeface="Arial" panose="020B0604020202020204"/>
                <a:cs typeface="Arial" panose="020B0604020202020204"/>
              </a:rPr>
              <a:t>(</a:t>
            </a:r>
            <a:r>
              <a:rPr lang="en-US" sz="2400" smtClean="0">
                <a:ln>
                  <a:noFill/>
                </a:ln>
                <a:effectLst/>
                <a:latin typeface="Arial" panose="020B0604020202020204" pitchFamily="34" charset="0"/>
                <a:sym typeface="+mn-ea"/>
              </a:rPr>
              <a:t>小麦</a:t>
            </a:r>
            <a:r>
              <a:rPr lang="zh-CN" altLang="en-US" sz="2400" smtClean="0">
                <a:ln>
                  <a:noFill/>
                </a:ln>
                <a:effectLst/>
                <a:latin typeface="Arial" panose="020B0604020202020204" pitchFamily="34" charset="0"/>
                <a:sym typeface="+mn-ea"/>
              </a:rPr>
              <a:t>的产量</a:t>
            </a:r>
            <a:r>
              <a:rPr lang="en-US" sz="2400">
                <a:latin typeface="Arial" panose="020B0604020202020204"/>
                <a:cs typeface="Arial" panose="020B0604020202020204"/>
              </a:rPr>
              <a:t>)</a:t>
            </a:r>
            <a:endParaRPr lang="en-US" sz="2400">
              <a:latin typeface="Arial" panose="020B0604020202020204"/>
              <a:cs typeface="Arial" panose="020B0604020202020204"/>
            </a:endParaRPr>
          </a:p>
        </p:txBody>
      </p:sp>
      <p:sp>
        <p:nvSpPr>
          <p:cNvPr id="2072" name="Line 27"/>
          <p:cNvSpPr>
            <a:spLocks noChangeShapeType="1"/>
          </p:cNvSpPr>
          <p:nvPr>
            <p:custDataLst>
              <p:tags r:id="rId24"/>
            </p:custDataLst>
          </p:nvPr>
        </p:nvSpPr>
        <p:spPr bwMode="auto">
          <a:xfrm>
            <a:off x="330200" y="1128713"/>
            <a:ext cx="0" cy="13128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3" name="Line 28"/>
          <p:cNvSpPr>
            <a:spLocks noChangeShapeType="1"/>
          </p:cNvSpPr>
          <p:nvPr>
            <p:custDataLst>
              <p:tags r:id="rId25"/>
            </p:custDataLst>
          </p:nvPr>
        </p:nvSpPr>
        <p:spPr bwMode="auto">
          <a:xfrm>
            <a:off x="4002088" y="1128713"/>
            <a:ext cx="0" cy="13128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4" name="Line 29"/>
          <p:cNvSpPr>
            <a:spLocks noChangeShapeType="1"/>
          </p:cNvSpPr>
          <p:nvPr>
            <p:custDataLst>
              <p:tags r:id="rId26"/>
            </p:custDataLst>
          </p:nvPr>
        </p:nvSpPr>
        <p:spPr bwMode="auto">
          <a:xfrm>
            <a:off x="330200" y="1128713"/>
            <a:ext cx="367188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5" name="Line 30"/>
          <p:cNvSpPr>
            <a:spLocks noChangeShapeType="1"/>
          </p:cNvSpPr>
          <p:nvPr>
            <p:custDataLst>
              <p:tags r:id="rId27"/>
            </p:custDataLst>
          </p:nvPr>
        </p:nvSpPr>
        <p:spPr bwMode="auto">
          <a:xfrm>
            <a:off x="330200" y="2441575"/>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6" name="Line 31"/>
          <p:cNvSpPr>
            <a:spLocks noChangeShapeType="1"/>
          </p:cNvSpPr>
          <p:nvPr>
            <p:custDataLst>
              <p:tags r:id="rId28"/>
            </p:custDataLst>
          </p:nvPr>
        </p:nvSpPr>
        <p:spPr bwMode="auto">
          <a:xfrm>
            <a:off x="4002088" y="2441575"/>
            <a:ext cx="0" cy="6794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7" name="Line 32"/>
          <p:cNvSpPr>
            <a:spLocks noChangeShapeType="1"/>
          </p:cNvSpPr>
          <p:nvPr>
            <p:custDataLst>
              <p:tags r:id="rId29"/>
            </p:custDataLst>
          </p:nvPr>
        </p:nvSpPr>
        <p:spPr bwMode="auto">
          <a:xfrm>
            <a:off x="330200" y="3121025"/>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8" name="Line 33"/>
          <p:cNvSpPr>
            <a:spLocks noChangeShapeType="1"/>
          </p:cNvSpPr>
          <p:nvPr>
            <p:custDataLst>
              <p:tags r:id="rId30"/>
            </p:custDataLst>
          </p:nvPr>
        </p:nvSpPr>
        <p:spPr bwMode="auto">
          <a:xfrm>
            <a:off x="4002088" y="3121025"/>
            <a:ext cx="0" cy="639763"/>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79" name="Line 34"/>
          <p:cNvSpPr>
            <a:spLocks noChangeShapeType="1"/>
          </p:cNvSpPr>
          <p:nvPr>
            <p:custDataLst>
              <p:tags r:id="rId31"/>
            </p:custDataLst>
          </p:nvPr>
        </p:nvSpPr>
        <p:spPr bwMode="auto">
          <a:xfrm>
            <a:off x="330200" y="3760788"/>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0" name="Line 35"/>
          <p:cNvSpPr>
            <a:spLocks noChangeShapeType="1"/>
          </p:cNvSpPr>
          <p:nvPr>
            <p:custDataLst>
              <p:tags r:id="rId32"/>
            </p:custDataLst>
          </p:nvPr>
        </p:nvSpPr>
        <p:spPr bwMode="auto">
          <a:xfrm>
            <a:off x="4002088" y="3760788"/>
            <a:ext cx="0" cy="65405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1" name="Line 36"/>
          <p:cNvSpPr>
            <a:spLocks noChangeShapeType="1"/>
          </p:cNvSpPr>
          <p:nvPr>
            <p:custDataLst>
              <p:tags r:id="rId33"/>
            </p:custDataLst>
          </p:nvPr>
        </p:nvSpPr>
        <p:spPr bwMode="auto">
          <a:xfrm>
            <a:off x="330200" y="44148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2" name="Line 37"/>
          <p:cNvSpPr>
            <a:spLocks noChangeShapeType="1"/>
          </p:cNvSpPr>
          <p:nvPr>
            <p:custDataLst>
              <p:tags r:id="rId34"/>
            </p:custDataLst>
          </p:nvPr>
        </p:nvSpPr>
        <p:spPr bwMode="auto">
          <a:xfrm>
            <a:off x="4002088" y="4414838"/>
            <a:ext cx="0" cy="639762"/>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3" name="Line 38"/>
          <p:cNvSpPr>
            <a:spLocks noChangeShapeType="1"/>
          </p:cNvSpPr>
          <p:nvPr>
            <p:custDataLst>
              <p:tags r:id="rId35"/>
            </p:custDataLst>
          </p:nvPr>
        </p:nvSpPr>
        <p:spPr bwMode="auto">
          <a:xfrm>
            <a:off x="330200" y="5054600"/>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4" name="Line 39"/>
          <p:cNvSpPr>
            <a:spLocks noChangeShapeType="1"/>
          </p:cNvSpPr>
          <p:nvPr>
            <p:custDataLst>
              <p:tags r:id="rId36"/>
            </p:custDataLst>
          </p:nvPr>
        </p:nvSpPr>
        <p:spPr bwMode="auto">
          <a:xfrm>
            <a:off x="4002088" y="5054600"/>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5" name="Line 40"/>
          <p:cNvSpPr>
            <a:spLocks noChangeShapeType="1"/>
          </p:cNvSpPr>
          <p:nvPr>
            <p:custDataLst>
              <p:tags r:id="rId37"/>
            </p:custDataLst>
          </p:nvPr>
        </p:nvSpPr>
        <p:spPr bwMode="auto">
          <a:xfrm>
            <a:off x="330200" y="5635625"/>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6" name="Line 41"/>
          <p:cNvSpPr>
            <a:spLocks noChangeShapeType="1"/>
          </p:cNvSpPr>
          <p:nvPr>
            <p:custDataLst>
              <p:tags r:id="rId38"/>
            </p:custDataLst>
          </p:nvPr>
        </p:nvSpPr>
        <p:spPr bwMode="auto">
          <a:xfrm>
            <a:off x="4002088" y="5635625"/>
            <a:ext cx="0" cy="581025"/>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7" name="Line 42"/>
          <p:cNvSpPr>
            <a:spLocks noChangeShapeType="1"/>
          </p:cNvSpPr>
          <p:nvPr>
            <p:custDataLst>
              <p:tags r:id="rId39"/>
            </p:custDataLst>
          </p:nvPr>
        </p:nvSpPr>
        <p:spPr bwMode="auto">
          <a:xfrm>
            <a:off x="330200" y="6216650"/>
            <a:ext cx="3671888" cy="0"/>
          </a:xfrm>
          <a:prstGeom prst="line">
            <a:avLst/>
          </a:prstGeom>
          <a:noFill/>
          <a:ln w="28575" cap="sq">
            <a:noFill/>
            <a:round/>
          </a:ln>
        </p:spPr>
        <p:txBody>
          <a:bodyPr/>
          <a:lstStyle/>
          <a:p>
            <a:endParaRPr lang="en-US">
              <a:latin typeface="Arial" panose="020B0604020202020204"/>
              <a:cs typeface="Arial" panose="020B0604020202020204"/>
            </a:endParaRPr>
          </a:p>
        </p:txBody>
      </p:sp>
      <p:sp>
        <p:nvSpPr>
          <p:cNvPr id="2088" name="Line 43"/>
          <p:cNvSpPr>
            <a:spLocks noChangeShapeType="1"/>
          </p:cNvSpPr>
          <p:nvPr>
            <p:custDataLst>
              <p:tags r:id="rId40"/>
            </p:custDataLst>
          </p:nvPr>
        </p:nvSpPr>
        <p:spPr bwMode="auto">
          <a:xfrm>
            <a:off x="330200" y="2441575"/>
            <a:ext cx="3671888"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aphicFrame>
        <p:nvGraphicFramePr>
          <p:cNvPr id="83971" name="Object 3"/>
          <p:cNvGraphicFramePr>
            <a:graphicFrameLocks noChangeAspect="1"/>
          </p:cNvGraphicFramePr>
          <p:nvPr>
            <p:custDataLst>
              <p:tags r:id="rId41"/>
            </p:custDataLst>
          </p:nvPr>
        </p:nvGraphicFramePr>
        <p:xfrm>
          <a:off x="4013200" y="903288"/>
          <a:ext cx="4916488" cy="5438775"/>
        </p:xfrm>
        <a:graphic>
          <a:graphicData uri="http://schemas.openxmlformats.org/presentationml/2006/ole">
            <mc:AlternateContent xmlns:mc="http://schemas.openxmlformats.org/markup-compatibility/2006">
              <mc:Choice xmlns:v="urn:schemas-microsoft-com:vml" Requires="v">
                <p:oleObj spid="_x0000_s2050" name="Worksheet" r:id="rId42" imgW="3797935" imgH="4201160" progId="Excel.Sheet.8">
                  <p:embed/>
                </p:oleObj>
              </mc:Choice>
              <mc:Fallback>
                <p:oleObj name="Worksheet" r:id="rId42" imgW="3797935" imgH="4201160" progId="Excel.Sheet.8">
                  <p:embed/>
                  <p:pic>
                    <p:nvPicPr>
                      <p:cNvPr id="0" name="图片 2"/>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013200" y="903288"/>
                        <a:ext cx="4916488" cy="543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wipe(left)">
                                      <p:cBhvr>
                                        <p:cTn id="7" dur="500"/>
                                        <p:tgtEl>
                                          <p:spTgt spid="839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3971"/>
                                        </p:tgtEl>
                                        <p:attrNameLst>
                                          <p:attrName>style.visibility</p:attrName>
                                        </p:attrNameLst>
                                      </p:cBhvr>
                                      <p:to>
                                        <p:strVal val="visible"/>
                                      </p:to>
                                    </p:set>
                                    <p:animEffect transition="in" filter="fade">
                                      <p:cBhvr>
                                        <p:cTn id="12" dur="500"/>
                                        <p:tgtEl>
                                          <p:spTgt spid="83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OleChart spid="839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840480" cy="583565"/>
          </a:xfrm>
          <a:prstGeom prst="rect">
            <a:avLst/>
          </a:prstGeom>
          <a:noFill/>
        </p:spPr>
        <p:txBody>
          <a:bodyPr wrap="none" rtlCol="0">
            <a:spAutoFit/>
          </a:bodyPr>
          <a:lstStyle/>
          <a:p>
            <a:pPr algn="l"/>
            <a:r>
              <a:rPr sz="3200" dirty="0">
                <a:solidFill>
                  <a:srgbClr val="002060"/>
                </a:solidFill>
                <a:latin typeface="华光中雅_CNKI" panose="02000500000000000000" pitchFamily="2" charset="-122"/>
                <a:ea typeface="华光中雅_CNKI" panose="02000500000000000000" pitchFamily="2" charset="-122"/>
              </a:rPr>
              <a:t>为什么边际成本重要</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4" name="TextBox 15"/>
          <p:cNvSpPr txBox="1"/>
          <p:nvPr/>
        </p:nvSpPr>
        <p:spPr>
          <a:xfrm>
            <a:off x="971600" y="1701860"/>
            <a:ext cx="7313365" cy="286131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a:solidFill>
                  <a:srgbClr val="002060"/>
                </a:solidFill>
                <a:latin typeface="微软雅黑" panose="020B0503020204020204" pitchFamily="34" charset="-122"/>
                <a:ea typeface="微软雅黑" panose="020B0503020204020204" pitchFamily="34" charset="-122"/>
              </a:rPr>
              <a:t>农场主是理性的，要</a:t>
            </a:r>
            <a:r>
              <a:rPr lang="zh-CN" altLang="en-US" sz="2400">
                <a:solidFill>
                  <a:srgbClr val="FF0000"/>
                </a:solidFill>
                <a:latin typeface="微软雅黑" panose="020B0503020204020204" pitchFamily="34" charset="-122"/>
                <a:ea typeface="微软雅黑" panose="020B0503020204020204" pitchFamily="34" charset="-122"/>
              </a:rPr>
              <a:t>最大化利润</a:t>
            </a:r>
            <a:r>
              <a:rPr lang="zh-CN" altLang="en-US" sz="2400">
                <a:solidFill>
                  <a:srgbClr val="002060"/>
                </a:solidFill>
                <a:latin typeface="微软雅黑" panose="020B0503020204020204" pitchFamily="34" charset="-122"/>
                <a:ea typeface="微软雅黑" panose="020B0503020204020204" pitchFamily="34" charset="-122"/>
              </a:rPr>
              <a:t>。</a:t>
            </a:r>
            <a:endParaRPr lang="zh-CN" altLang="en-US" sz="240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a:solidFill>
                  <a:srgbClr val="002060"/>
                </a:solidFill>
                <a:latin typeface="微软雅黑" panose="020B0503020204020204" pitchFamily="34" charset="-122"/>
                <a:ea typeface="微软雅黑" panose="020B0503020204020204" pitchFamily="34" charset="-122"/>
              </a:rPr>
              <a:t>为了增加利润，他应该种植更多还是更少的小麦 ?</a:t>
            </a:r>
            <a:endParaRPr lang="zh-CN" altLang="en-US" sz="240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a:solidFill>
                  <a:srgbClr val="002060"/>
                </a:solidFill>
                <a:latin typeface="微软雅黑" panose="020B0503020204020204" pitchFamily="34" charset="-122"/>
                <a:ea typeface="微软雅黑" panose="020B0503020204020204" pitchFamily="34" charset="-122"/>
              </a:rPr>
              <a:t>为回答这个问题，农场主需要“考虑边际条件”</a:t>
            </a:r>
            <a:endParaRPr lang="zh-CN" altLang="en-US" sz="240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a:solidFill>
                  <a:srgbClr val="002060"/>
                </a:solidFill>
                <a:latin typeface="微软雅黑" panose="020B0503020204020204" pitchFamily="34" charset="-122"/>
                <a:ea typeface="微软雅黑" panose="020B0503020204020204" pitchFamily="34" charset="-122"/>
                <a:sym typeface="+mn-ea"/>
              </a:rPr>
              <a:t>如果多种植额外单位小麦的</a:t>
            </a:r>
            <a:r>
              <a:rPr lang="zh-CN" altLang="en-US" sz="2400">
                <a:solidFill>
                  <a:srgbClr val="FF0000"/>
                </a:solidFill>
                <a:latin typeface="微软雅黑" panose="020B0503020204020204" pitchFamily="34" charset="-122"/>
                <a:ea typeface="微软雅黑" panose="020B0503020204020204" pitchFamily="34" charset="-122"/>
                <a:sym typeface="+mn-ea"/>
              </a:rPr>
              <a:t>边际成本(MC) 小于出售它获得的</a:t>
            </a:r>
            <a:r>
              <a:rPr lang="zh-CN" altLang="en-US" sz="2400">
                <a:solidFill>
                  <a:srgbClr val="FF0000"/>
                </a:solidFill>
                <a:latin typeface="微软雅黑" panose="020B0503020204020204" pitchFamily="34" charset="-122"/>
                <a:ea typeface="微软雅黑" panose="020B0503020204020204" pitchFamily="34" charset="-122"/>
                <a:sym typeface="+mn-ea"/>
              </a:rPr>
              <a:t>额外收益</a:t>
            </a:r>
            <a:r>
              <a:rPr lang="zh-CN" altLang="en-US" sz="2400">
                <a:solidFill>
                  <a:srgbClr val="002060"/>
                </a:solidFill>
                <a:latin typeface="微软雅黑" panose="020B0503020204020204" pitchFamily="34" charset="-122"/>
                <a:ea typeface="微软雅黑" panose="020B0503020204020204" pitchFamily="34" charset="-122"/>
                <a:sym typeface="+mn-ea"/>
              </a:rPr>
              <a:t>，那增加产量将会增加利润</a:t>
            </a:r>
            <a:endParaRPr lang="zh-CN" altLang="en-US" sz="2400">
              <a:solidFill>
                <a:srgbClr val="00206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840480" cy="583565"/>
          </a:xfrm>
          <a:prstGeom prst="rect">
            <a:avLst/>
          </a:prstGeom>
          <a:noFill/>
        </p:spPr>
        <p:txBody>
          <a:bodyPr wrap="none" rtlCol="0">
            <a:spAutoFit/>
          </a:bodyPr>
          <a:lstStyle/>
          <a:p>
            <a:pPr algn="l"/>
            <a:r>
              <a:rPr sz="3200" dirty="0">
                <a:solidFill>
                  <a:srgbClr val="002060"/>
                </a:solidFill>
                <a:latin typeface="华光中雅_CNKI" panose="02000500000000000000" pitchFamily="2" charset="-122"/>
                <a:ea typeface="华光中雅_CNKI" panose="02000500000000000000" pitchFamily="2" charset="-122"/>
              </a:rPr>
              <a:t>固定成本与可变成本</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4" name="TextBox 15"/>
          <p:cNvSpPr txBox="1"/>
          <p:nvPr/>
        </p:nvSpPr>
        <p:spPr>
          <a:xfrm>
            <a:off x="611505" y="1355725"/>
            <a:ext cx="8152765" cy="4246245"/>
          </a:xfrm>
          <a:prstGeom prst="rect">
            <a:avLst/>
          </a:prstGeom>
          <a:noFill/>
        </p:spPr>
        <p:txBody>
          <a:bodyPr wrap="square" rtlCol="0">
            <a:spAutoFit/>
          </a:bodyPr>
          <a:lstStyle/>
          <a:p>
            <a:pPr indent="0">
              <a:lnSpc>
                <a:spcPct val="150000"/>
              </a:lnSpc>
              <a:buFont typeface="Wingdings" panose="05000000000000000000" pitchFamily="2" charset="2"/>
              <a:buNone/>
            </a:pP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固定成本(FC)</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不随着产量变动而变动的成本</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对</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农场主</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而言，FC = 1000</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是他</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租用</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土地的价格</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其他例子</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设备成本，贷款</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本息等</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可变成本(VC)</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随着产量变动而变动的成本</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对</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农场主而言</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，VC=他支付给工人的工资</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其他例子</a:t>
            </a:r>
            <a:r>
              <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原材料的成本</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总</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成本</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(TC)</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 FC + VC</a:t>
            </a:r>
            <a:endPar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down)">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down)">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ipe(down)">
                                      <p:cBhvr>
                                        <p:cTn id="32" dur="500"/>
                                        <p:tgtEl>
                                          <p:spTgt spid="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wipe(down)">
                                      <p:cBhvr>
                                        <p:cTn id="37" dur="500"/>
                                        <p:tgtEl>
                                          <p:spTgt spid="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wipe(down)">
                                      <p:cBhvr>
                                        <p:cTn id="4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792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例</a:t>
            </a:r>
            <a:r>
              <a:rPr lang="en-US" altLang="zh-CN" sz="3200" dirty="0">
                <a:solidFill>
                  <a:srgbClr val="002060"/>
                </a:solidFill>
                <a:latin typeface="华光中雅_CNKI" panose="02000500000000000000" pitchFamily="2" charset="-122"/>
                <a:ea typeface="华光中雅_CNKI" panose="02000500000000000000" pitchFamily="2" charset="-122"/>
              </a:rPr>
              <a:t>2</a:t>
            </a:r>
            <a:endParaRPr lang="en-US" altLang="zh-CN" sz="3200" dirty="0">
              <a:solidFill>
                <a:srgbClr val="002060"/>
              </a:solidFill>
              <a:latin typeface="华光中雅_CNKI" panose="02000500000000000000" pitchFamily="2" charset="-122"/>
              <a:ea typeface="华光中雅_CNKI" panose="02000500000000000000" pitchFamily="2" charset="-122"/>
            </a:endParaRPr>
          </a:p>
        </p:txBody>
      </p:sp>
      <p:sp>
        <p:nvSpPr>
          <p:cNvPr id="4" name="TextBox 15"/>
          <p:cNvSpPr txBox="1"/>
          <p:nvPr/>
        </p:nvSpPr>
        <p:spPr>
          <a:xfrm>
            <a:off x="683568" y="1484784"/>
            <a:ext cx="7920880" cy="1198880"/>
          </a:xfrm>
          <a:prstGeom prst="rect">
            <a:avLst/>
          </a:prstGeom>
          <a:noFill/>
        </p:spPr>
        <p:txBody>
          <a:bodyPr wrap="square" rtlCol="0">
            <a:spAutoFit/>
          </a:bodyPr>
          <a:lstStyle/>
          <a:p>
            <a:pPr indent="0">
              <a:lnSpc>
                <a:spcPct val="150000"/>
              </a:lnSpc>
              <a:buFont typeface="Wingdings" panose="05000000000000000000" pitchFamily="2" charset="2"/>
              <a:buNone/>
            </a:pPr>
            <a:r>
              <a:rPr lang="en-US" altLang="zh-CN" sz="2400" dirty="0">
                <a:solidFill>
                  <a:srgbClr val="002060"/>
                </a:solidFill>
                <a:latin typeface="微软雅黑" panose="020B0503020204020204" pitchFamily="34" charset="-122"/>
                <a:ea typeface="微软雅黑" panose="020B0503020204020204" pitchFamily="34" charset="-122"/>
              </a:rPr>
              <a:t>更为普遍</a:t>
            </a:r>
            <a:r>
              <a:rPr lang="zh-CN" altLang="en-US" sz="2400" dirty="0">
                <a:solidFill>
                  <a:srgbClr val="002060"/>
                </a:solidFill>
                <a:latin typeface="微软雅黑" panose="020B0503020204020204" pitchFamily="34" charset="-122"/>
                <a:ea typeface="微软雅黑" panose="020B0503020204020204" pitchFamily="34" charset="-122"/>
              </a:rPr>
              <a:t>的</a:t>
            </a:r>
            <a:r>
              <a:rPr lang="en-US" altLang="zh-CN" sz="2400" dirty="0">
                <a:solidFill>
                  <a:srgbClr val="002060"/>
                </a:solidFill>
                <a:latin typeface="微软雅黑" panose="020B0503020204020204" pitchFamily="34" charset="-122"/>
                <a:ea typeface="微软雅黑" panose="020B0503020204020204" pitchFamily="34" charset="-122"/>
                <a:sym typeface="+mn-ea"/>
              </a:rPr>
              <a:t>例子</a:t>
            </a:r>
            <a:r>
              <a:rPr lang="en-US" altLang="zh-CN" sz="2400" dirty="0">
                <a:solidFill>
                  <a:srgbClr val="002060"/>
                </a:solidFill>
                <a:latin typeface="微软雅黑" panose="020B0503020204020204" pitchFamily="34" charset="-122"/>
                <a:ea typeface="微软雅黑" panose="020B0503020204020204" pitchFamily="34" charset="-122"/>
              </a:rPr>
              <a:t>，适用于用任何投入生产任何物品的任何类型的企业</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2" cstate="print"/>
          <a:stretch>
            <a:fillRect/>
          </a:stretch>
        </p:blipFill>
        <p:spPr>
          <a:xfrm>
            <a:off x="433281" y="6286520"/>
            <a:ext cx="1495513" cy="288536"/>
          </a:xfrm>
          <a:prstGeom prst="rect">
            <a:avLst/>
          </a:prstGeom>
        </p:spPr>
      </p:pic>
      <p:sp>
        <p:nvSpPr>
          <p:cNvPr id="33796" name="Rectangle 2"/>
          <p:cNvSpPr>
            <a:spLocks noChangeArrowheads="1"/>
          </p:cNvSpPr>
          <p:nvPr>
            <p:custDataLst>
              <p:tags r:id="rId3"/>
            </p:custDataLst>
          </p:nvPr>
        </p:nvSpPr>
        <p:spPr bwMode="auto">
          <a:xfrm>
            <a:off x="3817938" y="454025"/>
            <a:ext cx="5030787" cy="5940425"/>
          </a:xfrm>
          <a:prstGeom prst="rect">
            <a:avLst/>
          </a:prstGeom>
          <a:solidFill>
            <a:srgbClr val="CC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33797" name="AutoShape 3"/>
          <p:cNvSpPr>
            <a:spLocks noChangeAspect="1" noChangeArrowheads="1" noTextEdit="1"/>
          </p:cNvSpPr>
          <p:nvPr>
            <p:custDataLst>
              <p:tags r:id="rId4"/>
            </p:custDataLst>
          </p:nvPr>
        </p:nvSpPr>
        <p:spPr bwMode="auto">
          <a:xfrm>
            <a:off x="3763963" y="400050"/>
            <a:ext cx="5148262" cy="6048375"/>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33798" name="Rectangle 4"/>
          <p:cNvSpPr>
            <a:spLocks noChangeArrowheads="1"/>
          </p:cNvSpPr>
          <p:nvPr>
            <p:custDataLst>
              <p:tags r:id="rId5"/>
            </p:custDataLst>
          </p:nvPr>
        </p:nvSpPr>
        <p:spPr bwMode="auto">
          <a:xfrm>
            <a:off x="5180013" y="785813"/>
            <a:ext cx="3463925" cy="4548187"/>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grpSp>
        <p:nvGrpSpPr>
          <p:cNvPr id="2" name="Group 5"/>
          <p:cNvGrpSpPr/>
          <p:nvPr/>
        </p:nvGrpSpPr>
        <p:grpSpPr bwMode="auto">
          <a:xfrm>
            <a:off x="5126038" y="668338"/>
            <a:ext cx="3560762" cy="4140200"/>
            <a:chOff x="3229" y="421"/>
            <a:chExt cx="2243" cy="2608"/>
          </a:xfrm>
        </p:grpSpPr>
        <p:sp>
          <p:nvSpPr>
            <p:cNvPr id="33926" name="Freeform 6"/>
            <p:cNvSpPr/>
            <p:nvPr>
              <p:custDataLst>
                <p:tags r:id="rId6"/>
              </p:custDataLst>
            </p:nvPr>
          </p:nvSpPr>
          <p:spPr bwMode="auto">
            <a:xfrm>
              <a:off x="3263" y="421"/>
              <a:ext cx="2209" cy="2581"/>
            </a:xfrm>
            <a:custGeom>
              <a:avLst/>
              <a:gdLst>
                <a:gd name="T0" fmla="*/ 0 w 327"/>
                <a:gd name="T1" fmla="*/ 5378905 h 382"/>
                <a:gd name="T2" fmla="*/ 576779 w 327"/>
                <a:gd name="T3" fmla="*/ 4857983 h 382"/>
                <a:gd name="T4" fmla="*/ 1153605 w 327"/>
                <a:gd name="T5" fmla="*/ 4478583 h 382"/>
                <a:gd name="T6" fmla="*/ 1730701 w 327"/>
                <a:gd name="T7" fmla="*/ 4182491 h 382"/>
                <a:gd name="T8" fmla="*/ 2307479 w 327"/>
                <a:gd name="T9" fmla="*/ 3815732 h 382"/>
                <a:gd name="T10" fmla="*/ 2869788 w 327"/>
                <a:gd name="T11" fmla="*/ 3294761 h 382"/>
                <a:gd name="T12" fmla="*/ 3446566 w 327"/>
                <a:gd name="T13" fmla="*/ 2548643 h 382"/>
                <a:gd name="T14" fmla="*/ 4023346 w 327"/>
                <a:gd name="T15" fmla="*/ 1492237 h 382"/>
                <a:gd name="T16" fmla="*/ 4600442 w 327"/>
                <a:gd name="T17" fmla="*/ 0 h 3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7"/>
                <a:gd name="T28" fmla="*/ 0 h 382"/>
                <a:gd name="T29" fmla="*/ 327 w 327"/>
                <a:gd name="T30" fmla="*/ 382 h 3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7" h="382">
                  <a:moveTo>
                    <a:pt x="0" y="382"/>
                  </a:moveTo>
                  <a:lnTo>
                    <a:pt x="41" y="345"/>
                  </a:lnTo>
                  <a:lnTo>
                    <a:pt x="82" y="318"/>
                  </a:lnTo>
                  <a:lnTo>
                    <a:pt x="123" y="297"/>
                  </a:lnTo>
                  <a:lnTo>
                    <a:pt x="164" y="271"/>
                  </a:lnTo>
                  <a:lnTo>
                    <a:pt x="204" y="234"/>
                  </a:lnTo>
                  <a:lnTo>
                    <a:pt x="245" y="181"/>
                  </a:lnTo>
                  <a:lnTo>
                    <a:pt x="286" y="106"/>
                  </a:lnTo>
                  <a:lnTo>
                    <a:pt x="327" y="0"/>
                  </a:lnTo>
                </a:path>
              </a:pathLst>
            </a:custGeom>
            <a:noFill/>
            <a:ln w="22225">
              <a:solidFill>
                <a:srgbClr val="008000"/>
              </a:solidFill>
              <a:round/>
            </a:ln>
          </p:spPr>
          <p:txBody>
            <a:bodyPr/>
            <a:lstStyle/>
            <a:p>
              <a:endParaRPr lang="en-US">
                <a:latin typeface="Arial" panose="020B0604020202020204"/>
                <a:cs typeface="Arial" panose="020B0604020202020204"/>
              </a:endParaRPr>
            </a:p>
          </p:txBody>
        </p:sp>
        <p:sp>
          <p:nvSpPr>
            <p:cNvPr id="33927" name="Oval 7"/>
            <p:cNvSpPr>
              <a:spLocks noChangeArrowheads="1"/>
            </p:cNvSpPr>
            <p:nvPr>
              <p:custDataLst>
                <p:tags r:id="rId7"/>
              </p:custDataLst>
            </p:nvPr>
          </p:nvSpPr>
          <p:spPr bwMode="auto">
            <a:xfrm>
              <a:off x="3229" y="2968"/>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28" name="Oval 8"/>
            <p:cNvSpPr>
              <a:spLocks noChangeArrowheads="1"/>
            </p:cNvSpPr>
            <p:nvPr>
              <p:custDataLst>
                <p:tags r:id="rId8"/>
              </p:custDataLst>
            </p:nvPr>
          </p:nvSpPr>
          <p:spPr bwMode="auto">
            <a:xfrm>
              <a:off x="3506" y="2718"/>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29" name="Oval 9"/>
            <p:cNvSpPr>
              <a:spLocks noChangeArrowheads="1"/>
            </p:cNvSpPr>
            <p:nvPr>
              <p:custDataLst>
                <p:tags r:id="rId9"/>
              </p:custDataLst>
            </p:nvPr>
          </p:nvSpPr>
          <p:spPr bwMode="auto">
            <a:xfrm>
              <a:off x="3783" y="2535"/>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30" name="Oval 10"/>
            <p:cNvSpPr>
              <a:spLocks noChangeArrowheads="1"/>
            </p:cNvSpPr>
            <p:nvPr>
              <p:custDataLst>
                <p:tags r:id="rId10"/>
              </p:custDataLst>
            </p:nvPr>
          </p:nvSpPr>
          <p:spPr bwMode="auto">
            <a:xfrm>
              <a:off x="4060" y="2394"/>
              <a:ext cx="61" cy="60"/>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31" name="Oval 11"/>
            <p:cNvSpPr>
              <a:spLocks noChangeArrowheads="1"/>
            </p:cNvSpPr>
            <p:nvPr>
              <p:custDataLst>
                <p:tags r:id="rId11"/>
              </p:custDataLst>
            </p:nvPr>
          </p:nvSpPr>
          <p:spPr bwMode="auto">
            <a:xfrm>
              <a:off x="4337" y="2218"/>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32" name="Oval 12"/>
            <p:cNvSpPr>
              <a:spLocks noChangeArrowheads="1"/>
            </p:cNvSpPr>
            <p:nvPr>
              <p:custDataLst>
                <p:tags r:id="rId12"/>
              </p:custDataLst>
            </p:nvPr>
          </p:nvSpPr>
          <p:spPr bwMode="auto">
            <a:xfrm>
              <a:off x="4607" y="1968"/>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33" name="Oval 13"/>
            <p:cNvSpPr>
              <a:spLocks noChangeArrowheads="1"/>
            </p:cNvSpPr>
            <p:nvPr>
              <p:custDataLst>
                <p:tags r:id="rId13"/>
              </p:custDataLst>
            </p:nvPr>
          </p:nvSpPr>
          <p:spPr bwMode="auto">
            <a:xfrm>
              <a:off x="4884" y="1610"/>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934" name="Oval 14"/>
            <p:cNvSpPr>
              <a:spLocks noChangeArrowheads="1"/>
            </p:cNvSpPr>
            <p:nvPr>
              <p:custDataLst>
                <p:tags r:id="rId14"/>
              </p:custDataLst>
            </p:nvPr>
          </p:nvSpPr>
          <p:spPr bwMode="auto">
            <a:xfrm>
              <a:off x="5161" y="1103"/>
              <a:ext cx="61" cy="61"/>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grpSp>
      <p:sp>
        <p:nvSpPr>
          <p:cNvPr id="33800" name="Rectangle 15"/>
          <p:cNvSpPr>
            <a:spLocks noGrp="1" noChangeArrowheads="1"/>
          </p:cNvSpPr>
          <p:nvPr>
            <p:ph type="title" idx="4294967295"/>
            <p:custDataLst>
              <p:tags r:id="rId15"/>
            </p:custDataLst>
          </p:nvPr>
        </p:nvSpPr>
        <p:spPr>
          <a:xfrm>
            <a:off x="323215" y="548323"/>
            <a:ext cx="8229600" cy="612775"/>
          </a:xfrm>
        </p:spPr>
        <p:txBody>
          <a:bodyPr/>
          <a:lstStyle/>
          <a:p>
            <a:pPr algn="l" eaLnBrk="1" hangingPunct="1">
              <a:buClrTx/>
              <a:buSzTx/>
              <a:buFontTx/>
            </a:pPr>
            <a:r>
              <a:rPr sz="3200" dirty="0">
                <a:latin typeface="华光中雅_CNKI" panose="02000500000000000000" pitchFamily="2" charset="-122"/>
                <a:ea typeface="华光中雅_CNKI" panose="02000500000000000000" pitchFamily="2" charset="-122"/>
                <a:cs typeface="+mn-cs"/>
              </a:rPr>
              <a:t>例2:成本</a:t>
            </a:r>
            <a:endParaRPr sz="3200" dirty="0">
              <a:latin typeface="华光中雅_CNKI" panose="02000500000000000000" pitchFamily="2" charset="-122"/>
              <a:ea typeface="华光中雅_CNKI" panose="02000500000000000000" pitchFamily="2" charset="-122"/>
              <a:cs typeface="+mn-cs"/>
            </a:endParaRPr>
          </a:p>
        </p:txBody>
      </p:sp>
      <p:sp>
        <p:nvSpPr>
          <p:cNvPr id="33801" name="Rectangle 16"/>
          <p:cNvSpPr>
            <a:spLocks noChangeArrowheads="1"/>
          </p:cNvSpPr>
          <p:nvPr>
            <p:custDataLst>
              <p:tags r:id="rId16"/>
            </p:custDataLst>
          </p:nvPr>
        </p:nvSpPr>
        <p:spPr bwMode="auto">
          <a:xfrm>
            <a:off x="368300" y="5648643"/>
            <a:ext cx="538163" cy="5397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a:t>
            </a:r>
            <a:endParaRPr lang="en-US" sz="2400">
              <a:latin typeface="Arial" panose="020B0604020202020204"/>
              <a:cs typeface="Arial" panose="020B0604020202020204"/>
            </a:endParaRPr>
          </a:p>
        </p:txBody>
      </p:sp>
      <p:sp>
        <p:nvSpPr>
          <p:cNvPr id="33802" name="Rectangle 17"/>
          <p:cNvSpPr>
            <a:spLocks noChangeArrowheads="1"/>
          </p:cNvSpPr>
          <p:nvPr>
            <p:custDataLst>
              <p:tags r:id="rId17"/>
            </p:custDataLst>
          </p:nvPr>
        </p:nvSpPr>
        <p:spPr bwMode="auto">
          <a:xfrm>
            <a:off x="368300" y="5112068"/>
            <a:ext cx="538163" cy="5365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a:t>
            </a:r>
            <a:endParaRPr lang="en-US" sz="2400">
              <a:latin typeface="Arial" panose="020B0604020202020204"/>
              <a:cs typeface="Arial" panose="020B0604020202020204"/>
            </a:endParaRPr>
          </a:p>
        </p:txBody>
      </p:sp>
      <p:sp>
        <p:nvSpPr>
          <p:cNvPr id="33803" name="Rectangle 18"/>
          <p:cNvSpPr>
            <a:spLocks noChangeArrowheads="1"/>
          </p:cNvSpPr>
          <p:nvPr>
            <p:custDataLst>
              <p:tags r:id="rId18"/>
            </p:custDataLst>
          </p:nvPr>
        </p:nvSpPr>
        <p:spPr bwMode="auto">
          <a:xfrm>
            <a:off x="368300" y="4572318"/>
            <a:ext cx="538163" cy="5397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33804" name="Rectangle 19"/>
          <p:cNvSpPr>
            <a:spLocks noChangeArrowheads="1"/>
          </p:cNvSpPr>
          <p:nvPr>
            <p:custDataLst>
              <p:tags r:id="rId19"/>
            </p:custDataLst>
          </p:nvPr>
        </p:nvSpPr>
        <p:spPr bwMode="auto">
          <a:xfrm>
            <a:off x="368300" y="4034155"/>
            <a:ext cx="538163" cy="5381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33805" name="Rectangle 20"/>
          <p:cNvSpPr>
            <a:spLocks noChangeArrowheads="1"/>
          </p:cNvSpPr>
          <p:nvPr>
            <p:custDataLst>
              <p:tags r:id="rId20"/>
            </p:custDataLst>
          </p:nvPr>
        </p:nvSpPr>
        <p:spPr bwMode="auto">
          <a:xfrm>
            <a:off x="368300" y="3494405"/>
            <a:ext cx="538163" cy="5397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33806" name="Rectangle 21"/>
          <p:cNvSpPr>
            <a:spLocks noChangeArrowheads="1"/>
          </p:cNvSpPr>
          <p:nvPr>
            <p:custDataLst>
              <p:tags r:id="rId21"/>
            </p:custDataLst>
          </p:nvPr>
        </p:nvSpPr>
        <p:spPr bwMode="auto">
          <a:xfrm>
            <a:off x="368300" y="2956243"/>
            <a:ext cx="538163" cy="5381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33807" name="Rectangle 22"/>
          <p:cNvSpPr>
            <a:spLocks noChangeArrowheads="1"/>
          </p:cNvSpPr>
          <p:nvPr>
            <p:custDataLst>
              <p:tags r:id="rId22"/>
            </p:custDataLst>
          </p:nvPr>
        </p:nvSpPr>
        <p:spPr bwMode="auto">
          <a:xfrm>
            <a:off x="368300" y="2418080"/>
            <a:ext cx="538163" cy="5381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grpSp>
        <p:nvGrpSpPr>
          <p:cNvPr id="3" name="Group 23"/>
          <p:cNvGrpSpPr/>
          <p:nvPr/>
        </p:nvGrpSpPr>
        <p:grpSpPr bwMode="auto">
          <a:xfrm>
            <a:off x="2676525" y="1879918"/>
            <a:ext cx="917575" cy="4308475"/>
            <a:chOff x="1686" y="985"/>
            <a:chExt cx="578" cy="2714"/>
          </a:xfrm>
        </p:grpSpPr>
        <p:sp>
          <p:nvSpPr>
            <p:cNvPr id="33918" name="Rectangle 24"/>
            <p:cNvSpPr>
              <a:spLocks noChangeArrowheads="1"/>
            </p:cNvSpPr>
            <p:nvPr>
              <p:custDataLst>
                <p:tags r:id="rId23"/>
              </p:custDataLst>
            </p:nvPr>
          </p:nvSpPr>
          <p:spPr bwMode="auto">
            <a:xfrm>
              <a:off x="1686" y="3359"/>
              <a:ext cx="578"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620</a:t>
              </a:r>
              <a:endParaRPr lang="en-US" sz="2400">
                <a:latin typeface="Arial" panose="020B0604020202020204"/>
                <a:cs typeface="Arial" panose="020B0604020202020204"/>
              </a:endParaRPr>
            </a:p>
          </p:txBody>
        </p:sp>
        <p:sp>
          <p:nvSpPr>
            <p:cNvPr id="33919" name="Rectangle 25"/>
            <p:cNvSpPr>
              <a:spLocks noChangeArrowheads="1"/>
            </p:cNvSpPr>
            <p:nvPr>
              <p:custDataLst>
                <p:tags r:id="rId24"/>
              </p:custDataLst>
            </p:nvPr>
          </p:nvSpPr>
          <p:spPr bwMode="auto">
            <a:xfrm>
              <a:off x="1686" y="3021"/>
              <a:ext cx="578" cy="33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480</a:t>
              </a:r>
              <a:endParaRPr lang="en-US" sz="2400">
                <a:latin typeface="Arial" panose="020B0604020202020204"/>
                <a:cs typeface="Arial" panose="020B0604020202020204"/>
              </a:endParaRPr>
            </a:p>
          </p:txBody>
        </p:sp>
        <p:sp>
          <p:nvSpPr>
            <p:cNvPr id="33920" name="Rectangle 26"/>
            <p:cNvSpPr>
              <a:spLocks noChangeArrowheads="1"/>
            </p:cNvSpPr>
            <p:nvPr>
              <p:custDataLst>
                <p:tags r:id="rId25"/>
              </p:custDataLst>
            </p:nvPr>
          </p:nvSpPr>
          <p:spPr bwMode="auto">
            <a:xfrm>
              <a:off x="1686" y="2681"/>
              <a:ext cx="578"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380</a:t>
              </a:r>
              <a:endParaRPr lang="en-US" sz="2400">
                <a:latin typeface="Arial" panose="020B0604020202020204"/>
                <a:cs typeface="Arial" panose="020B0604020202020204"/>
              </a:endParaRPr>
            </a:p>
          </p:txBody>
        </p:sp>
        <p:sp>
          <p:nvSpPr>
            <p:cNvPr id="33921" name="Rectangle 27"/>
            <p:cNvSpPr>
              <a:spLocks noChangeArrowheads="1"/>
            </p:cNvSpPr>
            <p:nvPr>
              <p:custDataLst>
                <p:tags r:id="rId26"/>
              </p:custDataLst>
            </p:nvPr>
          </p:nvSpPr>
          <p:spPr bwMode="auto">
            <a:xfrm>
              <a:off x="1686" y="2342"/>
              <a:ext cx="578"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310</a:t>
              </a:r>
              <a:endParaRPr lang="en-US" sz="2400">
                <a:latin typeface="Arial" panose="020B0604020202020204"/>
                <a:cs typeface="Arial" panose="020B0604020202020204"/>
              </a:endParaRPr>
            </a:p>
          </p:txBody>
        </p:sp>
        <p:sp>
          <p:nvSpPr>
            <p:cNvPr id="33922" name="Rectangle 28"/>
            <p:cNvSpPr>
              <a:spLocks noChangeArrowheads="1"/>
            </p:cNvSpPr>
            <p:nvPr>
              <p:custDataLst>
                <p:tags r:id="rId27"/>
              </p:custDataLst>
            </p:nvPr>
          </p:nvSpPr>
          <p:spPr bwMode="auto">
            <a:xfrm>
              <a:off x="1686" y="2002"/>
              <a:ext cx="578"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260</a:t>
              </a:r>
              <a:endParaRPr lang="en-US" sz="2400">
                <a:latin typeface="Arial" panose="020B0604020202020204"/>
                <a:cs typeface="Arial" panose="020B0604020202020204"/>
              </a:endParaRPr>
            </a:p>
          </p:txBody>
        </p:sp>
        <p:sp>
          <p:nvSpPr>
            <p:cNvPr id="33923" name="Rectangle 29"/>
            <p:cNvSpPr>
              <a:spLocks noChangeArrowheads="1"/>
            </p:cNvSpPr>
            <p:nvPr>
              <p:custDataLst>
                <p:tags r:id="rId28"/>
              </p:custDataLst>
            </p:nvPr>
          </p:nvSpPr>
          <p:spPr bwMode="auto">
            <a:xfrm>
              <a:off x="1686" y="1663"/>
              <a:ext cx="578"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220</a:t>
              </a:r>
              <a:endParaRPr lang="en-US" sz="2400">
                <a:latin typeface="Arial" panose="020B0604020202020204"/>
                <a:cs typeface="Arial" panose="020B0604020202020204"/>
              </a:endParaRPr>
            </a:p>
          </p:txBody>
        </p:sp>
        <p:sp>
          <p:nvSpPr>
            <p:cNvPr id="33924" name="Rectangle 30"/>
            <p:cNvSpPr>
              <a:spLocks noChangeArrowheads="1"/>
            </p:cNvSpPr>
            <p:nvPr>
              <p:custDataLst>
                <p:tags r:id="rId29"/>
              </p:custDataLst>
            </p:nvPr>
          </p:nvSpPr>
          <p:spPr bwMode="auto">
            <a:xfrm>
              <a:off x="1686" y="1324"/>
              <a:ext cx="578"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170</a:t>
              </a:r>
              <a:endParaRPr lang="en-US" sz="2400">
                <a:latin typeface="Arial" panose="020B0604020202020204"/>
                <a:cs typeface="Arial" panose="020B0604020202020204"/>
              </a:endParaRPr>
            </a:p>
          </p:txBody>
        </p:sp>
        <p:sp>
          <p:nvSpPr>
            <p:cNvPr id="33925" name="Rectangle 31"/>
            <p:cNvSpPr>
              <a:spLocks noChangeArrowheads="1"/>
            </p:cNvSpPr>
            <p:nvPr>
              <p:custDataLst>
                <p:tags r:id="rId30"/>
              </p:custDataLst>
            </p:nvPr>
          </p:nvSpPr>
          <p:spPr bwMode="auto">
            <a:xfrm>
              <a:off x="1686" y="985"/>
              <a:ext cx="578"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grpSp>
      <p:grpSp>
        <p:nvGrpSpPr>
          <p:cNvPr id="7" name="Group 32"/>
          <p:cNvGrpSpPr/>
          <p:nvPr/>
        </p:nvGrpSpPr>
        <p:grpSpPr bwMode="auto">
          <a:xfrm>
            <a:off x="1881188" y="1879918"/>
            <a:ext cx="795337" cy="4308475"/>
            <a:chOff x="1185" y="985"/>
            <a:chExt cx="501" cy="2714"/>
          </a:xfrm>
        </p:grpSpPr>
        <p:sp>
          <p:nvSpPr>
            <p:cNvPr id="33910" name="Rectangle 33"/>
            <p:cNvSpPr>
              <a:spLocks noChangeArrowheads="1"/>
            </p:cNvSpPr>
            <p:nvPr>
              <p:custDataLst>
                <p:tags r:id="rId31"/>
              </p:custDataLst>
            </p:nvPr>
          </p:nvSpPr>
          <p:spPr bwMode="auto">
            <a:xfrm>
              <a:off x="1185" y="3359"/>
              <a:ext cx="501"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520</a:t>
              </a:r>
              <a:endParaRPr lang="en-US" sz="2400">
                <a:latin typeface="Arial" panose="020B0604020202020204"/>
                <a:cs typeface="Arial" panose="020B0604020202020204"/>
              </a:endParaRPr>
            </a:p>
          </p:txBody>
        </p:sp>
        <p:sp>
          <p:nvSpPr>
            <p:cNvPr id="33911" name="Rectangle 34"/>
            <p:cNvSpPr>
              <a:spLocks noChangeArrowheads="1"/>
            </p:cNvSpPr>
            <p:nvPr>
              <p:custDataLst>
                <p:tags r:id="rId32"/>
              </p:custDataLst>
            </p:nvPr>
          </p:nvSpPr>
          <p:spPr bwMode="auto">
            <a:xfrm>
              <a:off x="1185" y="3021"/>
              <a:ext cx="501" cy="33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380</a:t>
              </a:r>
              <a:endParaRPr lang="en-US" sz="2400">
                <a:latin typeface="Arial" panose="020B0604020202020204"/>
                <a:cs typeface="Arial" panose="020B0604020202020204"/>
              </a:endParaRPr>
            </a:p>
          </p:txBody>
        </p:sp>
        <p:sp>
          <p:nvSpPr>
            <p:cNvPr id="33912" name="Rectangle 35"/>
            <p:cNvSpPr>
              <a:spLocks noChangeArrowheads="1"/>
            </p:cNvSpPr>
            <p:nvPr>
              <p:custDataLst>
                <p:tags r:id="rId33"/>
              </p:custDataLst>
            </p:nvPr>
          </p:nvSpPr>
          <p:spPr bwMode="auto">
            <a:xfrm>
              <a:off x="1185" y="2681"/>
              <a:ext cx="501"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a:t>
              </a:r>
              <a:endParaRPr lang="en-US" sz="2400">
                <a:latin typeface="Arial" panose="020B0604020202020204"/>
                <a:cs typeface="Arial" panose="020B0604020202020204"/>
              </a:endParaRPr>
            </a:p>
          </p:txBody>
        </p:sp>
        <p:sp>
          <p:nvSpPr>
            <p:cNvPr id="33913" name="Rectangle 36"/>
            <p:cNvSpPr>
              <a:spLocks noChangeArrowheads="1"/>
            </p:cNvSpPr>
            <p:nvPr>
              <p:custDataLst>
                <p:tags r:id="rId34"/>
              </p:custDataLst>
            </p:nvPr>
          </p:nvSpPr>
          <p:spPr bwMode="auto">
            <a:xfrm>
              <a:off x="1185" y="2342"/>
              <a:ext cx="501"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210</a:t>
              </a:r>
              <a:endParaRPr lang="en-US" sz="2400">
                <a:latin typeface="Arial" panose="020B0604020202020204"/>
                <a:cs typeface="Arial" panose="020B0604020202020204"/>
              </a:endParaRPr>
            </a:p>
          </p:txBody>
        </p:sp>
        <p:sp>
          <p:nvSpPr>
            <p:cNvPr id="33914" name="Rectangle 37"/>
            <p:cNvSpPr>
              <a:spLocks noChangeArrowheads="1"/>
            </p:cNvSpPr>
            <p:nvPr>
              <p:custDataLst>
                <p:tags r:id="rId35"/>
              </p:custDataLst>
            </p:nvPr>
          </p:nvSpPr>
          <p:spPr bwMode="auto">
            <a:xfrm>
              <a:off x="1185" y="2002"/>
              <a:ext cx="501"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160</a:t>
              </a:r>
              <a:endParaRPr lang="en-US" sz="2400">
                <a:latin typeface="Arial" panose="020B0604020202020204"/>
                <a:cs typeface="Arial" panose="020B0604020202020204"/>
              </a:endParaRPr>
            </a:p>
          </p:txBody>
        </p:sp>
        <p:sp>
          <p:nvSpPr>
            <p:cNvPr id="33915" name="Rectangle 38"/>
            <p:cNvSpPr>
              <a:spLocks noChangeArrowheads="1"/>
            </p:cNvSpPr>
            <p:nvPr>
              <p:custDataLst>
                <p:tags r:id="rId36"/>
              </p:custDataLst>
            </p:nvPr>
          </p:nvSpPr>
          <p:spPr bwMode="auto">
            <a:xfrm>
              <a:off x="1185" y="1663"/>
              <a:ext cx="501"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120</a:t>
              </a:r>
              <a:endParaRPr lang="en-US" sz="2400">
                <a:latin typeface="Arial" panose="020B0604020202020204"/>
                <a:cs typeface="Arial" panose="020B0604020202020204"/>
              </a:endParaRPr>
            </a:p>
          </p:txBody>
        </p:sp>
        <p:sp>
          <p:nvSpPr>
            <p:cNvPr id="33916" name="Rectangle 39"/>
            <p:cNvSpPr>
              <a:spLocks noChangeArrowheads="1"/>
            </p:cNvSpPr>
            <p:nvPr>
              <p:custDataLst>
                <p:tags r:id="rId37"/>
              </p:custDataLst>
            </p:nvPr>
          </p:nvSpPr>
          <p:spPr bwMode="auto">
            <a:xfrm>
              <a:off x="1185" y="1324"/>
              <a:ext cx="501"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a:t>
              </a:r>
              <a:endParaRPr lang="en-US" sz="2400">
                <a:latin typeface="Arial" panose="020B0604020202020204"/>
                <a:cs typeface="Arial" panose="020B0604020202020204"/>
              </a:endParaRPr>
            </a:p>
          </p:txBody>
        </p:sp>
        <p:sp>
          <p:nvSpPr>
            <p:cNvPr id="33917" name="Rectangle 40"/>
            <p:cNvSpPr>
              <a:spLocks noChangeArrowheads="1"/>
            </p:cNvSpPr>
            <p:nvPr>
              <p:custDataLst>
                <p:tags r:id="rId38"/>
              </p:custDataLst>
            </p:nvPr>
          </p:nvSpPr>
          <p:spPr bwMode="auto">
            <a:xfrm>
              <a:off x="1185" y="985"/>
              <a:ext cx="501"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grpSp>
      <p:grpSp>
        <p:nvGrpSpPr>
          <p:cNvPr id="8" name="Group 41"/>
          <p:cNvGrpSpPr/>
          <p:nvPr/>
        </p:nvGrpSpPr>
        <p:grpSpPr bwMode="auto">
          <a:xfrm>
            <a:off x="906463" y="1879918"/>
            <a:ext cx="974725" cy="4308475"/>
            <a:chOff x="571" y="985"/>
            <a:chExt cx="614" cy="2714"/>
          </a:xfrm>
        </p:grpSpPr>
        <p:sp>
          <p:nvSpPr>
            <p:cNvPr id="33902" name="Rectangle 42"/>
            <p:cNvSpPr>
              <a:spLocks noChangeArrowheads="1"/>
            </p:cNvSpPr>
            <p:nvPr>
              <p:custDataLst>
                <p:tags r:id="rId39"/>
              </p:custDataLst>
            </p:nvPr>
          </p:nvSpPr>
          <p:spPr bwMode="auto">
            <a:xfrm>
              <a:off x="571" y="3359"/>
              <a:ext cx="614"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3" name="Rectangle 43"/>
            <p:cNvSpPr>
              <a:spLocks noChangeArrowheads="1"/>
            </p:cNvSpPr>
            <p:nvPr>
              <p:custDataLst>
                <p:tags r:id="rId40"/>
              </p:custDataLst>
            </p:nvPr>
          </p:nvSpPr>
          <p:spPr bwMode="auto">
            <a:xfrm>
              <a:off x="571" y="3021"/>
              <a:ext cx="614" cy="33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4" name="Rectangle 44"/>
            <p:cNvSpPr>
              <a:spLocks noChangeArrowheads="1"/>
            </p:cNvSpPr>
            <p:nvPr>
              <p:custDataLst>
                <p:tags r:id="rId41"/>
              </p:custDataLst>
            </p:nvPr>
          </p:nvSpPr>
          <p:spPr bwMode="auto">
            <a:xfrm>
              <a:off x="571" y="2681"/>
              <a:ext cx="614"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5" name="Rectangle 45"/>
            <p:cNvSpPr>
              <a:spLocks noChangeArrowheads="1"/>
            </p:cNvSpPr>
            <p:nvPr>
              <p:custDataLst>
                <p:tags r:id="rId42"/>
              </p:custDataLst>
            </p:nvPr>
          </p:nvSpPr>
          <p:spPr bwMode="auto">
            <a:xfrm>
              <a:off x="571" y="2342"/>
              <a:ext cx="614"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6" name="Rectangle 46"/>
            <p:cNvSpPr>
              <a:spLocks noChangeArrowheads="1"/>
            </p:cNvSpPr>
            <p:nvPr>
              <p:custDataLst>
                <p:tags r:id="rId43"/>
              </p:custDataLst>
            </p:nvPr>
          </p:nvSpPr>
          <p:spPr bwMode="auto">
            <a:xfrm>
              <a:off x="571" y="2002"/>
              <a:ext cx="614" cy="34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7" name="Rectangle 47"/>
            <p:cNvSpPr>
              <a:spLocks noChangeArrowheads="1"/>
            </p:cNvSpPr>
            <p:nvPr>
              <p:custDataLst>
                <p:tags r:id="rId44"/>
              </p:custDataLst>
            </p:nvPr>
          </p:nvSpPr>
          <p:spPr bwMode="auto">
            <a:xfrm>
              <a:off x="571" y="1663"/>
              <a:ext cx="614"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8" name="Rectangle 48"/>
            <p:cNvSpPr>
              <a:spLocks noChangeArrowheads="1"/>
            </p:cNvSpPr>
            <p:nvPr>
              <p:custDataLst>
                <p:tags r:id="rId45"/>
              </p:custDataLst>
            </p:nvPr>
          </p:nvSpPr>
          <p:spPr bwMode="auto">
            <a:xfrm>
              <a:off x="571" y="1324"/>
              <a:ext cx="614"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3909" name="Rectangle 49"/>
            <p:cNvSpPr>
              <a:spLocks noChangeArrowheads="1"/>
            </p:cNvSpPr>
            <p:nvPr>
              <p:custDataLst>
                <p:tags r:id="rId46"/>
              </p:custDataLst>
            </p:nvPr>
          </p:nvSpPr>
          <p:spPr bwMode="auto">
            <a:xfrm>
              <a:off x="571" y="985"/>
              <a:ext cx="614" cy="339"/>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grpSp>
      <p:sp>
        <p:nvSpPr>
          <p:cNvPr id="33811" name="Rectangle 50"/>
          <p:cNvSpPr>
            <a:spLocks noChangeArrowheads="1"/>
          </p:cNvSpPr>
          <p:nvPr>
            <p:custDataLst>
              <p:tags r:id="rId47"/>
            </p:custDataLst>
          </p:nvPr>
        </p:nvSpPr>
        <p:spPr bwMode="auto">
          <a:xfrm>
            <a:off x="368300" y="1879918"/>
            <a:ext cx="538163" cy="5381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33812" name="Rectangle 51"/>
          <p:cNvSpPr>
            <a:spLocks noChangeArrowheads="1"/>
          </p:cNvSpPr>
          <p:nvPr>
            <p:custDataLst>
              <p:tags r:id="rId48"/>
            </p:custDataLst>
          </p:nvPr>
        </p:nvSpPr>
        <p:spPr bwMode="auto">
          <a:xfrm>
            <a:off x="2676525" y="1340168"/>
            <a:ext cx="917575" cy="5397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TC</a:t>
            </a:r>
            <a:endParaRPr lang="en-US" sz="2400" i="1">
              <a:latin typeface="Arial" panose="020B0604020202020204"/>
              <a:cs typeface="Arial" panose="020B0604020202020204"/>
            </a:endParaRPr>
          </a:p>
        </p:txBody>
      </p:sp>
      <p:sp>
        <p:nvSpPr>
          <p:cNvPr id="33813" name="Rectangle 52"/>
          <p:cNvSpPr>
            <a:spLocks noChangeArrowheads="1"/>
          </p:cNvSpPr>
          <p:nvPr>
            <p:custDataLst>
              <p:tags r:id="rId49"/>
            </p:custDataLst>
          </p:nvPr>
        </p:nvSpPr>
        <p:spPr bwMode="auto">
          <a:xfrm>
            <a:off x="1881188" y="1340168"/>
            <a:ext cx="795337" cy="5397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VC</a:t>
            </a:r>
            <a:endParaRPr lang="en-US" sz="2400" i="1">
              <a:latin typeface="Arial" panose="020B0604020202020204"/>
              <a:cs typeface="Arial" panose="020B0604020202020204"/>
            </a:endParaRPr>
          </a:p>
        </p:txBody>
      </p:sp>
      <p:sp>
        <p:nvSpPr>
          <p:cNvPr id="33814" name="Rectangle 53"/>
          <p:cNvSpPr>
            <a:spLocks noChangeArrowheads="1"/>
          </p:cNvSpPr>
          <p:nvPr>
            <p:custDataLst>
              <p:tags r:id="rId50"/>
            </p:custDataLst>
          </p:nvPr>
        </p:nvSpPr>
        <p:spPr bwMode="auto">
          <a:xfrm>
            <a:off x="906463" y="1340168"/>
            <a:ext cx="974725" cy="5397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FC</a:t>
            </a:r>
            <a:endParaRPr lang="en-US" sz="2400" i="1">
              <a:latin typeface="Arial" panose="020B0604020202020204"/>
              <a:cs typeface="Arial" panose="020B0604020202020204"/>
            </a:endParaRPr>
          </a:p>
        </p:txBody>
      </p:sp>
      <p:sp>
        <p:nvSpPr>
          <p:cNvPr id="33815" name="Rectangle 54"/>
          <p:cNvSpPr>
            <a:spLocks noChangeArrowheads="1"/>
          </p:cNvSpPr>
          <p:nvPr>
            <p:custDataLst>
              <p:tags r:id="rId51"/>
            </p:custDataLst>
          </p:nvPr>
        </p:nvSpPr>
        <p:spPr bwMode="auto">
          <a:xfrm>
            <a:off x="368300" y="1340168"/>
            <a:ext cx="538163" cy="5397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33816" name="Line 55"/>
          <p:cNvSpPr>
            <a:spLocks noChangeShapeType="1"/>
          </p:cNvSpPr>
          <p:nvPr>
            <p:custDataLst>
              <p:tags r:id="rId52"/>
            </p:custDataLst>
          </p:nvPr>
        </p:nvSpPr>
        <p:spPr bwMode="auto">
          <a:xfrm>
            <a:off x="368300" y="1340168"/>
            <a:ext cx="322580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3817" name="Line 56"/>
          <p:cNvSpPr>
            <a:spLocks noChangeShapeType="1"/>
          </p:cNvSpPr>
          <p:nvPr>
            <p:custDataLst>
              <p:tags r:id="rId53"/>
            </p:custDataLst>
          </p:nvPr>
        </p:nvSpPr>
        <p:spPr bwMode="auto">
          <a:xfrm>
            <a:off x="368300" y="1879918"/>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18" name="Line 57"/>
          <p:cNvSpPr>
            <a:spLocks noChangeShapeType="1"/>
          </p:cNvSpPr>
          <p:nvPr>
            <p:custDataLst>
              <p:tags r:id="rId54"/>
            </p:custDataLst>
          </p:nvPr>
        </p:nvSpPr>
        <p:spPr bwMode="auto">
          <a:xfrm>
            <a:off x="368300" y="2418080"/>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19" name="Line 58"/>
          <p:cNvSpPr>
            <a:spLocks noChangeShapeType="1"/>
          </p:cNvSpPr>
          <p:nvPr>
            <p:custDataLst>
              <p:tags r:id="rId55"/>
            </p:custDataLst>
          </p:nvPr>
        </p:nvSpPr>
        <p:spPr bwMode="auto">
          <a:xfrm>
            <a:off x="368300" y="2956243"/>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0" name="Line 59"/>
          <p:cNvSpPr>
            <a:spLocks noChangeShapeType="1"/>
          </p:cNvSpPr>
          <p:nvPr>
            <p:custDataLst>
              <p:tags r:id="rId56"/>
            </p:custDataLst>
          </p:nvPr>
        </p:nvSpPr>
        <p:spPr bwMode="auto">
          <a:xfrm>
            <a:off x="368300" y="3494405"/>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1" name="Line 60"/>
          <p:cNvSpPr>
            <a:spLocks noChangeShapeType="1"/>
          </p:cNvSpPr>
          <p:nvPr>
            <p:custDataLst>
              <p:tags r:id="rId57"/>
            </p:custDataLst>
          </p:nvPr>
        </p:nvSpPr>
        <p:spPr bwMode="auto">
          <a:xfrm>
            <a:off x="368300" y="4034155"/>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2" name="Line 61"/>
          <p:cNvSpPr>
            <a:spLocks noChangeShapeType="1"/>
          </p:cNvSpPr>
          <p:nvPr>
            <p:custDataLst>
              <p:tags r:id="rId58"/>
            </p:custDataLst>
          </p:nvPr>
        </p:nvSpPr>
        <p:spPr bwMode="auto">
          <a:xfrm>
            <a:off x="368300" y="4572318"/>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3" name="Line 62"/>
          <p:cNvSpPr>
            <a:spLocks noChangeShapeType="1"/>
          </p:cNvSpPr>
          <p:nvPr>
            <p:custDataLst>
              <p:tags r:id="rId59"/>
            </p:custDataLst>
          </p:nvPr>
        </p:nvSpPr>
        <p:spPr bwMode="auto">
          <a:xfrm>
            <a:off x="368300" y="5112068"/>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4" name="Line 63"/>
          <p:cNvSpPr>
            <a:spLocks noChangeShapeType="1"/>
          </p:cNvSpPr>
          <p:nvPr>
            <p:custDataLst>
              <p:tags r:id="rId60"/>
            </p:custDataLst>
          </p:nvPr>
        </p:nvSpPr>
        <p:spPr bwMode="auto">
          <a:xfrm>
            <a:off x="368300" y="5648643"/>
            <a:ext cx="32258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5" name="Line 64"/>
          <p:cNvSpPr>
            <a:spLocks noChangeShapeType="1"/>
          </p:cNvSpPr>
          <p:nvPr>
            <p:custDataLst>
              <p:tags r:id="rId61"/>
            </p:custDataLst>
          </p:nvPr>
        </p:nvSpPr>
        <p:spPr bwMode="auto">
          <a:xfrm>
            <a:off x="368300" y="6188393"/>
            <a:ext cx="322580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3826" name="Line 65"/>
          <p:cNvSpPr>
            <a:spLocks noChangeShapeType="1"/>
          </p:cNvSpPr>
          <p:nvPr>
            <p:custDataLst>
              <p:tags r:id="rId62"/>
            </p:custDataLst>
          </p:nvPr>
        </p:nvSpPr>
        <p:spPr bwMode="auto">
          <a:xfrm>
            <a:off x="368300" y="1340168"/>
            <a:ext cx="0" cy="4848225"/>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3827" name="Line 66"/>
          <p:cNvSpPr>
            <a:spLocks noChangeShapeType="1"/>
          </p:cNvSpPr>
          <p:nvPr>
            <p:custDataLst>
              <p:tags r:id="rId63"/>
            </p:custDataLst>
          </p:nvPr>
        </p:nvSpPr>
        <p:spPr bwMode="auto">
          <a:xfrm>
            <a:off x="906463" y="1340168"/>
            <a:ext cx="0" cy="48482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8" name="Line 67"/>
          <p:cNvSpPr>
            <a:spLocks noChangeShapeType="1"/>
          </p:cNvSpPr>
          <p:nvPr>
            <p:custDataLst>
              <p:tags r:id="rId64"/>
            </p:custDataLst>
          </p:nvPr>
        </p:nvSpPr>
        <p:spPr bwMode="auto">
          <a:xfrm>
            <a:off x="1881188" y="1340168"/>
            <a:ext cx="0" cy="48482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29" name="Line 68"/>
          <p:cNvSpPr>
            <a:spLocks noChangeShapeType="1"/>
          </p:cNvSpPr>
          <p:nvPr>
            <p:custDataLst>
              <p:tags r:id="rId65"/>
            </p:custDataLst>
          </p:nvPr>
        </p:nvSpPr>
        <p:spPr bwMode="auto">
          <a:xfrm>
            <a:off x="2676525" y="1340168"/>
            <a:ext cx="0" cy="48482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3830" name="Line 69"/>
          <p:cNvSpPr>
            <a:spLocks noChangeShapeType="1"/>
          </p:cNvSpPr>
          <p:nvPr>
            <p:custDataLst>
              <p:tags r:id="rId66"/>
            </p:custDataLst>
          </p:nvPr>
        </p:nvSpPr>
        <p:spPr bwMode="auto">
          <a:xfrm>
            <a:off x="3594100" y="1340168"/>
            <a:ext cx="0" cy="4848225"/>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3832" name="Line 71"/>
          <p:cNvSpPr>
            <a:spLocks noChangeShapeType="1"/>
          </p:cNvSpPr>
          <p:nvPr>
            <p:custDataLst>
              <p:tags r:id="rId67"/>
            </p:custDataLst>
          </p:nvPr>
        </p:nvSpPr>
        <p:spPr bwMode="auto">
          <a:xfrm>
            <a:off x="5180013" y="785813"/>
            <a:ext cx="1587" cy="45481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3" name="Line 72"/>
          <p:cNvSpPr>
            <a:spLocks noChangeShapeType="1"/>
          </p:cNvSpPr>
          <p:nvPr>
            <p:custDataLst>
              <p:tags r:id="rId68"/>
            </p:custDataLst>
          </p:nvPr>
        </p:nvSpPr>
        <p:spPr bwMode="auto">
          <a:xfrm>
            <a:off x="5094288" y="5334000"/>
            <a:ext cx="85725" cy="1588"/>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4" name="Line 73"/>
          <p:cNvSpPr>
            <a:spLocks noChangeShapeType="1"/>
          </p:cNvSpPr>
          <p:nvPr>
            <p:custDataLst>
              <p:tags r:id="rId69"/>
            </p:custDataLst>
          </p:nvPr>
        </p:nvSpPr>
        <p:spPr bwMode="auto">
          <a:xfrm>
            <a:off x="5094288" y="4765675"/>
            <a:ext cx="85725" cy="1588"/>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5" name="Line 74"/>
          <p:cNvSpPr>
            <a:spLocks noChangeShapeType="1"/>
          </p:cNvSpPr>
          <p:nvPr>
            <p:custDataLst>
              <p:tags r:id="rId70"/>
            </p:custDataLst>
          </p:nvPr>
        </p:nvSpPr>
        <p:spPr bwMode="auto">
          <a:xfrm>
            <a:off x="5094288" y="4195763"/>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6" name="Line 75"/>
          <p:cNvSpPr>
            <a:spLocks noChangeShapeType="1"/>
          </p:cNvSpPr>
          <p:nvPr>
            <p:custDataLst>
              <p:tags r:id="rId71"/>
            </p:custDataLst>
          </p:nvPr>
        </p:nvSpPr>
        <p:spPr bwMode="auto">
          <a:xfrm>
            <a:off x="5094288" y="3627438"/>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7" name="Line 76"/>
          <p:cNvSpPr>
            <a:spLocks noChangeShapeType="1"/>
          </p:cNvSpPr>
          <p:nvPr>
            <p:custDataLst>
              <p:tags r:id="rId72"/>
            </p:custDataLst>
          </p:nvPr>
        </p:nvSpPr>
        <p:spPr bwMode="auto">
          <a:xfrm>
            <a:off x="5094288" y="3059113"/>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8" name="Line 77"/>
          <p:cNvSpPr>
            <a:spLocks noChangeShapeType="1"/>
          </p:cNvSpPr>
          <p:nvPr>
            <p:custDataLst>
              <p:tags r:id="rId73"/>
            </p:custDataLst>
          </p:nvPr>
        </p:nvSpPr>
        <p:spPr bwMode="auto">
          <a:xfrm>
            <a:off x="5094288" y="2490788"/>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39" name="Line 78"/>
          <p:cNvSpPr>
            <a:spLocks noChangeShapeType="1"/>
          </p:cNvSpPr>
          <p:nvPr>
            <p:custDataLst>
              <p:tags r:id="rId74"/>
            </p:custDataLst>
          </p:nvPr>
        </p:nvSpPr>
        <p:spPr bwMode="auto">
          <a:xfrm>
            <a:off x="5094288" y="1922463"/>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0" name="Line 79"/>
          <p:cNvSpPr>
            <a:spLocks noChangeShapeType="1"/>
          </p:cNvSpPr>
          <p:nvPr>
            <p:custDataLst>
              <p:tags r:id="rId75"/>
            </p:custDataLst>
          </p:nvPr>
        </p:nvSpPr>
        <p:spPr bwMode="auto">
          <a:xfrm>
            <a:off x="5094288" y="1354138"/>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1" name="Line 80"/>
          <p:cNvSpPr>
            <a:spLocks noChangeShapeType="1"/>
          </p:cNvSpPr>
          <p:nvPr>
            <p:custDataLst>
              <p:tags r:id="rId76"/>
            </p:custDataLst>
          </p:nvPr>
        </p:nvSpPr>
        <p:spPr bwMode="auto">
          <a:xfrm>
            <a:off x="5094288" y="785813"/>
            <a:ext cx="85725" cy="1587"/>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2" name="Line 81"/>
          <p:cNvSpPr>
            <a:spLocks noChangeShapeType="1"/>
          </p:cNvSpPr>
          <p:nvPr>
            <p:custDataLst>
              <p:tags r:id="rId77"/>
            </p:custDataLst>
          </p:nvPr>
        </p:nvSpPr>
        <p:spPr bwMode="auto">
          <a:xfrm>
            <a:off x="5180013" y="5334000"/>
            <a:ext cx="3463925" cy="1588"/>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3" name="Line 82"/>
          <p:cNvSpPr>
            <a:spLocks noChangeShapeType="1"/>
          </p:cNvSpPr>
          <p:nvPr>
            <p:custDataLst>
              <p:tags r:id="rId78"/>
            </p:custDataLst>
          </p:nvPr>
        </p:nvSpPr>
        <p:spPr bwMode="auto">
          <a:xfrm flipV="1">
            <a:off x="5180013" y="5334000"/>
            <a:ext cx="1587"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4" name="Line 83"/>
          <p:cNvSpPr>
            <a:spLocks noChangeShapeType="1"/>
          </p:cNvSpPr>
          <p:nvPr>
            <p:custDataLst>
              <p:tags r:id="rId79"/>
            </p:custDataLst>
          </p:nvPr>
        </p:nvSpPr>
        <p:spPr bwMode="auto">
          <a:xfrm flipV="1">
            <a:off x="5619750" y="5334000"/>
            <a:ext cx="1588"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5" name="Line 84"/>
          <p:cNvSpPr>
            <a:spLocks noChangeShapeType="1"/>
          </p:cNvSpPr>
          <p:nvPr>
            <p:custDataLst>
              <p:tags r:id="rId80"/>
            </p:custDataLst>
          </p:nvPr>
        </p:nvSpPr>
        <p:spPr bwMode="auto">
          <a:xfrm flipV="1">
            <a:off x="6059488" y="5334000"/>
            <a:ext cx="1587"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6" name="Line 85"/>
          <p:cNvSpPr>
            <a:spLocks noChangeShapeType="1"/>
          </p:cNvSpPr>
          <p:nvPr>
            <p:custDataLst>
              <p:tags r:id="rId81"/>
            </p:custDataLst>
          </p:nvPr>
        </p:nvSpPr>
        <p:spPr bwMode="auto">
          <a:xfrm flipV="1">
            <a:off x="6499225" y="5334000"/>
            <a:ext cx="1588"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7" name="Line 86"/>
          <p:cNvSpPr>
            <a:spLocks noChangeShapeType="1"/>
          </p:cNvSpPr>
          <p:nvPr>
            <p:custDataLst>
              <p:tags r:id="rId82"/>
            </p:custDataLst>
          </p:nvPr>
        </p:nvSpPr>
        <p:spPr bwMode="auto">
          <a:xfrm flipV="1">
            <a:off x="6938963" y="5334000"/>
            <a:ext cx="1587"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8" name="Line 87"/>
          <p:cNvSpPr>
            <a:spLocks noChangeShapeType="1"/>
          </p:cNvSpPr>
          <p:nvPr>
            <p:custDataLst>
              <p:tags r:id="rId83"/>
            </p:custDataLst>
          </p:nvPr>
        </p:nvSpPr>
        <p:spPr bwMode="auto">
          <a:xfrm flipV="1">
            <a:off x="7367588" y="5334000"/>
            <a:ext cx="1587"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49" name="Line 88"/>
          <p:cNvSpPr>
            <a:spLocks noChangeShapeType="1"/>
          </p:cNvSpPr>
          <p:nvPr>
            <p:custDataLst>
              <p:tags r:id="rId84"/>
            </p:custDataLst>
          </p:nvPr>
        </p:nvSpPr>
        <p:spPr bwMode="auto">
          <a:xfrm flipV="1">
            <a:off x="7807325" y="5334000"/>
            <a:ext cx="1588"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sp>
        <p:nvSpPr>
          <p:cNvPr id="33850" name="Line 89"/>
          <p:cNvSpPr>
            <a:spLocks noChangeShapeType="1"/>
          </p:cNvSpPr>
          <p:nvPr>
            <p:custDataLst>
              <p:tags r:id="rId85"/>
            </p:custDataLst>
          </p:nvPr>
        </p:nvSpPr>
        <p:spPr bwMode="auto">
          <a:xfrm flipV="1">
            <a:off x="8247063" y="5334000"/>
            <a:ext cx="1587" cy="85725"/>
          </a:xfrm>
          <a:prstGeom prst="line">
            <a:avLst/>
          </a:prstGeom>
          <a:noFill/>
          <a:ln w="22225">
            <a:solidFill>
              <a:srgbClr val="000000"/>
            </a:solidFill>
            <a:round/>
          </a:ln>
        </p:spPr>
        <p:txBody>
          <a:bodyPr/>
          <a:lstStyle/>
          <a:p>
            <a:endParaRPr lang="en-US">
              <a:latin typeface="Arial" panose="020B0604020202020204"/>
              <a:cs typeface="Arial" panose="020B0604020202020204"/>
            </a:endParaRPr>
          </a:p>
        </p:txBody>
      </p:sp>
      <p:grpSp>
        <p:nvGrpSpPr>
          <p:cNvPr id="9" name="Group 90"/>
          <p:cNvGrpSpPr/>
          <p:nvPr/>
        </p:nvGrpSpPr>
        <p:grpSpPr bwMode="auto">
          <a:xfrm>
            <a:off x="5126038" y="4711700"/>
            <a:ext cx="3560762" cy="96838"/>
            <a:chOff x="3229" y="2968"/>
            <a:chExt cx="2243" cy="61"/>
          </a:xfrm>
        </p:grpSpPr>
        <p:sp>
          <p:nvSpPr>
            <p:cNvPr id="33893" name="Freeform 91"/>
            <p:cNvSpPr/>
            <p:nvPr>
              <p:custDataLst>
                <p:tags r:id="rId86"/>
              </p:custDataLst>
            </p:nvPr>
          </p:nvSpPr>
          <p:spPr bwMode="auto">
            <a:xfrm>
              <a:off x="3263" y="3002"/>
              <a:ext cx="2209" cy="1"/>
            </a:xfrm>
            <a:custGeom>
              <a:avLst/>
              <a:gdLst>
                <a:gd name="T0" fmla="*/ 0 w 327"/>
                <a:gd name="T1" fmla="*/ 0 h 1"/>
                <a:gd name="T2" fmla="*/ 576779 w 327"/>
                <a:gd name="T3" fmla="*/ 0 h 1"/>
                <a:gd name="T4" fmla="*/ 1153605 w 327"/>
                <a:gd name="T5" fmla="*/ 0 h 1"/>
                <a:gd name="T6" fmla="*/ 1730701 w 327"/>
                <a:gd name="T7" fmla="*/ 0 h 1"/>
                <a:gd name="T8" fmla="*/ 2307479 w 327"/>
                <a:gd name="T9" fmla="*/ 0 h 1"/>
                <a:gd name="T10" fmla="*/ 2869788 w 327"/>
                <a:gd name="T11" fmla="*/ 0 h 1"/>
                <a:gd name="T12" fmla="*/ 3446566 w 327"/>
                <a:gd name="T13" fmla="*/ 0 h 1"/>
                <a:gd name="T14" fmla="*/ 4023346 w 327"/>
                <a:gd name="T15" fmla="*/ 0 h 1"/>
                <a:gd name="T16" fmla="*/ 4600442 w 327"/>
                <a:gd name="T17" fmla="*/ 0 h 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7"/>
                <a:gd name="T28" fmla="*/ 0 h 1"/>
                <a:gd name="T29" fmla="*/ 327 w 327"/>
                <a:gd name="T30" fmla="*/ 1 h 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7" h="1">
                  <a:moveTo>
                    <a:pt x="0" y="0"/>
                  </a:moveTo>
                  <a:lnTo>
                    <a:pt x="41" y="0"/>
                  </a:lnTo>
                  <a:lnTo>
                    <a:pt x="82" y="0"/>
                  </a:lnTo>
                  <a:lnTo>
                    <a:pt x="123" y="0"/>
                  </a:lnTo>
                  <a:lnTo>
                    <a:pt x="164" y="0"/>
                  </a:lnTo>
                  <a:lnTo>
                    <a:pt x="204" y="0"/>
                  </a:lnTo>
                  <a:lnTo>
                    <a:pt x="245" y="0"/>
                  </a:lnTo>
                  <a:lnTo>
                    <a:pt x="286" y="0"/>
                  </a:lnTo>
                  <a:lnTo>
                    <a:pt x="327" y="0"/>
                  </a:lnTo>
                </a:path>
              </a:pathLst>
            </a:custGeom>
            <a:noFill/>
            <a:ln w="22225">
              <a:solidFill>
                <a:srgbClr val="000080"/>
              </a:solidFill>
              <a:round/>
            </a:ln>
          </p:spPr>
          <p:txBody>
            <a:bodyPr/>
            <a:lstStyle/>
            <a:p>
              <a:endParaRPr lang="en-US">
                <a:latin typeface="Arial" panose="020B0604020202020204"/>
                <a:cs typeface="Arial" panose="020B0604020202020204"/>
              </a:endParaRPr>
            </a:p>
          </p:txBody>
        </p:sp>
        <p:sp>
          <p:nvSpPr>
            <p:cNvPr id="33894" name="Oval 92"/>
            <p:cNvSpPr>
              <a:spLocks noChangeArrowheads="1"/>
            </p:cNvSpPr>
            <p:nvPr>
              <p:custDataLst>
                <p:tags r:id="rId87"/>
              </p:custDataLst>
            </p:nvPr>
          </p:nvSpPr>
          <p:spPr bwMode="auto">
            <a:xfrm>
              <a:off x="3229"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895" name="Oval 93"/>
            <p:cNvSpPr>
              <a:spLocks noChangeArrowheads="1"/>
            </p:cNvSpPr>
            <p:nvPr>
              <p:custDataLst>
                <p:tags r:id="rId88"/>
              </p:custDataLst>
            </p:nvPr>
          </p:nvSpPr>
          <p:spPr bwMode="auto">
            <a:xfrm>
              <a:off x="3506"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896" name="Oval 94"/>
            <p:cNvSpPr>
              <a:spLocks noChangeArrowheads="1"/>
            </p:cNvSpPr>
            <p:nvPr>
              <p:custDataLst>
                <p:tags r:id="rId89"/>
              </p:custDataLst>
            </p:nvPr>
          </p:nvSpPr>
          <p:spPr bwMode="auto">
            <a:xfrm>
              <a:off x="3783"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897" name="Oval 95"/>
            <p:cNvSpPr>
              <a:spLocks noChangeArrowheads="1"/>
            </p:cNvSpPr>
            <p:nvPr>
              <p:custDataLst>
                <p:tags r:id="rId90"/>
              </p:custDataLst>
            </p:nvPr>
          </p:nvSpPr>
          <p:spPr bwMode="auto">
            <a:xfrm>
              <a:off x="4060"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898" name="Oval 96"/>
            <p:cNvSpPr>
              <a:spLocks noChangeArrowheads="1"/>
            </p:cNvSpPr>
            <p:nvPr>
              <p:custDataLst>
                <p:tags r:id="rId91"/>
              </p:custDataLst>
            </p:nvPr>
          </p:nvSpPr>
          <p:spPr bwMode="auto">
            <a:xfrm>
              <a:off x="4337"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899" name="Oval 97"/>
            <p:cNvSpPr>
              <a:spLocks noChangeArrowheads="1"/>
            </p:cNvSpPr>
            <p:nvPr>
              <p:custDataLst>
                <p:tags r:id="rId92"/>
              </p:custDataLst>
            </p:nvPr>
          </p:nvSpPr>
          <p:spPr bwMode="auto">
            <a:xfrm>
              <a:off x="4607"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900" name="Oval 98"/>
            <p:cNvSpPr>
              <a:spLocks noChangeArrowheads="1"/>
            </p:cNvSpPr>
            <p:nvPr>
              <p:custDataLst>
                <p:tags r:id="rId93"/>
              </p:custDataLst>
            </p:nvPr>
          </p:nvSpPr>
          <p:spPr bwMode="auto">
            <a:xfrm>
              <a:off x="4884"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901" name="Oval 99"/>
            <p:cNvSpPr>
              <a:spLocks noChangeArrowheads="1"/>
            </p:cNvSpPr>
            <p:nvPr>
              <p:custDataLst>
                <p:tags r:id="rId94"/>
              </p:custDataLst>
            </p:nvPr>
          </p:nvSpPr>
          <p:spPr bwMode="auto">
            <a:xfrm>
              <a:off x="5161" y="2968"/>
              <a:ext cx="61" cy="61"/>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grpSp>
      <p:grpSp>
        <p:nvGrpSpPr>
          <p:cNvPr id="10" name="Group 100"/>
          <p:cNvGrpSpPr/>
          <p:nvPr/>
        </p:nvGrpSpPr>
        <p:grpSpPr bwMode="auto">
          <a:xfrm>
            <a:off x="5126038" y="1236663"/>
            <a:ext cx="3560762" cy="4140200"/>
            <a:chOff x="3229" y="779"/>
            <a:chExt cx="2243" cy="2608"/>
          </a:xfrm>
        </p:grpSpPr>
        <p:sp>
          <p:nvSpPr>
            <p:cNvPr id="33884" name="Freeform 101"/>
            <p:cNvSpPr/>
            <p:nvPr>
              <p:custDataLst>
                <p:tags r:id="rId95"/>
              </p:custDataLst>
            </p:nvPr>
          </p:nvSpPr>
          <p:spPr bwMode="auto">
            <a:xfrm>
              <a:off x="3263" y="779"/>
              <a:ext cx="2209" cy="2581"/>
            </a:xfrm>
            <a:custGeom>
              <a:avLst/>
              <a:gdLst>
                <a:gd name="T0" fmla="*/ 0 w 327"/>
                <a:gd name="T1" fmla="*/ 5378905 h 382"/>
                <a:gd name="T2" fmla="*/ 576779 w 327"/>
                <a:gd name="T3" fmla="*/ 4857983 h 382"/>
                <a:gd name="T4" fmla="*/ 1153605 w 327"/>
                <a:gd name="T5" fmla="*/ 4478583 h 382"/>
                <a:gd name="T6" fmla="*/ 1730701 w 327"/>
                <a:gd name="T7" fmla="*/ 4182491 h 382"/>
                <a:gd name="T8" fmla="*/ 2307479 w 327"/>
                <a:gd name="T9" fmla="*/ 3815732 h 382"/>
                <a:gd name="T10" fmla="*/ 2869788 w 327"/>
                <a:gd name="T11" fmla="*/ 3294761 h 382"/>
                <a:gd name="T12" fmla="*/ 3446566 w 327"/>
                <a:gd name="T13" fmla="*/ 2548643 h 382"/>
                <a:gd name="T14" fmla="*/ 4023346 w 327"/>
                <a:gd name="T15" fmla="*/ 1492237 h 382"/>
                <a:gd name="T16" fmla="*/ 4600442 w 327"/>
                <a:gd name="T17" fmla="*/ 0 h 3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7"/>
                <a:gd name="T28" fmla="*/ 0 h 382"/>
                <a:gd name="T29" fmla="*/ 327 w 327"/>
                <a:gd name="T30" fmla="*/ 382 h 3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7" h="382">
                  <a:moveTo>
                    <a:pt x="0" y="382"/>
                  </a:moveTo>
                  <a:lnTo>
                    <a:pt x="41" y="345"/>
                  </a:lnTo>
                  <a:lnTo>
                    <a:pt x="82" y="318"/>
                  </a:lnTo>
                  <a:lnTo>
                    <a:pt x="123" y="297"/>
                  </a:lnTo>
                  <a:lnTo>
                    <a:pt x="164" y="271"/>
                  </a:lnTo>
                  <a:lnTo>
                    <a:pt x="204" y="234"/>
                  </a:lnTo>
                  <a:lnTo>
                    <a:pt x="245" y="181"/>
                  </a:lnTo>
                  <a:lnTo>
                    <a:pt x="286" y="106"/>
                  </a:lnTo>
                  <a:lnTo>
                    <a:pt x="327" y="0"/>
                  </a:lnTo>
                </a:path>
              </a:pathLst>
            </a:custGeom>
            <a:noFill/>
            <a:ln w="22225">
              <a:solidFill>
                <a:srgbClr val="FF6600"/>
              </a:solidFill>
              <a:round/>
            </a:ln>
          </p:spPr>
          <p:txBody>
            <a:bodyPr/>
            <a:lstStyle/>
            <a:p>
              <a:endParaRPr lang="en-US">
                <a:latin typeface="Arial" panose="020B0604020202020204"/>
                <a:cs typeface="Arial" panose="020B0604020202020204"/>
              </a:endParaRPr>
            </a:p>
          </p:txBody>
        </p:sp>
        <p:sp>
          <p:nvSpPr>
            <p:cNvPr id="33885" name="Oval 102"/>
            <p:cNvSpPr>
              <a:spLocks noChangeArrowheads="1"/>
            </p:cNvSpPr>
            <p:nvPr>
              <p:custDataLst>
                <p:tags r:id="rId96"/>
              </p:custDataLst>
            </p:nvPr>
          </p:nvSpPr>
          <p:spPr bwMode="auto">
            <a:xfrm>
              <a:off x="3229" y="3326"/>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86" name="Oval 103"/>
            <p:cNvSpPr>
              <a:spLocks noChangeArrowheads="1"/>
            </p:cNvSpPr>
            <p:nvPr>
              <p:custDataLst>
                <p:tags r:id="rId97"/>
              </p:custDataLst>
            </p:nvPr>
          </p:nvSpPr>
          <p:spPr bwMode="auto">
            <a:xfrm>
              <a:off x="3506" y="3076"/>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87" name="Oval 104"/>
            <p:cNvSpPr>
              <a:spLocks noChangeArrowheads="1"/>
            </p:cNvSpPr>
            <p:nvPr>
              <p:custDataLst>
                <p:tags r:id="rId98"/>
              </p:custDataLst>
            </p:nvPr>
          </p:nvSpPr>
          <p:spPr bwMode="auto">
            <a:xfrm>
              <a:off x="3783" y="2893"/>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88" name="Oval 105"/>
            <p:cNvSpPr>
              <a:spLocks noChangeArrowheads="1"/>
            </p:cNvSpPr>
            <p:nvPr>
              <p:custDataLst>
                <p:tags r:id="rId99"/>
              </p:custDataLst>
            </p:nvPr>
          </p:nvSpPr>
          <p:spPr bwMode="auto">
            <a:xfrm>
              <a:off x="4060" y="2752"/>
              <a:ext cx="61" cy="60"/>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89" name="Oval 106"/>
            <p:cNvSpPr>
              <a:spLocks noChangeArrowheads="1"/>
            </p:cNvSpPr>
            <p:nvPr>
              <p:custDataLst>
                <p:tags r:id="rId100"/>
              </p:custDataLst>
            </p:nvPr>
          </p:nvSpPr>
          <p:spPr bwMode="auto">
            <a:xfrm>
              <a:off x="4337" y="2576"/>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90" name="Oval 107"/>
            <p:cNvSpPr>
              <a:spLocks noChangeArrowheads="1"/>
            </p:cNvSpPr>
            <p:nvPr>
              <p:custDataLst>
                <p:tags r:id="rId101"/>
              </p:custDataLst>
            </p:nvPr>
          </p:nvSpPr>
          <p:spPr bwMode="auto">
            <a:xfrm>
              <a:off x="4607" y="2326"/>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91" name="Oval 108"/>
            <p:cNvSpPr>
              <a:spLocks noChangeArrowheads="1"/>
            </p:cNvSpPr>
            <p:nvPr>
              <p:custDataLst>
                <p:tags r:id="rId102"/>
              </p:custDataLst>
            </p:nvPr>
          </p:nvSpPr>
          <p:spPr bwMode="auto">
            <a:xfrm>
              <a:off x="4884" y="1968"/>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92" name="Oval 109"/>
            <p:cNvSpPr>
              <a:spLocks noChangeArrowheads="1"/>
            </p:cNvSpPr>
            <p:nvPr>
              <p:custDataLst>
                <p:tags r:id="rId103"/>
              </p:custDataLst>
            </p:nvPr>
          </p:nvSpPr>
          <p:spPr bwMode="auto">
            <a:xfrm>
              <a:off x="5161" y="1461"/>
              <a:ext cx="61" cy="61"/>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grpSp>
      <p:sp>
        <p:nvSpPr>
          <p:cNvPr id="33853" name="Rectangle 110"/>
          <p:cNvSpPr>
            <a:spLocks noChangeArrowheads="1"/>
          </p:cNvSpPr>
          <p:nvPr>
            <p:custDataLst>
              <p:tags r:id="rId104"/>
            </p:custDataLst>
          </p:nvPr>
        </p:nvSpPr>
        <p:spPr bwMode="auto">
          <a:xfrm>
            <a:off x="4600575" y="5203825"/>
            <a:ext cx="282575"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33854" name="Rectangle 111"/>
          <p:cNvSpPr>
            <a:spLocks noChangeArrowheads="1"/>
          </p:cNvSpPr>
          <p:nvPr>
            <p:custDataLst>
              <p:tags r:id="rId105"/>
            </p:custDataLst>
          </p:nvPr>
        </p:nvSpPr>
        <p:spPr bwMode="auto">
          <a:xfrm>
            <a:off x="4321175" y="4635500"/>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$100</a:t>
            </a:r>
            <a:endParaRPr lang="en-US">
              <a:latin typeface="Arial" panose="020B0604020202020204"/>
              <a:cs typeface="Arial" panose="020B0604020202020204"/>
            </a:endParaRPr>
          </a:p>
        </p:txBody>
      </p:sp>
      <p:sp>
        <p:nvSpPr>
          <p:cNvPr id="33855" name="Rectangle 112"/>
          <p:cNvSpPr>
            <a:spLocks noChangeArrowheads="1"/>
          </p:cNvSpPr>
          <p:nvPr>
            <p:custDataLst>
              <p:tags r:id="rId106"/>
            </p:custDataLst>
          </p:nvPr>
        </p:nvSpPr>
        <p:spPr bwMode="auto">
          <a:xfrm>
            <a:off x="4321175" y="4067175"/>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$200</a:t>
            </a:r>
            <a:endParaRPr lang="en-US">
              <a:latin typeface="Arial" panose="020B0604020202020204"/>
              <a:cs typeface="Arial" panose="020B0604020202020204"/>
            </a:endParaRPr>
          </a:p>
        </p:txBody>
      </p:sp>
      <p:sp>
        <p:nvSpPr>
          <p:cNvPr id="33856" name="Rectangle 113"/>
          <p:cNvSpPr>
            <a:spLocks noChangeArrowheads="1"/>
          </p:cNvSpPr>
          <p:nvPr>
            <p:custDataLst>
              <p:tags r:id="rId107"/>
            </p:custDataLst>
          </p:nvPr>
        </p:nvSpPr>
        <p:spPr bwMode="auto">
          <a:xfrm>
            <a:off x="4321175" y="3498850"/>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$300</a:t>
            </a:r>
            <a:endParaRPr lang="en-US">
              <a:latin typeface="Arial" panose="020B0604020202020204"/>
              <a:cs typeface="Arial" panose="020B0604020202020204"/>
            </a:endParaRPr>
          </a:p>
        </p:txBody>
      </p:sp>
      <p:sp>
        <p:nvSpPr>
          <p:cNvPr id="33857" name="Rectangle 114"/>
          <p:cNvSpPr>
            <a:spLocks noChangeArrowheads="1"/>
          </p:cNvSpPr>
          <p:nvPr>
            <p:custDataLst>
              <p:tags r:id="rId108"/>
            </p:custDataLst>
          </p:nvPr>
        </p:nvSpPr>
        <p:spPr bwMode="auto">
          <a:xfrm>
            <a:off x="4321175" y="2930525"/>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$400</a:t>
            </a:r>
            <a:endParaRPr lang="en-US">
              <a:latin typeface="Arial" panose="020B0604020202020204"/>
              <a:cs typeface="Arial" panose="020B0604020202020204"/>
            </a:endParaRPr>
          </a:p>
        </p:txBody>
      </p:sp>
      <p:sp>
        <p:nvSpPr>
          <p:cNvPr id="33858" name="Rectangle 115"/>
          <p:cNvSpPr>
            <a:spLocks noChangeArrowheads="1"/>
          </p:cNvSpPr>
          <p:nvPr>
            <p:custDataLst>
              <p:tags r:id="rId109"/>
            </p:custDataLst>
          </p:nvPr>
        </p:nvSpPr>
        <p:spPr bwMode="auto">
          <a:xfrm>
            <a:off x="4321175" y="2362200"/>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$500</a:t>
            </a:r>
            <a:endParaRPr lang="en-US">
              <a:latin typeface="Arial" panose="020B0604020202020204"/>
              <a:cs typeface="Arial" panose="020B0604020202020204"/>
            </a:endParaRPr>
          </a:p>
        </p:txBody>
      </p:sp>
      <p:sp>
        <p:nvSpPr>
          <p:cNvPr id="33859" name="Rectangle 116"/>
          <p:cNvSpPr>
            <a:spLocks noChangeArrowheads="1"/>
          </p:cNvSpPr>
          <p:nvPr>
            <p:custDataLst>
              <p:tags r:id="rId110"/>
            </p:custDataLst>
          </p:nvPr>
        </p:nvSpPr>
        <p:spPr bwMode="auto">
          <a:xfrm>
            <a:off x="4321175" y="1793875"/>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$600</a:t>
            </a:r>
            <a:endParaRPr lang="en-US">
              <a:latin typeface="Arial" panose="020B0604020202020204"/>
              <a:cs typeface="Arial" panose="020B0604020202020204"/>
            </a:endParaRPr>
          </a:p>
        </p:txBody>
      </p:sp>
      <p:sp>
        <p:nvSpPr>
          <p:cNvPr id="33860" name="Rectangle 117"/>
          <p:cNvSpPr>
            <a:spLocks noChangeArrowheads="1"/>
          </p:cNvSpPr>
          <p:nvPr>
            <p:custDataLst>
              <p:tags r:id="rId111"/>
            </p:custDataLst>
          </p:nvPr>
        </p:nvSpPr>
        <p:spPr bwMode="auto">
          <a:xfrm>
            <a:off x="4321175" y="1225550"/>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$700</a:t>
            </a:r>
            <a:endParaRPr lang="en-US">
              <a:latin typeface="Arial" panose="020B0604020202020204"/>
              <a:cs typeface="Arial" panose="020B0604020202020204"/>
            </a:endParaRPr>
          </a:p>
        </p:txBody>
      </p:sp>
      <p:sp>
        <p:nvSpPr>
          <p:cNvPr id="33861" name="Rectangle 118"/>
          <p:cNvSpPr>
            <a:spLocks noChangeArrowheads="1"/>
          </p:cNvSpPr>
          <p:nvPr>
            <p:custDataLst>
              <p:tags r:id="rId112"/>
            </p:custDataLst>
          </p:nvPr>
        </p:nvSpPr>
        <p:spPr bwMode="auto">
          <a:xfrm>
            <a:off x="4321175" y="657225"/>
            <a:ext cx="565150"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$800</a:t>
            </a:r>
            <a:endParaRPr lang="en-US">
              <a:latin typeface="Arial" panose="020B0604020202020204"/>
              <a:cs typeface="Arial" panose="020B0604020202020204"/>
            </a:endParaRPr>
          </a:p>
        </p:txBody>
      </p:sp>
      <p:sp>
        <p:nvSpPr>
          <p:cNvPr id="33862" name="Rectangle 119"/>
          <p:cNvSpPr>
            <a:spLocks noChangeArrowheads="1"/>
          </p:cNvSpPr>
          <p:nvPr>
            <p:custDataLst>
              <p:tags r:id="rId113"/>
            </p:custDataLst>
          </p:nvPr>
        </p:nvSpPr>
        <p:spPr bwMode="auto">
          <a:xfrm>
            <a:off x="5114925" y="5600700"/>
            <a:ext cx="141288"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33863" name="Rectangle 120"/>
          <p:cNvSpPr>
            <a:spLocks noChangeArrowheads="1"/>
          </p:cNvSpPr>
          <p:nvPr>
            <p:custDataLst>
              <p:tags r:id="rId114"/>
            </p:custDataLst>
          </p:nvPr>
        </p:nvSpPr>
        <p:spPr bwMode="auto">
          <a:xfrm>
            <a:off x="5554663" y="5600700"/>
            <a:ext cx="141287"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33864" name="Rectangle 121"/>
          <p:cNvSpPr>
            <a:spLocks noChangeArrowheads="1"/>
          </p:cNvSpPr>
          <p:nvPr>
            <p:custDataLst>
              <p:tags r:id="rId115"/>
            </p:custDataLst>
          </p:nvPr>
        </p:nvSpPr>
        <p:spPr bwMode="auto">
          <a:xfrm>
            <a:off x="5994400" y="5600700"/>
            <a:ext cx="141288"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33865" name="Rectangle 122"/>
          <p:cNvSpPr>
            <a:spLocks noChangeArrowheads="1"/>
          </p:cNvSpPr>
          <p:nvPr>
            <p:custDataLst>
              <p:tags r:id="rId116"/>
            </p:custDataLst>
          </p:nvPr>
        </p:nvSpPr>
        <p:spPr bwMode="auto">
          <a:xfrm>
            <a:off x="6434138" y="5600700"/>
            <a:ext cx="141287"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33866" name="Rectangle 123"/>
          <p:cNvSpPr>
            <a:spLocks noChangeArrowheads="1"/>
          </p:cNvSpPr>
          <p:nvPr>
            <p:custDataLst>
              <p:tags r:id="rId117"/>
            </p:custDataLst>
          </p:nvPr>
        </p:nvSpPr>
        <p:spPr bwMode="auto">
          <a:xfrm>
            <a:off x="6873875" y="5600700"/>
            <a:ext cx="141288"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33867" name="Rectangle 124"/>
          <p:cNvSpPr>
            <a:spLocks noChangeArrowheads="1"/>
          </p:cNvSpPr>
          <p:nvPr>
            <p:custDataLst>
              <p:tags r:id="rId118"/>
            </p:custDataLst>
          </p:nvPr>
        </p:nvSpPr>
        <p:spPr bwMode="auto">
          <a:xfrm>
            <a:off x="7304088" y="5600700"/>
            <a:ext cx="141287"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33868" name="Rectangle 125"/>
          <p:cNvSpPr>
            <a:spLocks noChangeArrowheads="1"/>
          </p:cNvSpPr>
          <p:nvPr>
            <p:custDataLst>
              <p:tags r:id="rId119"/>
            </p:custDataLst>
          </p:nvPr>
        </p:nvSpPr>
        <p:spPr bwMode="auto">
          <a:xfrm>
            <a:off x="7743825" y="5600700"/>
            <a:ext cx="141288"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a:t>
            </a:r>
            <a:endParaRPr lang="en-US">
              <a:latin typeface="Arial" panose="020B0604020202020204"/>
              <a:cs typeface="Arial" panose="020B0604020202020204"/>
            </a:endParaRPr>
          </a:p>
        </p:txBody>
      </p:sp>
      <p:sp>
        <p:nvSpPr>
          <p:cNvPr id="33869" name="Rectangle 126"/>
          <p:cNvSpPr>
            <a:spLocks noChangeArrowheads="1"/>
          </p:cNvSpPr>
          <p:nvPr>
            <p:custDataLst>
              <p:tags r:id="rId120"/>
            </p:custDataLst>
          </p:nvPr>
        </p:nvSpPr>
        <p:spPr bwMode="auto">
          <a:xfrm>
            <a:off x="8183563" y="5600700"/>
            <a:ext cx="141287" cy="304800"/>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a:t>
            </a:r>
            <a:endParaRPr lang="en-US">
              <a:latin typeface="Arial" panose="020B0604020202020204"/>
              <a:cs typeface="Arial" panose="020B0604020202020204"/>
            </a:endParaRPr>
          </a:p>
        </p:txBody>
      </p:sp>
      <p:sp>
        <p:nvSpPr>
          <p:cNvPr id="33870" name="Rectangle 127"/>
          <p:cNvSpPr>
            <a:spLocks noChangeArrowheads="1"/>
          </p:cNvSpPr>
          <p:nvPr>
            <p:custDataLst>
              <p:tags r:id="rId121"/>
            </p:custDataLst>
          </p:nvPr>
        </p:nvSpPr>
        <p:spPr bwMode="auto">
          <a:xfrm>
            <a:off x="6788150" y="6019800"/>
            <a:ext cx="457200" cy="276860"/>
          </a:xfrm>
          <a:prstGeom prst="rect">
            <a:avLst/>
          </a:prstGeom>
          <a:noFill/>
          <a:ln w="9525">
            <a:noFill/>
            <a:miter lim="800000"/>
          </a:ln>
        </p:spPr>
        <p:txBody>
          <a:bodyPr wrap="none" lIns="0" tIns="0" rIns="0" bIns="0">
            <a:spAutoFit/>
          </a:bodyPr>
          <a:lstStyle/>
          <a:p>
            <a:r>
              <a:rPr lang="zh-CN" altLang="en-US">
                <a:latin typeface="Arial" panose="020B0604020202020204"/>
                <a:cs typeface="Arial" panose="020B0604020202020204"/>
              </a:rPr>
              <a:t>数量</a:t>
            </a:r>
            <a:endParaRPr lang="zh-CN" altLang="en-US">
              <a:latin typeface="Arial" panose="020B0604020202020204"/>
              <a:cs typeface="Arial" panose="020B0604020202020204"/>
            </a:endParaRPr>
          </a:p>
        </p:txBody>
      </p:sp>
      <p:sp>
        <p:nvSpPr>
          <p:cNvPr id="33871" name="Rectangle 128"/>
          <p:cNvSpPr>
            <a:spLocks noChangeArrowheads="1"/>
          </p:cNvSpPr>
          <p:nvPr>
            <p:custDataLst>
              <p:tags r:id="rId122"/>
            </p:custDataLst>
          </p:nvPr>
        </p:nvSpPr>
        <p:spPr bwMode="auto">
          <a:xfrm rot="-5400000">
            <a:off x="4081145" y="2831465"/>
            <a:ext cx="370205" cy="506730"/>
          </a:xfrm>
          <a:prstGeom prst="rect">
            <a:avLst/>
          </a:prstGeom>
          <a:noFill/>
          <a:ln w="9525">
            <a:noFill/>
            <a:miter lim="800000"/>
          </a:ln>
        </p:spPr>
        <p:txBody>
          <a:bodyPr wrap="none" lIns="0" tIns="0" rIns="0" bIns="0">
            <a:noAutofit/>
          </a:bodyPr>
          <a:lstStyle/>
          <a:p>
            <a:r>
              <a:rPr lang="zh-CN" altLang="en-US">
                <a:latin typeface="Arial" panose="020B0604020202020204"/>
                <a:cs typeface="Arial" panose="020B0604020202020204"/>
              </a:rPr>
              <a:t>成本</a:t>
            </a:r>
            <a:endParaRPr lang="zh-CN" altLang="en-US">
              <a:latin typeface="Arial" panose="020B0604020202020204"/>
              <a:cs typeface="Arial" panose="020B0604020202020204"/>
            </a:endParaRPr>
          </a:p>
        </p:txBody>
      </p:sp>
      <p:sp>
        <p:nvSpPr>
          <p:cNvPr id="33872" name="Rectangle 129"/>
          <p:cNvSpPr>
            <a:spLocks noChangeArrowheads="1"/>
          </p:cNvSpPr>
          <p:nvPr>
            <p:custDataLst>
              <p:tags r:id="rId123"/>
            </p:custDataLst>
          </p:nvPr>
        </p:nvSpPr>
        <p:spPr bwMode="auto">
          <a:xfrm>
            <a:off x="5694363" y="679450"/>
            <a:ext cx="1222375" cy="1200150"/>
          </a:xfrm>
          <a:prstGeom prst="rect">
            <a:avLst/>
          </a:prstGeom>
          <a:solidFill>
            <a:srgbClr val="FF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33873" name="Line 130"/>
          <p:cNvSpPr>
            <a:spLocks noChangeShapeType="1"/>
          </p:cNvSpPr>
          <p:nvPr>
            <p:custDataLst>
              <p:tags r:id="rId124"/>
            </p:custDataLst>
          </p:nvPr>
        </p:nvSpPr>
        <p:spPr bwMode="auto">
          <a:xfrm>
            <a:off x="5973763" y="893763"/>
            <a:ext cx="311150" cy="1587"/>
          </a:xfrm>
          <a:prstGeom prst="line">
            <a:avLst/>
          </a:prstGeom>
          <a:noFill/>
          <a:ln w="22225">
            <a:solidFill>
              <a:srgbClr val="000080"/>
            </a:solidFill>
            <a:round/>
          </a:ln>
        </p:spPr>
        <p:txBody>
          <a:bodyPr/>
          <a:lstStyle/>
          <a:p>
            <a:endParaRPr lang="en-US">
              <a:latin typeface="Arial" panose="020B0604020202020204"/>
              <a:cs typeface="Arial" panose="020B0604020202020204"/>
            </a:endParaRPr>
          </a:p>
        </p:txBody>
      </p:sp>
      <p:sp>
        <p:nvSpPr>
          <p:cNvPr id="33874" name="Oval 131"/>
          <p:cNvSpPr>
            <a:spLocks noChangeArrowheads="1"/>
          </p:cNvSpPr>
          <p:nvPr>
            <p:custDataLst>
              <p:tags r:id="rId125"/>
            </p:custDataLst>
          </p:nvPr>
        </p:nvSpPr>
        <p:spPr bwMode="auto">
          <a:xfrm>
            <a:off x="6070600" y="839788"/>
            <a:ext cx="95250" cy="96837"/>
          </a:xfrm>
          <a:prstGeom prst="ellipse">
            <a:avLst/>
          </a:prstGeom>
          <a:solidFill>
            <a:srgbClr val="000080"/>
          </a:solidFill>
          <a:ln w="11113">
            <a:solidFill>
              <a:srgbClr val="000080"/>
            </a:solidFill>
            <a:round/>
          </a:ln>
        </p:spPr>
        <p:txBody>
          <a:bodyPr/>
          <a:lstStyle/>
          <a:p>
            <a:endParaRPr lang="en-US">
              <a:latin typeface="Arial" panose="020B0604020202020204"/>
              <a:cs typeface="Arial" panose="020B0604020202020204"/>
            </a:endParaRPr>
          </a:p>
        </p:txBody>
      </p:sp>
      <p:sp>
        <p:nvSpPr>
          <p:cNvPr id="33875" name="Rectangle 132"/>
          <p:cNvSpPr>
            <a:spLocks noChangeArrowheads="1"/>
          </p:cNvSpPr>
          <p:nvPr>
            <p:custDataLst>
              <p:tags r:id="rId126"/>
            </p:custDataLst>
          </p:nvPr>
        </p:nvSpPr>
        <p:spPr bwMode="auto">
          <a:xfrm>
            <a:off x="6348413" y="754063"/>
            <a:ext cx="404456" cy="307777"/>
          </a:xfrm>
          <a:prstGeom prst="rect">
            <a:avLst/>
          </a:prstGeom>
          <a:noFill/>
          <a:ln w="9525">
            <a:noFill/>
            <a:miter lim="800000"/>
          </a:ln>
        </p:spPr>
        <p:txBody>
          <a:bodyPr wrap="none" lIns="0" tIns="0" rIns="0" bIns="0">
            <a:spAutoFit/>
          </a:bodyPr>
          <a:lstStyle/>
          <a:p>
            <a:r>
              <a:rPr lang="en-US" sz="2000" i="1">
                <a:solidFill>
                  <a:srgbClr val="000000"/>
                </a:solidFill>
                <a:latin typeface="Arial" panose="020B0604020202020204"/>
                <a:cs typeface="Arial" panose="020B0604020202020204"/>
              </a:rPr>
              <a:t>FC</a:t>
            </a:r>
            <a:endParaRPr lang="en-US" i="1">
              <a:latin typeface="Arial" panose="020B0604020202020204"/>
              <a:cs typeface="Arial" panose="020B0604020202020204"/>
            </a:endParaRPr>
          </a:p>
        </p:txBody>
      </p:sp>
      <p:sp>
        <p:nvSpPr>
          <p:cNvPr id="33876" name="Line 133"/>
          <p:cNvSpPr>
            <a:spLocks noChangeShapeType="1"/>
          </p:cNvSpPr>
          <p:nvPr>
            <p:custDataLst>
              <p:tags r:id="rId127"/>
            </p:custDataLst>
          </p:nvPr>
        </p:nvSpPr>
        <p:spPr bwMode="auto">
          <a:xfrm>
            <a:off x="5973763" y="1290638"/>
            <a:ext cx="311150" cy="1587"/>
          </a:xfrm>
          <a:prstGeom prst="line">
            <a:avLst/>
          </a:prstGeom>
          <a:noFill/>
          <a:ln w="22225">
            <a:solidFill>
              <a:srgbClr val="FF6600"/>
            </a:solidFill>
            <a:round/>
          </a:ln>
        </p:spPr>
        <p:txBody>
          <a:bodyPr/>
          <a:lstStyle/>
          <a:p>
            <a:endParaRPr lang="en-US">
              <a:latin typeface="Arial" panose="020B0604020202020204"/>
              <a:cs typeface="Arial" panose="020B0604020202020204"/>
            </a:endParaRPr>
          </a:p>
        </p:txBody>
      </p:sp>
      <p:sp>
        <p:nvSpPr>
          <p:cNvPr id="33877" name="Oval 134"/>
          <p:cNvSpPr>
            <a:spLocks noChangeArrowheads="1"/>
          </p:cNvSpPr>
          <p:nvPr>
            <p:custDataLst>
              <p:tags r:id="rId128"/>
            </p:custDataLst>
          </p:nvPr>
        </p:nvSpPr>
        <p:spPr bwMode="auto">
          <a:xfrm>
            <a:off x="6070600" y="1236663"/>
            <a:ext cx="95250" cy="96837"/>
          </a:xfrm>
          <a:prstGeom prst="ellipse">
            <a:avLst/>
          </a:prstGeom>
          <a:solidFill>
            <a:srgbClr val="993300"/>
          </a:solidFill>
          <a:ln w="11113">
            <a:solidFill>
              <a:srgbClr val="993300"/>
            </a:solidFill>
            <a:round/>
          </a:ln>
        </p:spPr>
        <p:txBody>
          <a:bodyPr/>
          <a:lstStyle/>
          <a:p>
            <a:endParaRPr lang="en-US">
              <a:latin typeface="Arial" panose="020B0604020202020204"/>
              <a:cs typeface="Arial" panose="020B0604020202020204"/>
            </a:endParaRPr>
          </a:p>
        </p:txBody>
      </p:sp>
      <p:sp>
        <p:nvSpPr>
          <p:cNvPr id="33878" name="Rectangle 135"/>
          <p:cNvSpPr>
            <a:spLocks noChangeArrowheads="1"/>
          </p:cNvSpPr>
          <p:nvPr>
            <p:custDataLst>
              <p:tags r:id="rId129"/>
            </p:custDataLst>
          </p:nvPr>
        </p:nvSpPr>
        <p:spPr bwMode="auto">
          <a:xfrm>
            <a:off x="6348413" y="1150938"/>
            <a:ext cx="418858" cy="307777"/>
          </a:xfrm>
          <a:prstGeom prst="rect">
            <a:avLst/>
          </a:prstGeom>
          <a:noFill/>
          <a:ln w="9525">
            <a:noFill/>
            <a:miter lim="800000"/>
          </a:ln>
        </p:spPr>
        <p:txBody>
          <a:bodyPr wrap="none" lIns="0" tIns="0" rIns="0" bIns="0">
            <a:spAutoFit/>
          </a:bodyPr>
          <a:lstStyle/>
          <a:p>
            <a:r>
              <a:rPr lang="en-US" sz="2000" i="1">
                <a:solidFill>
                  <a:srgbClr val="000000"/>
                </a:solidFill>
                <a:latin typeface="Arial" panose="020B0604020202020204"/>
                <a:cs typeface="Arial" panose="020B0604020202020204"/>
              </a:rPr>
              <a:t>VC</a:t>
            </a:r>
            <a:endParaRPr lang="en-US" i="1">
              <a:latin typeface="Arial" panose="020B0604020202020204"/>
              <a:cs typeface="Arial" panose="020B0604020202020204"/>
            </a:endParaRPr>
          </a:p>
        </p:txBody>
      </p:sp>
      <p:sp>
        <p:nvSpPr>
          <p:cNvPr id="33879" name="Line 136"/>
          <p:cNvSpPr>
            <a:spLocks noChangeShapeType="1"/>
          </p:cNvSpPr>
          <p:nvPr>
            <p:custDataLst>
              <p:tags r:id="rId130"/>
            </p:custDataLst>
          </p:nvPr>
        </p:nvSpPr>
        <p:spPr bwMode="auto">
          <a:xfrm>
            <a:off x="5973763" y="1676400"/>
            <a:ext cx="311150" cy="1588"/>
          </a:xfrm>
          <a:prstGeom prst="line">
            <a:avLst/>
          </a:prstGeom>
          <a:noFill/>
          <a:ln w="22225">
            <a:solidFill>
              <a:srgbClr val="008000"/>
            </a:solidFill>
            <a:round/>
          </a:ln>
        </p:spPr>
        <p:txBody>
          <a:bodyPr/>
          <a:lstStyle/>
          <a:p>
            <a:endParaRPr lang="en-US">
              <a:latin typeface="Arial" panose="020B0604020202020204"/>
              <a:cs typeface="Arial" panose="020B0604020202020204"/>
            </a:endParaRPr>
          </a:p>
        </p:txBody>
      </p:sp>
      <p:sp>
        <p:nvSpPr>
          <p:cNvPr id="33880" name="Oval 137"/>
          <p:cNvSpPr>
            <a:spLocks noChangeArrowheads="1"/>
          </p:cNvSpPr>
          <p:nvPr>
            <p:custDataLst>
              <p:tags r:id="rId131"/>
            </p:custDataLst>
          </p:nvPr>
        </p:nvSpPr>
        <p:spPr bwMode="auto">
          <a:xfrm>
            <a:off x="6070600" y="1622425"/>
            <a:ext cx="95250" cy="96838"/>
          </a:xfrm>
          <a:prstGeom prst="ellipse">
            <a:avLst/>
          </a:prstGeom>
          <a:solidFill>
            <a:srgbClr val="008000"/>
          </a:solidFill>
          <a:ln w="11113">
            <a:solidFill>
              <a:srgbClr val="008000"/>
            </a:solidFill>
            <a:round/>
          </a:ln>
        </p:spPr>
        <p:txBody>
          <a:bodyPr/>
          <a:lstStyle/>
          <a:p>
            <a:endParaRPr lang="en-US">
              <a:latin typeface="Arial" panose="020B0604020202020204"/>
              <a:cs typeface="Arial" panose="020B0604020202020204"/>
            </a:endParaRPr>
          </a:p>
        </p:txBody>
      </p:sp>
      <p:sp>
        <p:nvSpPr>
          <p:cNvPr id="33881" name="Rectangle 138"/>
          <p:cNvSpPr>
            <a:spLocks noChangeArrowheads="1"/>
          </p:cNvSpPr>
          <p:nvPr>
            <p:custDataLst>
              <p:tags r:id="rId132"/>
            </p:custDataLst>
          </p:nvPr>
        </p:nvSpPr>
        <p:spPr bwMode="auto">
          <a:xfrm>
            <a:off x="6348413" y="1536700"/>
            <a:ext cx="404456" cy="307777"/>
          </a:xfrm>
          <a:prstGeom prst="rect">
            <a:avLst/>
          </a:prstGeom>
          <a:noFill/>
          <a:ln w="9525">
            <a:noFill/>
            <a:miter lim="800000"/>
          </a:ln>
        </p:spPr>
        <p:txBody>
          <a:bodyPr wrap="none" lIns="0" tIns="0" rIns="0" bIns="0">
            <a:spAutoFit/>
          </a:bodyPr>
          <a:lstStyle/>
          <a:p>
            <a:r>
              <a:rPr lang="en-US" sz="2000" i="1">
                <a:solidFill>
                  <a:srgbClr val="000000"/>
                </a:solidFill>
                <a:latin typeface="Arial" panose="020B0604020202020204"/>
                <a:cs typeface="Arial" panose="020B0604020202020204"/>
              </a:rPr>
              <a:t>TC</a:t>
            </a:r>
            <a:endParaRPr lang="en-US" i="1">
              <a:latin typeface="Arial" panose="020B0604020202020204"/>
              <a:cs typeface="Arial" panose="020B0604020202020204"/>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trips(upRigh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strips(upRight)">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5722" y="476232"/>
            <a:ext cx="2824480" cy="583565"/>
          </a:xfrm>
          <a:prstGeom prst="rect">
            <a:avLst/>
          </a:prstGeom>
          <a:noFill/>
        </p:spPr>
        <p:txBody>
          <a:bodyPr wrap="none" rtlCol="0">
            <a:spAutoFit/>
          </a:bodyPr>
          <a:lstStyle/>
          <a:p>
            <a:pPr algn="l">
              <a:buClrTx/>
              <a:buSzTx/>
              <a:buFontTx/>
            </a:pPr>
            <a:r>
              <a:rPr sz="3200" dirty="0">
                <a:solidFill>
                  <a:srgbClr val="002060"/>
                </a:solidFill>
                <a:latin typeface="华光中雅_CNKI" panose="02000500000000000000" pitchFamily="2" charset="-122"/>
                <a:ea typeface="华光中雅_CNKI" panose="02000500000000000000" pitchFamily="2" charset="-122"/>
              </a:rPr>
              <a:t>例2：边际成本</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88108" name="Text Box 44"/>
          <p:cNvSpPr txBox="1">
            <a:spLocks noChangeArrowheads="1"/>
          </p:cNvSpPr>
          <p:nvPr>
            <p:custDataLst>
              <p:tags r:id="rId1"/>
            </p:custDataLst>
          </p:nvPr>
        </p:nvSpPr>
        <p:spPr bwMode="auto">
          <a:xfrm>
            <a:off x="3394075" y="1116013"/>
            <a:ext cx="4889500" cy="1397000"/>
          </a:xfrm>
          <a:prstGeom prst="rect">
            <a:avLst/>
          </a:prstGeom>
          <a:noFill/>
          <a:ln w="9525">
            <a:noFill/>
            <a:miter lim="800000"/>
          </a:ln>
        </p:spPr>
        <p:txBody>
          <a:bodyPr/>
          <a:lstStyle/>
          <a:p>
            <a:pPr>
              <a:lnSpc>
                <a:spcPct val="105000"/>
              </a:lnSpc>
              <a:spcBef>
                <a:spcPct val="45000"/>
              </a:spcBef>
            </a:pPr>
            <a:r>
              <a:rPr lang="en-US" sz="2600">
                <a:solidFill>
                  <a:srgbClr val="FF0000"/>
                </a:solidFill>
                <a:latin typeface="Arial" panose="020B0604020202020204"/>
                <a:cs typeface="Arial" panose="020B0604020202020204"/>
              </a:rPr>
              <a:t>边际成本(MC) </a:t>
            </a:r>
            <a:r>
              <a:rPr lang="en-US" sz="2600">
                <a:latin typeface="Arial" panose="020B0604020202020204"/>
                <a:cs typeface="Arial" panose="020B0604020202020204"/>
              </a:rPr>
              <a:t>是额外一单位产量所引起的总成本的增加:</a:t>
            </a:r>
            <a:endParaRPr lang="en-US" sz="2600">
              <a:latin typeface="Arial" panose="020B0604020202020204"/>
              <a:cs typeface="Arial" panose="020B0604020202020204"/>
            </a:endParaRPr>
          </a:p>
        </p:txBody>
      </p:sp>
      <p:sp>
        <p:nvSpPr>
          <p:cNvPr id="88109" name="Text Box 45"/>
          <p:cNvSpPr txBox="1">
            <a:spLocks noChangeArrowheads="1"/>
          </p:cNvSpPr>
          <p:nvPr>
            <p:custDataLst>
              <p:tags r:id="rId2"/>
            </p:custDataLst>
          </p:nvPr>
        </p:nvSpPr>
        <p:spPr bwMode="auto">
          <a:xfrm>
            <a:off x="3397250" y="3392488"/>
            <a:ext cx="5335588" cy="2860675"/>
          </a:xfrm>
          <a:prstGeom prst="rect">
            <a:avLst/>
          </a:prstGeom>
          <a:noFill/>
          <a:ln w="9525">
            <a:noFill/>
            <a:miter lim="800000"/>
          </a:ln>
        </p:spPr>
        <p:txBody>
          <a:bodyPr/>
          <a:lstStyle/>
          <a:p>
            <a:pPr>
              <a:lnSpc>
                <a:spcPct val="105000"/>
              </a:lnSpc>
              <a:spcBef>
                <a:spcPct val="35000"/>
              </a:spcBef>
            </a:pPr>
            <a:r>
              <a:rPr lang="en-US" sz="2600">
                <a:latin typeface="Arial" panose="020B0604020202020204"/>
                <a:cs typeface="Arial" panose="020B0604020202020204"/>
              </a:rPr>
              <a:t>通常，由于边际产量递减，MC随Q的上升而增</a:t>
            </a:r>
            <a:r>
              <a:rPr lang="zh-CN" altLang="en-US" sz="2600">
                <a:latin typeface="Arial" panose="020B0604020202020204"/>
                <a:cs typeface="Arial" panose="020B0604020202020204"/>
              </a:rPr>
              <a:t>加</a:t>
            </a:r>
            <a:r>
              <a:rPr lang="en-US" sz="2600">
                <a:latin typeface="Arial" panose="020B0604020202020204"/>
                <a:cs typeface="Arial" panose="020B0604020202020204"/>
              </a:rPr>
              <a:t> </a:t>
            </a:r>
            <a:endParaRPr lang="en-US" sz="2600">
              <a:latin typeface="Arial" panose="020B0604020202020204"/>
              <a:cs typeface="Arial" panose="020B0604020202020204"/>
            </a:endParaRPr>
          </a:p>
          <a:p>
            <a:pPr>
              <a:lnSpc>
                <a:spcPct val="105000"/>
              </a:lnSpc>
              <a:spcBef>
                <a:spcPct val="35000"/>
              </a:spcBef>
            </a:pPr>
            <a:r>
              <a:rPr lang="en-US" sz="2600">
                <a:latin typeface="Arial" panose="020B0604020202020204"/>
                <a:cs typeface="Arial" panose="020B0604020202020204"/>
              </a:rPr>
              <a:t>有时 (这里)，边际成本先下降</a:t>
            </a:r>
            <a:r>
              <a:rPr lang="zh-CN" altLang="en-US" sz="2600">
                <a:latin typeface="Arial" panose="020B0604020202020204"/>
                <a:cs typeface="Arial" panose="020B0604020202020204"/>
              </a:rPr>
              <a:t>，</a:t>
            </a:r>
            <a:r>
              <a:rPr lang="en-US" sz="2600">
                <a:latin typeface="Arial" panose="020B0604020202020204"/>
                <a:cs typeface="Arial" panose="020B0604020202020204"/>
              </a:rPr>
              <a:t>再上升</a:t>
            </a:r>
            <a:endParaRPr lang="en-US" sz="2600">
              <a:latin typeface="Arial" panose="020B0604020202020204"/>
              <a:cs typeface="Arial" panose="020B0604020202020204"/>
            </a:endParaRPr>
          </a:p>
          <a:p>
            <a:pPr>
              <a:lnSpc>
                <a:spcPct val="105000"/>
              </a:lnSpc>
              <a:spcBef>
                <a:spcPct val="35000"/>
              </a:spcBef>
            </a:pPr>
            <a:r>
              <a:rPr lang="en-US" sz="2600">
                <a:latin typeface="Arial" panose="020B0604020202020204"/>
                <a:cs typeface="Arial" panose="020B0604020202020204"/>
              </a:rPr>
              <a:t>(在其他例子中，MC可能不变) </a:t>
            </a:r>
            <a:endParaRPr lang="en-US" sz="2600">
              <a:latin typeface="Arial" panose="020B0604020202020204"/>
              <a:cs typeface="Arial" panose="020B0604020202020204"/>
            </a:endParaRPr>
          </a:p>
        </p:txBody>
      </p:sp>
      <p:sp>
        <p:nvSpPr>
          <p:cNvPr id="3080" name="Rectangle 3"/>
          <p:cNvSpPr>
            <a:spLocks noChangeArrowheads="1"/>
          </p:cNvSpPr>
          <p:nvPr>
            <p:custDataLst>
              <p:tags r:id="rId3"/>
            </p:custDataLst>
          </p:nvPr>
        </p:nvSpPr>
        <p:spPr bwMode="auto">
          <a:xfrm>
            <a:off x="1062990" y="5794693"/>
            <a:ext cx="915988"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620</a:t>
            </a:r>
            <a:endParaRPr lang="en-US" sz="2400">
              <a:latin typeface="Arial" panose="020B0604020202020204"/>
              <a:cs typeface="Arial" panose="020B0604020202020204"/>
            </a:endParaRPr>
          </a:p>
        </p:txBody>
      </p:sp>
      <p:sp>
        <p:nvSpPr>
          <p:cNvPr id="3081" name="Rectangle 4"/>
          <p:cNvSpPr>
            <a:spLocks noChangeArrowheads="1"/>
          </p:cNvSpPr>
          <p:nvPr>
            <p:custDataLst>
              <p:tags r:id="rId4"/>
            </p:custDataLst>
          </p:nvPr>
        </p:nvSpPr>
        <p:spPr bwMode="auto">
          <a:xfrm>
            <a:off x="518478" y="5794693"/>
            <a:ext cx="5445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a:t>
            </a:r>
            <a:endParaRPr lang="en-US" sz="2400">
              <a:latin typeface="Arial" panose="020B0604020202020204"/>
              <a:cs typeface="Arial" panose="020B0604020202020204"/>
            </a:endParaRPr>
          </a:p>
        </p:txBody>
      </p:sp>
      <p:sp>
        <p:nvSpPr>
          <p:cNvPr id="3082" name="Rectangle 5"/>
          <p:cNvSpPr>
            <a:spLocks noChangeArrowheads="1"/>
          </p:cNvSpPr>
          <p:nvPr>
            <p:custDataLst>
              <p:tags r:id="rId5"/>
            </p:custDataLst>
          </p:nvPr>
        </p:nvSpPr>
        <p:spPr bwMode="auto">
          <a:xfrm>
            <a:off x="1062990" y="5234305"/>
            <a:ext cx="91598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480</a:t>
            </a:r>
            <a:endParaRPr lang="en-US" sz="2400">
              <a:latin typeface="Arial" panose="020B0604020202020204"/>
              <a:cs typeface="Arial" panose="020B0604020202020204"/>
            </a:endParaRPr>
          </a:p>
        </p:txBody>
      </p:sp>
      <p:sp>
        <p:nvSpPr>
          <p:cNvPr id="3083" name="Rectangle 6"/>
          <p:cNvSpPr>
            <a:spLocks noChangeArrowheads="1"/>
          </p:cNvSpPr>
          <p:nvPr>
            <p:custDataLst>
              <p:tags r:id="rId6"/>
            </p:custDataLst>
          </p:nvPr>
        </p:nvSpPr>
        <p:spPr bwMode="auto">
          <a:xfrm>
            <a:off x="518478" y="5234305"/>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a:t>
            </a:r>
            <a:endParaRPr lang="en-US" sz="2400">
              <a:latin typeface="Arial" panose="020B0604020202020204"/>
              <a:cs typeface="Arial" panose="020B0604020202020204"/>
            </a:endParaRPr>
          </a:p>
        </p:txBody>
      </p:sp>
      <p:sp>
        <p:nvSpPr>
          <p:cNvPr id="3084" name="Rectangle 7"/>
          <p:cNvSpPr>
            <a:spLocks noChangeArrowheads="1"/>
          </p:cNvSpPr>
          <p:nvPr>
            <p:custDataLst>
              <p:tags r:id="rId7"/>
            </p:custDataLst>
          </p:nvPr>
        </p:nvSpPr>
        <p:spPr bwMode="auto">
          <a:xfrm>
            <a:off x="1062990" y="4670743"/>
            <a:ext cx="915988" cy="5635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380</a:t>
            </a:r>
            <a:endParaRPr lang="en-US" sz="2400">
              <a:latin typeface="Arial" panose="020B0604020202020204"/>
              <a:cs typeface="Arial" panose="020B0604020202020204"/>
            </a:endParaRPr>
          </a:p>
        </p:txBody>
      </p:sp>
      <p:sp>
        <p:nvSpPr>
          <p:cNvPr id="3085" name="Rectangle 8"/>
          <p:cNvSpPr>
            <a:spLocks noChangeArrowheads="1"/>
          </p:cNvSpPr>
          <p:nvPr>
            <p:custDataLst>
              <p:tags r:id="rId8"/>
            </p:custDataLst>
          </p:nvPr>
        </p:nvSpPr>
        <p:spPr bwMode="auto">
          <a:xfrm>
            <a:off x="518478" y="4670743"/>
            <a:ext cx="544512" cy="5635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3086" name="Rectangle 9"/>
          <p:cNvSpPr>
            <a:spLocks noChangeArrowheads="1"/>
          </p:cNvSpPr>
          <p:nvPr>
            <p:custDataLst>
              <p:tags r:id="rId9"/>
            </p:custDataLst>
          </p:nvPr>
        </p:nvSpPr>
        <p:spPr bwMode="auto">
          <a:xfrm>
            <a:off x="1062990" y="4108768"/>
            <a:ext cx="915988"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310</a:t>
            </a:r>
            <a:endParaRPr lang="en-US" sz="2400">
              <a:latin typeface="Arial" panose="020B0604020202020204"/>
              <a:cs typeface="Arial" panose="020B0604020202020204"/>
            </a:endParaRPr>
          </a:p>
        </p:txBody>
      </p:sp>
      <p:sp>
        <p:nvSpPr>
          <p:cNvPr id="3087" name="Rectangle 10"/>
          <p:cNvSpPr>
            <a:spLocks noChangeArrowheads="1"/>
          </p:cNvSpPr>
          <p:nvPr>
            <p:custDataLst>
              <p:tags r:id="rId10"/>
            </p:custDataLst>
          </p:nvPr>
        </p:nvSpPr>
        <p:spPr bwMode="auto">
          <a:xfrm>
            <a:off x="518478" y="4108768"/>
            <a:ext cx="5445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3088" name="Rectangle 11"/>
          <p:cNvSpPr>
            <a:spLocks noChangeArrowheads="1"/>
          </p:cNvSpPr>
          <p:nvPr>
            <p:custDataLst>
              <p:tags r:id="rId11"/>
            </p:custDataLst>
          </p:nvPr>
        </p:nvSpPr>
        <p:spPr bwMode="auto">
          <a:xfrm>
            <a:off x="1062990" y="3546793"/>
            <a:ext cx="915988"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260</a:t>
            </a:r>
            <a:endParaRPr lang="en-US" sz="2400">
              <a:latin typeface="Arial" panose="020B0604020202020204"/>
              <a:cs typeface="Arial" panose="020B0604020202020204"/>
            </a:endParaRPr>
          </a:p>
        </p:txBody>
      </p:sp>
      <p:sp>
        <p:nvSpPr>
          <p:cNvPr id="3089" name="Rectangle 12"/>
          <p:cNvSpPr>
            <a:spLocks noChangeArrowheads="1"/>
          </p:cNvSpPr>
          <p:nvPr>
            <p:custDataLst>
              <p:tags r:id="rId12"/>
            </p:custDataLst>
          </p:nvPr>
        </p:nvSpPr>
        <p:spPr bwMode="auto">
          <a:xfrm>
            <a:off x="518478" y="3546793"/>
            <a:ext cx="5445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3090" name="Rectangle 13"/>
          <p:cNvSpPr>
            <a:spLocks noChangeArrowheads="1"/>
          </p:cNvSpPr>
          <p:nvPr>
            <p:custDataLst>
              <p:tags r:id="rId13"/>
            </p:custDataLst>
          </p:nvPr>
        </p:nvSpPr>
        <p:spPr bwMode="auto">
          <a:xfrm>
            <a:off x="1062990" y="2984818"/>
            <a:ext cx="915988"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220</a:t>
            </a:r>
            <a:endParaRPr lang="en-US" sz="2400">
              <a:latin typeface="Arial" panose="020B0604020202020204"/>
              <a:cs typeface="Arial" panose="020B0604020202020204"/>
            </a:endParaRPr>
          </a:p>
        </p:txBody>
      </p:sp>
      <p:sp>
        <p:nvSpPr>
          <p:cNvPr id="3091" name="Rectangle 14"/>
          <p:cNvSpPr>
            <a:spLocks noChangeArrowheads="1"/>
          </p:cNvSpPr>
          <p:nvPr>
            <p:custDataLst>
              <p:tags r:id="rId14"/>
            </p:custDataLst>
          </p:nvPr>
        </p:nvSpPr>
        <p:spPr bwMode="auto">
          <a:xfrm>
            <a:off x="518478" y="2984818"/>
            <a:ext cx="5445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3092" name="Rectangle 15"/>
          <p:cNvSpPr>
            <a:spLocks noChangeArrowheads="1"/>
          </p:cNvSpPr>
          <p:nvPr>
            <p:custDataLst>
              <p:tags r:id="rId15"/>
            </p:custDataLst>
          </p:nvPr>
        </p:nvSpPr>
        <p:spPr bwMode="auto">
          <a:xfrm>
            <a:off x="1062990" y="2422843"/>
            <a:ext cx="915988"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170</a:t>
            </a:r>
            <a:endParaRPr lang="en-US" sz="2400">
              <a:latin typeface="Arial" panose="020B0604020202020204"/>
              <a:cs typeface="Arial" panose="020B0604020202020204"/>
            </a:endParaRPr>
          </a:p>
        </p:txBody>
      </p:sp>
      <p:sp>
        <p:nvSpPr>
          <p:cNvPr id="3093" name="Rectangle 16"/>
          <p:cNvSpPr>
            <a:spLocks noChangeArrowheads="1"/>
          </p:cNvSpPr>
          <p:nvPr>
            <p:custDataLst>
              <p:tags r:id="rId16"/>
            </p:custDataLst>
          </p:nvPr>
        </p:nvSpPr>
        <p:spPr bwMode="auto">
          <a:xfrm>
            <a:off x="518478" y="2422843"/>
            <a:ext cx="5445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3094" name="Rectangle 17"/>
          <p:cNvSpPr>
            <a:spLocks noChangeArrowheads="1"/>
          </p:cNvSpPr>
          <p:nvPr>
            <p:custDataLst>
              <p:tags r:id="rId17"/>
            </p:custDataLst>
          </p:nvPr>
        </p:nvSpPr>
        <p:spPr bwMode="auto">
          <a:xfrm>
            <a:off x="1978978" y="1860868"/>
            <a:ext cx="8366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3095" name="Rectangle 18"/>
          <p:cNvSpPr>
            <a:spLocks noChangeArrowheads="1"/>
          </p:cNvSpPr>
          <p:nvPr>
            <p:custDataLst>
              <p:tags r:id="rId18"/>
            </p:custDataLst>
          </p:nvPr>
        </p:nvSpPr>
        <p:spPr bwMode="auto">
          <a:xfrm>
            <a:off x="1062990" y="1860868"/>
            <a:ext cx="915988"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096" name="Rectangle 19"/>
          <p:cNvSpPr>
            <a:spLocks noChangeArrowheads="1"/>
          </p:cNvSpPr>
          <p:nvPr>
            <p:custDataLst>
              <p:tags r:id="rId19"/>
            </p:custDataLst>
          </p:nvPr>
        </p:nvSpPr>
        <p:spPr bwMode="auto">
          <a:xfrm>
            <a:off x="518478" y="1860868"/>
            <a:ext cx="54451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3097" name="Rectangle 20"/>
          <p:cNvSpPr>
            <a:spLocks noChangeArrowheads="1"/>
          </p:cNvSpPr>
          <p:nvPr>
            <p:custDataLst>
              <p:tags r:id="rId20"/>
            </p:custDataLst>
          </p:nvPr>
        </p:nvSpPr>
        <p:spPr bwMode="auto">
          <a:xfrm>
            <a:off x="1978978" y="1298893"/>
            <a:ext cx="836612" cy="561975"/>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MC</a:t>
            </a:r>
            <a:endParaRPr lang="en-US" sz="2400" i="1">
              <a:latin typeface="Arial" panose="020B0604020202020204"/>
              <a:cs typeface="Arial" panose="020B0604020202020204"/>
            </a:endParaRPr>
          </a:p>
        </p:txBody>
      </p:sp>
      <p:sp>
        <p:nvSpPr>
          <p:cNvPr id="3098" name="Rectangle 21"/>
          <p:cNvSpPr>
            <a:spLocks noChangeArrowheads="1"/>
          </p:cNvSpPr>
          <p:nvPr>
            <p:custDataLst>
              <p:tags r:id="rId21"/>
            </p:custDataLst>
          </p:nvPr>
        </p:nvSpPr>
        <p:spPr bwMode="auto">
          <a:xfrm>
            <a:off x="1062990" y="1298893"/>
            <a:ext cx="915988" cy="561975"/>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TC</a:t>
            </a:r>
            <a:endParaRPr lang="en-US" sz="2400" i="1">
              <a:latin typeface="Arial" panose="020B0604020202020204"/>
              <a:cs typeface="Arial" panose="020B0604020202020204"/>
            </a:endParaRPr>
          </a:p>
        </p:txBody>
      </p:sp>
      <p:sp>
        <p:nvSpPr>
          <p:cNvPr id="3099" name="Rectangle 22"/>
          <p:cNvSpPr>
            <a:spLocks noChangeArrowheads="1"/>
          </p:cNvSpPr>
          <p:nvPr>
            <p:custDataLst>
              <p:tags r:id="rId22"/>
            </p:custDataLst>
          </p:nvPr>
        </p:nvSpPr>
        <p:spPr bwMode="auto">
          <a:xfrm>
            <a:off x="518478" y="1298893"/>
            <a:ext cx="544512" cy="561975"/>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3100" name="Line 23"/>
          <p:cNvSpPr>
            <a:spLocks noChangeShapeType="1"/>
          </p:cNvSpPr>
          <p:nvPr>
            <p:custDataLst>
              <p:tags r:id="rId23"/>
            </p:custDataLst>
          </p:nvPr>
        </p:nvSpPr>
        <p:spPr bwMode="auto">
          <a:xfrm>
            <a:off x="518478" y="1298893"/>
            <a:ext cx="2297112"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101" name="Line 24"/>
          <p:cNvSpPr>
            <a:spLocks noChangeShapeType="1"/>
          </p:cNvSpPr>
          <p:nvPr>
            <p:custDataLst>
              <p:tags r:id="rId24"/>
            </p:custDataLst>
          </p:nvPr>
        </p:nvSpPr>
        <p:spPr bwMode="auto">
          <a:xfrm>
            <a:off x="518478" y="1860868"/>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2" name="Line 25"/>
          <p:cNvSpPr>
            <a:spLocks noChangeShapeType="1"/>
          </p:cNvSpPr>
          <p:nvPr>
            <p:custDataLst>
              <p:tags r:id="rId25"/>
            </p:custDataLst>
          </p:nvPr>
        </p:nvSpPr>
        <p:spPr bwMode="auto">
          <a:xfrm>
            <a:off x="518478" y="2422843"/>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3" name="Line 26"/>
          <p:cNvSpPr>
            <a:spLocks noChangeShapeType="1"/>
          </p:cNvSpPr>
          <p:nvPr>
            <p:custDataLst>
              <p:tags r:id="rId26"/>
            </p:custDataLst>
          </p:nvPr>
        </p:nvSpPr>
        <p:spPr bwMode="auto">
          <a:xfrm>
            <a:off x="518478" y="2984818"/>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4" name="Line 27"/>
          <p:cNvSpPr>
            <a:spLocks noChangeShapeType="1"/>
          </p:cNvSpPr>
          <p:nvPr>
            <p:custDataLst>
              <p:tags r:id="rId27"/>
            </p:custDataLst>
          </p:nvPr>
        </p:nvSpPr>
        <p:spPr bwMode="auto">
          <a:xfrm>
            <a:off x="518478" y="3546793"/>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5" name="Line 28"/>
          <p:cNvSpPr>
            <a:spLocks noChangeShapeType="1"/>
          </p:cNvSpPr>
          <p:nvPr>
            <p:custDataLst>
              <p:tags r:id="rId28"/>
            </p:custDataLst>
          </p:nvPr>
        </p:nvSpPr>
        <p:spPr bwMode="auto">
          <a:xfrm>
            <a:off x="518478" y="4108768"/>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6" name="Line 29"/>
          <p:cNvSpPr>
            <a:spLocks noChangeShapeType="1"/>
          </p:cNvSpPr>
          <p:nvPr>
            <p:custDataLst>
              <p:tags r:id="rId29"/>
            </p:custDataLst>
          </p:nvPr>
        </p:nvSpPr>
        <p:spPr bwMode="auto">
          <a:xfrm>
            <a:off x="518478" y="4670743"/>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7" name="Line 30"/>
          <p:cNvSpPr>
            <a:spLocks noChangeShapeType="1"/>
          </p:cNvSpPr>
          <p:nvPr>
            <p:custDataLst>
              <p:tags r:id="rId30"/>
            </p:custDataLst>
          </p:nvPr>
        </p:nvSpPr>
        <p:spPr bwMode="auto">
          <a:xfrm>
            <a:off x="518478" y="5234305"/>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8" name="Line 31"/>
          <p:cNvSpPr>
            <a:spLocks noChangeShapeType="1"/>
          </p:cNvSpPr>
          <p:nvPr>
            <p:custDataLst>
              <p:tags r:id="rId31"/>
            </p:custDataLst>
          </p:nvPr>
        </p:nvSpPr>
        <p:spPr bwMode="auto">
          <a:xfrm>
            <a:off x="518478" y="5794693"/>
            <a:ext cx="229711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09" name="Line 32"/>
          <p:cNvSpPr>
            <a:spLocks noChangeShapeType="1"/>
          </p:cNvSpPr>
          <p:nvPr>
            <p:custDataLst>
              <p:tags r:id="rId32"/>
            </p:custDataLst>
          </p:nvPr>
        </p:nvSpPr>
        <p:spPr bwMode="auto">
          <a:xfrm>
            <a:off x="518478" y="6356668"/>
            <a:ext cx="2297112"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110" name="Line 33"/>
          <p:cNvSpPr>
            <a:spLocks noChangeShapeType="1"/>
          </p:cNvSpPr>
          <p:nvPr>
            <p:custDataLst>
              <p:tags r:id="rId33"/>
            </p:custDataLst>
          </p:nvPr>
        </p:nvSpPr>
        <p:spPr bwMode="auto">
          <a:xfrm>
            <a:off x="518478" y="1298893"/>
            <a:ext cx="0" cy="5057775"/>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111" name="Line 34"/>
          <p:cNvSpPr>
            <a:spLocks noChangeShapeType="1"/>
          </p:cNvSpPr>
          <p:nvPr>
            <p:custDataLst>
              <p:tags r:id="rId34"/>
            </p:custDataLst>
          </p:nvPr>
        </p:nvSpPr>
        <p:spPr bwMode="auto">
          <a:xfrm>
            <a:off x="1062990" y="1298893"/>
            <a:ext cx="0" cy="505777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12" name="Line 35"/>
          <p:cNvSpPr>
            <a:spLocks noChangeShapeType="1"/>
          </p:cNvSpPr>
          <p:nvPr>
            <p:custDataLst>
              <p:tags r:id="rId35"/>
            </p:custDataLst>
          </p:nvPr>
        </p:nvSpPr>
        <p:spPr bwMode="auto">
          <a:xfrm>
            <a:off x="1978978" y="1298893"/>
            <a:ext cx="0" cy="505777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13" name="Line 36"/>
          <p:cNvSpPr>
            <a:spLocks noChangeShapeType="1"/>
          </p:cNvSpPr>
          <p:nvPr>
            <p:custDataLst>
              <p:tags r:id="rId36"/>
            </p:custDataLst>
          </p:nvPr>
        </p:nvSpPr>
        <p:spPr bwMode="auto">
          <a:xfrm>
            <a:off x="2815590" y="1298893"/>
            <a:ext cx="0" cy="5057775"/>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114" name="Rectangle 37"/>
          <p:cNvSpPr>
            <a:spLocks noChangeArrowheads="1"/>
          </p:cNvSpPr>
          <p:nvPr>
            <p:custDataLst>
              <p:tags r:id="rId37"/>
            </p:custDataLst>
          </p:nvPr>
        </p:nvSpPr>
        <p:spPr bwMode="auto">
          <a:xfrm>
            <a:off x="1978978" y="5516880"/>
            <a:ext cx="836612" cy="561975"/>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140</a:t>
            </a:r>
            <a:endParaRPr lang="en-US" sz="2400">
              <a:latin typeface="Arial" panose="020B0604020202020204"/>
              <a:cs typeface="Arial" panose="020B0604020202020204"/>
            </a:endParaRPr>
          </a:p>
        </p:txBody>
      </p:sp>
      <p:sp>
        <p:nvSpPr>
          <p:cNvPr id="3115" name="Rectangle 38"/>
          <p:cNvSpPr>
            <a:spLocks noChangeArrowheads="1"/>
          </p:cNvSpPr>
          <p:nvPr>
            <p:custDataLst>
              <p:tags r:id="rId38"/>
            </p:custDataLst>
          </p:nvPr>
        </p:nvSpPr>
        <p:spPr bwMode="auto">
          <a:xfrm>
            <a:off x="1978978" y="4956493"/>
            <a:ext cx="836612" cy="560387"/>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3116" name="Rectangle 39"/>
          <p:cNvSpPr>
            <a:spLocks noChangeArrowheads="1"/>
          </p:cNvSpPr>
          <p:nvPr>
            <p:custDataLst>
              <p:tags r:id="rId39"/>
            </p:custDataLst>
          </p:nvPr>
        </p:nvSpPr>
        <p:spPr bwMode="auto">
          <a:xfrm>
            <a:off x="1978978" y="4392930"/>
            <a:ext cx="836612" cy="563563"/>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a:t>
            </a:r>
            <a:endParaRPr lang="en-US" sz="2400">
              <a:latin typeface="Arial" panose="020B0604020202020204"/>
              <a:cs typeface="Arial" panose="020B0604020202020204"/>
            </a:endParaRPr>
          </a:p>
        </p:txBody>
      </p:sp>
      <p:sp>
        <p:nvSpPr>
          <p:cNvPr id="3117" name="Rectangle 40"/>
          <p:cNvSpPr>
            <a:spLocks noChangeArrowheads="1"/>
          </p:cNvSpPr>
          <p:nvPr>
            <p:custDataLst>
              <p:tags r:id="rId40"/>
            </p:custDataLst>
          </p:nvPr>
        </p:nvSpPr>
        <p:spPr bwMode="auto">
          <a:xfrm>
            <a:off x="1978978" y="3830955"/>
            <a:ext cx="836612" cy="561975"/>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a:t>
            </a:r>
            <a:endParaRPr lang="en-US" sz="2400">
              <a:latin typeface="Arial" panose="020B0604020202020204"/>
              <a:cs typeface="Arial" panose="020B0604020202020204"/>
            </a:endParaRPr>
          </a:p>
        </p:txBody>
      </p:sp>
      <p:sp>
        <p:nvSpPr>
          <p:cNvPr id="3118" name="Rectangle 41"/>
          <p:cNvSpPr>
            <a:spLocks noChangeArrowheads="1"/>
          </p:cNvSpPr>
          <p:nvPr>
            <p:custDataLst>
              <p:tags r:id="rId41"/>
            </p:custDataLst>
          </p:nvPr>
        </p:nvSpPr>
        <p:spPr bwMode="auto">
          <a:xfrm>
            <a:off x="1978978" y="3268980"/>
            <a:ext cx="836612" cy="561975"/>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a:t>
            </a:r>
            <a:endParaRPr lang="en-US" sz="2400">
              <a:latin typeface="Arial" panose="020B0604020202020204"/>
              <a:cs typeface="Arial" panose="020B0604020202020204"/>
            </a:endParaRPr>
          </a:p>
        </p:txBody>
      </p:sp>
      <p:sp>
        <p:nvSpPr>
          <p:cNvPr id="3119" name="Rectangle 42"/>
          <p:cNvSpPr>
            <a:spLocks noChangeArrowheads="1"/>
          </p:cNvSpPr>
          <p:nvPr>
            <p:custDataLst>
              <p:tags r:id="rId42"/>
            </p:custDataLst>
          </p:nvPr>
        </p:nvSpPr>
        <p:spPr bwMode="auto">
          <a:xfrm>
            <a:off x="1978978" y="2707005"/>
            <a:ext cx="836612" cy="561975"/>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a:t>
            </a:r>
            <a:endParaRPr lang="en-US" sz="2400">
              <a:latin typeface="Arial" panose="020B0604020202020204"/>
              <a:cs typeface="Arial" panose="020B0604020202020204"/>
            </a:endParaRPr>
          </a:p>
        </p:txBody>
      </p:sp>
      <p:sp>
        <p:nvSpPr>
          <p:cNvPr id="3120" name="Rectangle 43"/>
          <p:cNvSpPr>
            <a:spLocks noChangeArrowheads="1"/>
          </p:cNvSpPr>
          <p:nvPr>
            <p:custDataLst>
              <p:tags r:id="rId43"/>
            </p:custDataLst>
          </p:nvPr>
        </p:nvSpPr>
        <p:spPr bwMode="auto">
          <a:xfrm>
            <a:off x="1978978" y="2145030"/>
            <a:ext cx="836612" cy="561975"/>
          </a:xfrm>
          <a:prstGeom prst="rect">
            <a:avLst/>
          </a:prstGeom>
          <a:solidFill>
            <a:schemeClr val="bg1"/>
          </a:solidFill>
          <a:ln w="12700">
            <a:solidFill>
              <a:schemeClr val="tx1"/>
            </a:solid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a:t>
            </a:r>
            <a:endParaRPr lang="en-US" sz="2400">
              <a:latin typeface="Arial" panose="020B0604020202020204"/>
              <a:cs typeface="Arial" panose="020B0604020202020204"/>
            </a:endParaRPr>
          </a:p>
        </p:txBody>
      </p:sp>
      <p:grpSp>
        <p:nvGrpSpPr>
          <p:cNvPr id="2" name="Group 48"/>
          <p:cNvGrpSpPr/>
          <p:nvPr/>
        </p:nvGrpSpPr>
        <p:grpSpPr bwMode="auto">
          <a:xfrm>
            <a:off x="4767263" y="2457451"/>
            <a:ext cx="1920874" cy="979488"/>
            <a:chOff x="1163" y="1689"/>
            <a:chExt cx="1210" cy="617"/>
          </a:xfrm>
        </p:grpSpPr>
        <p:grpSp>
          <p:nvGrpSpPr>
            <p:cNvPr id="3" name="Group 49"/>
            <p:cNvGrpSpPr/>
            <p:nvPr/>
          </p:nvGrpSpPr>
          <p:grpSpPr bwMode="auto">
            <a:xfrm>
              <a:off x="1792" y="1689"/>
              <a:ext cx="581" cy="617"/>
              <a:chOff x="550" y="2716"/>
              <a:chExt cx="314" cy="617"/>
            </a:xfrm>
          </p:grpSpPr>
          <p:sp>
            <p:nvSpPr>
              <p:cNvPr id="3124" name="Rectangle 50"/>
              <p:cNvSpPr>
                <a:spLocks noChangeArrowheads="1"/>
              </p:cNvSpPr>
              <p:nvPr>
                <p:custDataLst>
                  <p:tags r:id="rId44"/>
                </p:custDataLst>
              </p:nvPr>
            </p:nvSpPr>
            <p:spPr bwMode="auto">
              <a:xfrm>
                <a:off x="550" y="2716"/>
                <a:ext cx="314" cy="320"/>
              </a:xfrm>
              <a:prstGeom prst="rect">
                <a:avLst/>
              </a:prstGeom>
              <a:noFill/>
              <a:ln w="9525">
                <a:noFill/>
                <a:miter lim="800000"/>
              </a:ln>
            </p:spPr>
            <p:txBody>
              <a:bodyPr wrap="none">
                <a:spAutoFit/>
              </a:bodyPr>
              <a:lstStyle/>
              <a:p>
                <a:pPr algn="ctr"/>
                <a:r>
                  <a:rPr lang="en-US" sz="2700" b="1">
                    <a:latin typeface="Arial" panose="020B0604020202020204"/>
                    <a:cs typeface="Arial" panose="020B0604020202020204"/>
                  </a:rPr>
                  <a:t>∆</a:t>
                </a:r>
                <a:r>
                  <a:rPr lang="en-US" sz="2700" i="1">
                    <a:latin typeface="Arial" panose="020B0604020202020204"/>
                    <a:cs typeface="Arial" panose="020B0604020202020204"/>
                  </a:rPr>
                  <a:t>TC</a:t>
                </a:r>
                <a:endParaRPr lang="en-US" sz="2700" i="1">
                  <a:latin typeface="Arial" panose="020B0604020202020204"/>
                  <a:cs typeface="Arial" panose="020B0604020202020204"/>
                </a:endParaRPr>
              </a:p>
            </p:txBody>
          </p:sp>
          <p:sp>
            <p:nvSpPr>
              <p:cNvPr id="3125" name="Rectangle 51"/>
              <p:cNvSpPr>
                <a:spLocks noChangeArrowheads="1"/>
              </p:cNvSpPr>
              <p:nvPr>
                <p:custDataLst>
                  <p:tags r:id="rId45"/>
                </p:custDataLst>
              </p:nvPr>
            </p:nvSpPr>
            <p:spPr bwMode="auto">
              <a:xfrm>
                <a:off x="575" y="3013"/>
                <a:ext cx="249" cy="320"/>
              </a:xfrm>
              <a:prstGeom prst="rect">
                <a:avLst/>
              </a:prstGeom>
              <a:noFill/>
              <a:ln w="9525">
                <a:noFill/>
                <a:miter lim="800000"/>
              </a:ln>
            </p:spPr>
            <p:txBody>
              <a:bodyPr wrap="none">
                <a:spAutoFit/>
              </a:bodyPr>
              <a:lstStyle/>
              <a:p>
                <a:pPr algn="ctr"/>
                <a:r>
                  <a:rPr lang="en-US" sz="2700" b="1">
                    <a:latin typeface="Arial" panose="020B0604020202020204"/>
                    <a:cs typeface="Arial" panose="020B0604020202020204"/>
                  </a:rPr>
                  <a:t>∆</a:t>
                </a:r>
                <a:r>
                  <a:rPr lang="en-US" sz="2700" b="1" i="1">
                    <a:latin typeface="Arial" panose="020B0604020202020204"/>
                    <a:cs typeface="Arial" panose="020B0604020202020204"/>
                  </a:rPr>
                  <a:t>Q</a:t>
                </a:r>
                <a:endParaRPr lang="en-US" sz="2700" b="1" i="1">
                  <a:latin typeface="Arial" panose="020B0604020202020204"/>
                  <a:cs typeface="Arial" panose="020B0604020202020204"/>
                </a:endParaRPr>
              </a:p>
            </p:txBody>
          </p:sp>
          <p:sp>
            <p:nvSpPr>
              <p:cNvPr id="3126" name="Line 52"/>
              <p:cNvSpPr>
                <a:spLocks noChangeShapeType="1"/>
              </p:cNvSpPr>
              <p:nvPr>
                <p:custDataLst>
                  <p:tags r:id="rId46"/>
                </p:custDataLst>
              </p:nvPr>
            </p:nvSpPr>
            <p:spPr bwMode="auto">
              <a:xfrm>
                <a:off x="600" y="3023"/>
                <a:ext cx="24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3123" name="Rectangle 53"/>
            <p:cNvSpPr>
              <a:spLocks noChangeArrowheads="1"/>
            </p:cNvSpPr>
            <p:nvPr>
              <p:custDataLst>
                <p:tags r:id="rId47"/>
              </p:custDataLst>
            </p:nvPr>
          </p:nvSpPr>
          <p:spPr bwMode="auto">
            <a:xfrm>
              <a:off x="1163" y="1839"/>
              <a:ext cx="655" cy="320"/>
            </a:xfrm>
            <a:prstGeom prst="rect">
              <a:avLst/>
            </a:prstGeom>
            <a:noFill/>
            <a:ln w="9525">
              <a:noFill/>
              <a:miter lim="800000"/>
            </a:ln>
          </p:spPr>
          <p:txBody>
            <a:bodyPr wrap="none">
              <a:spAutoFit/>
            </a:bodyPr>
            <a:lstStyle/>
            <a:p>
              <a:r>
                <a:rPr lang="en-US" sz="2700" i="1">
                  <a:latin typeface="Arial" panose="020B0604020202020204"/>
                  <a:cs typeface="Arial" panose="020B0604020202020204"/>
                </a:rPr>
                <a:t>MC</a:t>
              </a:r>
              <a:r>
                <a:rPr lang="en-US" sz="2700">
                  <a:latin typeface="Arial" panose="020B0604020202020204"/>
                  <a:cs typeface="Arial" panose="020B0604020202020204"/>
                </a:rPr>
                <a:t> =</a:t>
              </a:r>
              <a:endParaRPr lang="en-US" sz="2700">
                <a:latin typeface="Arial" panose="020B0604020202020204"/>
                <a:cs typeface="Arial" panose="020B0604020202020204"/>
              </a:endParaRPr>
            </a:p>
          </p:txBody>
        </p:sp>
      </p:grpSp>
      <p:graphicFrame>
        <p:nvGraphicFramePr>
          <p:cNvPr id="88111" name="Object 47"/>
          <p:cNvGraphicFramePr>
            <a:graphicFrameLocks noGrp="1" noChangeAspect="1"/>
          </p:cNvGraphicFramePr>
          <p:nvPr>
            <p:ph idx="4294967295"/>
            <p:custDataLst>
              <p:tags r:id="rId48"/>
            </p:custDataLst>
          </p:nvPr>
        </p:nvGraphicFramePr>
        <p:xfrm>
          <a:off x="3396933" y="796925"/>
          <a:ext cx="5386387" cy="5584825"/>
        </p:xfrm>
        <a:graphic>
          <a:graphicData uri="http://schemas.openxmlformats.org/presentationml/2006/ole">
            <mc:AlternateContent xmlns:mc="http://schemas.openxmlformats.org/markup-compatibility/2006">
              <mc:Choice xmlns:v="urn:schemas-microsoft-com:vml" Requires="v">
                <p:oleObj spid="_x0000_s3074" name="Worksheet" r:id="rId49" imgW="5773420" imgH="5986145" progId="Excel.Sheet.8">
                  <p:embed/>
                </p:oleObj>
              </mc:Choice>
              <mc:Fallback>
                <p:oleObj name="Worksheet" r:id="rId49" imgW="5773420" imgH="5986145" progId="Excel.Sheet.8">
                  <p:embed/>
                  <p:pic>
                    <p:nvPicPr>
                      <p:cNvPr id="0" name="图片 3"/>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3396933" y="796925"/>
                        <a:ext cx="5386387" cy="558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108">
                                            <p:txEl>
                                              <p:pRg st="0" end="0"/>
                                            </p:txEl>
                                          </p:spTgt>
                                        </p:tgtEl>
                                        <p:attrNameLst>
                                          <p:attrName>style.visibility</p:attrName>
                                        </p:attrNameLst>
                                      </p:cBhvr>
                                      <p:to>
                                        <p:strVal val="visible"/>
                                      </p:to>
                                    </p:set>
                                    <p:animEffect transition="in" filter="wipe(left)">
                                      <p:cBhvr>
                                        <p:cTn id="7" dur="500"/>
                                        <p:tgtEl>
                                          <p:spTgt spid="88108">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trips(downRigh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8109">
                                            <p:txEl>
                                              <p:pRg st="0" end="0"/>
                                            </p:txEl>
                                          </p:spTgt>
                                        </p:tgtEl>
                                        <p:attrNameLst>
                                          <p:attrName>style.visibility</p:attrName>
                                        </p:attrNameLst>
                                      </p:cBhvr>
                                      <p:to>
                                        <p:strVal val="visible"/>
                                      </p:to>
                                    </p:set>
                                    <p:animEffect transition="in" filter="wipe(left)">
                                      <p:cBhvr>
                                        <p:cTn id="16" dur="500"/>
                                        <p:tgtEl>
                                          <p:spTgt spid="8810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8109">
                                            <p:txEl>
                                              <p:pRg st="1" end="1"/>
                                            </p:txEl>
                                          </p:spTgt>
                                        </p:tgtEl>
                                        <p:attrNameLst>
                                          <p:attrName>style.visibility</p:attrName>
                                        </p:attrNameLst>
                                      </p:cBhvr>
                                      <p:to>
                                        <p:strVal val="visible"/>
                                      </p:to>
                                    </p:set>
                                    <p:animEffect transition="in" filter="wipe(left)">
                                      <p:cBhvr>
                                        <p:cTn id="21" dur="500"/>
                                        <p:tgtEl>
                                          <p:spTgt spid="8810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8109">
                                            <p:txEl>
                                              <p:pRg st="2" end="2"/>
                                            </p:txEl>
                                          </p:spTgt>
                                        </p:tgtEl>
                                        <p:attrNameLst>
                                          <p:attrName>style.visibility</p:attrName>
                                        </p:attrNameLst>
                                      </p:cBhvr>
                                      <p:to>
                                        <p:strVal val="visible"/>
                                      </p:to>
                                    </p:set>
                                    <p:animEffect transition="in" filter="wipe(left)">
                                      <p:cBhvr>
                                        <p:cTn id="26" dur="500"/>
                                        <p:tgtEl>
                                          <p:spTgt spid="8810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8111"/>
                                        </p:tgtEl>
                                        <p:attrNameLst>
                                          <p:attrName>style.visibility</p:attrName>
                                        </p:attrNameLst>
                                      </p:cBhvr>
                                      <p:to>
                                        <p:strVal val="visible"/>
                                      </p:to>
                                    </p:set>
                                    <p:animEffect transition="in" filter="fade">
                                      <p:cBhvr>
                                        <p:cTn id="31" dur="500"/>
                                        <p:tgtEl>
                                          <p:spTgt spid="88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08" grpId="0" build="p"/>
      <p:bldP spid="88109" grpId="0" build="p"/>
      <p:bldOleChart spid="881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143000"/>
          </a:xfrm>
        </p:spPr>
        <p:txBody>
          <a:bodyPr>
            <a:normAutofit/>
          </a:bodyPr>
          <a:lstStyle/>
          <a:p>
            <a:r>
              <a:rPr sz="3200">
                <a:latin typeface="华光中雅_CNKI" panose="02000500000000000000" pitchFamily="2" charset="-122"/>
                <a:ea typeface="华光中雅_CNKI" panose="02000500000000000000" pitchFamily="2" charset="-122"/>
              </a:rPr>
              <a:t>例2:平均固定成本</a:t>
            </a:r>
            <a:endParaRPr sz="3200">
              <a:latin typeface="华光中雅_CNKI" panose="02000500000000000000" pitchFamily="2" charset="-122"/>
              <a:ea typeface="华光中雅_CNKI" panose="02000500000000000000" pitchFamily="2" charset="-122"/>
            </a:endParaRPr>
          </a:p>
        </p:txBody>
      </p:sp>
      <p:sp>
        <p:nvSpPr>
          <p:cNvPr id="4102" name="Rectangle 3"/>
          <p:cNvSpPr>
            <a:spLocks noChangeArrowheads="1"/>
          </p:cNvSpPr>
          <p:nvPr>
            <p:custDataLst>
              <p:tags r:id="rId1"/>
            </p:custDataLst>
          </p:nvPr>
        </p:nvSpPr>
        <p:spPr bwMode="auto">
          <a:xfrm>
            <a:off x="987743" y="5689283"/>
            <a:ext cx="898525" cy="5476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03" name="Rectangle 4"/>
          <p:cNvSpPr>
            <a:spLocks noChangeArrowheads="1"/>
          </p:cNvSpPr>
          <p:nvPr>
            <p:custDataLst>
              <p:tags r:id="rId2"/>
            </p:custDataLst>
          </p:nvPr>
        </p:nvSpPr>
        <p:spPr bwMode="auto">
          <a:xfrm>
            <a:off x="395605" y="5689283"/>
            <a:ext cx="592138" cy="5476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a:t>
            </a:r>
            <a:endParaRPr lang="en-US" sz="2400">
              <a:latin typeface="Arial" panose="020B0604020202020204"/>
              <a:cs typeface="Arial" panose="020B0604020202020204"/>
            </a:endParaRPr>
          </a:p>
        </p:txBody>
      </p:sp>
      <p:sp>
        <p:nvSpPr>
          <p:cNvPr id="4104" name="Rectangle 5"/>
          <p:cNvSpPr>
            <a:spLocks noChangeArrowheads="1"/>
          </p:cNvSpPr>
          <p:nvPr>
            <p:custDataLst>
              <p:tags r:id="rId3"/>
            </p:custDataLst>
          </p:nvPr>
        </p:nvSpPr>
        <p:spPr bwMode="auto">
          <a:xfrm>
            <a:off x="987743" y="5144770"/>
            <a:ext cx="898525" cy="54451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05" name="Rectangle 6"/>
          <p:cNvSpPr>
            <a:spLocks noChangeArrowheads="1"/>
          </p:cNvSpPr>
          <p:nvPr>
            <p:custDataLst>
              <p:tags r:id="rId4"/>
            </p:custDataLst>
          </p:nvPr>
        </p:nvSpPr>
        <p:spPr bwMode="auto">
          <a:xfrm>
            <a:off x="395605" y="5144770"/>
            <a:ext cx="592138" cy="54451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a:t>
            </a:r>
            <a:endParaRPr lang="en-US" sz="2400">
              <a:latin typeface="Arial" panose="020B0604020202020204"/>
              <a:cs typeface="Arial" panose="020B0604020202020204"/>
            </a:endParaRPr>
          </a:p>
        </p:txBody>
      </p:sp>
      <p:sp>
        <p:nvSpPr>
          <p:cNvPr id="4106" name="Rectangle 7"/>
          <p:cNvSpPr>
            <a:spLocks noChangeArrowheads="1"/>
          </p:cNvSpPr>
          <p:nvPr>
            <p:custDataLst>
              <p:tags r:id="rId5"/>
            </p:custDataLst>
          </p:nvPr>
        </p:nvSpPr>
        <p:spPr bwMode="auto">
          <a:xfrm>
            <a:off x="987743" y="4597083"/>
            <a:ext cx="898525" cy="5476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07" name="Rectangle 8"/>
          <p:cNvSpPr>
            <a:spLocks noChangeArrowheads="1"/>
          </p:cNvSpPr>
          <p:nvPr>
            <p:custDataLst>
              <p:tags r:id="rId6"/>
            </p:custDataLst>
          </p:nvPr>
        </p:nvSpPr>
        <p:spPr bwMode="auto">
          <a:xfrm>
            <a:off x="395605" y="4597083"/>
            <a:ext cx="592138" cy="5476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4108" name="Rectangle 9"/>
          <p:cNvSpPr>
            <a:spLocks noChangeArrowheads="1"/>
          </p:cNvSpPr>
          <p:nvPr>
            <p:custDataLst>
              <p:tags r:id="rId7"/>
            </p:custDataLst>
          </p:nvPr>
        </p:nvSpPr>
        <p:spPr bwMode="auto">
          <a:xfrm>
            <a:off x="987743" y="4050983"/>
            <a:ext cx="898525"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09" name="Rectangle 10"/>
          <p:cNvSpPr>
            <a:spLocks noChangeArrowheads="1"/>
          </p:cNvSpPr>
          <p:nvPr>
            <p:custDataLst>
              <p:tags r:id="rId8"/>
            </p:custDataLst>
          </p:nvPr>
        </p:nvSpPr>
        <p:spPr bwMode="auto">
          <a:xfrm>
            <a:off x="395605" y="4050983"/>
            <a:ext cx="592138"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4110" name="Rectangle 11"/>
          <p:cNvSpPr>
            <a:spLocks noChangeArrowheads="1"/>
          </p:cNvSpPr>
          <p:nvPr>
            <p:custDataLst>
              <p:tags r:id="rId9"/>
            </p:custDataLst>
          </p:nvPr>
        </p:nvSpPr>
        <p:spPr bwMode="auto">
          <a:xfrm>
            <a:off x="987743" y="3503295"/>
            <a:ext cx="898525" cy="5476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11" name="Rectangle 12"/>
          <p:cNvSpPr>
            <a:spLocks noChangeArrowheads="1"/>
          </p:cNvSpPr>
          <p:nvPr>
            <p:custDataLst>
              <p:tags r:id="rId10"/>
            </p:custDataLst>
          </p:nvPr>
        </p:nvSpPr>
        <p:spPr bwMode="auto">
          <a:xfrm>
            <a:off x="395605" y="3503295"/>
            <a:ext cx="592138" cy="5476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4112" name="Rectangle 13"/>
          <p:cNvSpPr>
            <a:spLocks noChangeArrowheads="1"/>
          </p:cNvSpPr>
          <p:nvPr>
            <p:custDataLst>
              <p:tags r:id="rId11"/>
            </p:custDataLst>
          </p:nvPr>
        </p:nvSpPr>
        <p:spPr bwMode="auto">
          <a:xfrm>
            <a:off x="987743" y="2957195"/>
            <a:ext cx="898525"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13" name="Rectangle 14"/>
          <p:cNvSpPr>
            <a:spLocks noChangeArrowheads="1"/>
          </p:cNvSpPr>
          <p:nvPr>
            <p:custDataLst>
              <p:tags r:id="rId12"/>
            </p:custDataLst>
          </p:nvPr>
        </p:nvSpPr>
        <p:spPr bwMode="auto">
          <a:xfrm>
            <a:off x="395605" y="2957195"/>
            <a:ext cx="592138"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4114" name="Rectangle 15"/>
          <p:cNvSpPr>
            <a:spLocks noChangeArrowheads="1"/>
          </p:cNvSpPr>
          <p:nvPr>
            <p:custDataLst>
              <p:tags r:id="rId13"/>
            </p:custDataLst>
          </p:nvPr>
        </p:nvSpPr>
        <p:spPr bwMode="auto">
          <a:xfrm>
            <a:off x="987743" y="2411095"/>
            <a:ext cx="898525"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15" name="Rectangle 16"/>
          <p:cNvSpPr>
            <a:spLocks noChangeArrowheads="1"/>
          </p:cNvSpPr>
          <p:nvPr>
            <p:custDataLst>
              <p:tags r:id="rId14"/>
            </p:custDataLst>
          </p:nvPr>
        </p:nvSpPr>
        <p:spPr bwMode="auto">
          <a:xfrm>
            <a:off x="395605" y="2411095"/>
            <a:ext cx="592138"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grpSp>
        <p:nvGrpSpPr>
          <p:cNvPr id="3" name="Group 17"/>
          <p:cNvGrpSpPr/>
          <p:nvPr/>
        </p:nvGrpSpPr>
        <p:grpSpPr bwMode="auto">
          <a:xfrm>
            <a:off x="1886268" y="1864995"/>
            <a:ext cx="1004887" cy="4371975"/>
            <a:chOff x="1185" y="1018"/>
            <a:chExt cx="633" cy="2754"/>
          </a:xfrm>
        </p:grpSpPr>
        <p:sp>
          <p:nvSpPr>
            <p:cNvPr id="4139" name="Rectangle 18"/>
            <p:cNvSpPr>
              <a:spLocks noChangeArrowheads="1"/>
            </p:cNvSpPr>
            <p:nvPr>
              <p:custDataLst>
                <p:tags r:id="rId15"/>
              </p:custDataLst>
            </p:nvPr>
          </p:nvSpPr>
          <p:spPr bwMode="auto">
            <a:xfrm>
              <a:off x="1185" y="3427"/>
              <a:ext cx="633" cy="34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14.29</a:t>
              </a:r>
              <a:endParaRPr lang="en-US" sz="2400">
                <a:latin typeface="Arial" panose="020B0604020202020204"/>
                <a:cs typeface="Arial" panose="020B0604020202020204"/>
              </a:endParaRPr>
            </a:p>
          </p:txBody>
        </p:sp>
        <p:sp>
          <p:nvSpPr>
            <p:cNvPr id="4140" name="Rectangle 19"/>
            <p:cNvSpPr>
              <a:spLocks noChangeArrowheads="1"/>
            </p:cNvSpPr>
            <p:nvPr>
              <p:custDataLst>
                <p:tags r:id="rId16"/>
              </p:custDataLst>
            </p:nvPr>
          </p:nvSpPr>
          <p:spPr bwMode="auto">
            <a:xfrm>
              <a:off x="1185" y="3084"/>
              <a:ext cx="633" cy="34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16.67</a:t>
              </a:r>
              <a:endParaRPr lang="en-US" sz="2400">
                <a:latin typeface="Arial" panose="020B0604020202020204"/>
                <a:cs typeface="Arial" panose="020B0604020202020204"/>
              </a:endParaRPr>
            </a:p>
          </p:txBody>
        </p:sp>
        <p:sp>
          <p:nvSpPr>
            <p:cNvPr id="4141" name="Rectangle 20"/>
            <p:cNvSpPr>
              <a:spLocks noChangeArrowheads="1"/>
            </p:cNvSpPr>
            <p:nvPr>
              <p:custDataLst>
                <p:tags r:id="rId17"/>
              </p:custDataLst>
            </p:nvPr>
          </p:nvSpPr>
          <p:spPr bwMode="auto">
            <a:xfrm>
              <a:off x="1185" y="2739"/>
              <a:ext cx="633" cy="34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a:t>
              </a:r>
              <a:endParaRPr lang="en-US" sz="2400">
                <a:latin typeface="Arial" panose="020B0604020202020204"/>
                <a:cs typeface="Arial" panose="020B0604020202020204"/>
              </a:endParaRPr>
            </a:p>
          </p:txBody>
        </p:sp>
        <p:sp>
          <p:nvSpPr>
            <p:cNvPr id="4142" name="Rectangle 21"/>
            <p:cNvSpPr>
              <a:spLocks noChangeArrowheads="1"/>
            </p:cNvSpPr>
            <p:nvPr>
              <p:custDataLst>
                <p:tags r:id="rId18"/>
              </p:custDataLst>
            </p:nvPr>
          </p:nvSpPr>
          <p:spPr bwMode="auto">
            <a:xfrm>
              <a:off x="1185" y="2395"/>
              <a:ext cx="633" cy="34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25</a:t>
              </a:r>
              <a:endParaRPr lang="en-US" sz="2400">
                <a:latin typeface="Arial" panose="020B0604020202020204"/>
                <a:cs typeface="Arial" panose="020B0604020202020204"/>
              </a:endParaRPr>
            </a:p>
          </p:txBody>
        </p:sp>
        <p:sp>
          <p:nvSpPr>
            <p:cNvPr id="4143" name="Rectangle 22"/>
            <p:cNvSpPr>
              <a:spLocks noChangeArrowheads="1"/>
            </p:cNvSpPr>
            <p:nvPr>
              <p:custDataLst>
                <p:tags r:id="rId19"/>
              </p:custDataLst>
            </p:nvPr>
          </p:nvSpPr>
          <p:spPr bwMode="auto">
            <a:xfrm>
              <a:off x="1185" y="2050"/>
              <a:ext cx="633" cy="34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33.33</a:t>
              </a:r>
              <a:endParaRPr lang="en-US" sz="2400">
                <a:latin typeface="Arial" panose="020B0604020202020204"/>
                <a:cs typeface="Arial" panose="020B0604020202020204"/>
              </a:endParaRPr>
            </a:p>
          </p:txBody>
        </p:sp>
        <p:sp>
          <p:nvSpPr>
            <p:cNvPr id="4144" name="Rectangle 23"/>
            <p:cNvSpPr>
              <a:spLocks noChangeArrowheads="1"/>
            </p:cNvSpPr>
            <p:nvPr>
              <p:custDataLst>
                <p:tags r:id="rId20"/>
              </p:custDataLst>
            </p:nvPr>
          </p:nvSpPr>
          <p:spPr bwMode="auto">
            <a:xfrm>
              <a:off x="1185" y="1706"/>
              <a:ext cx="633" cy="34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a:t>
              </a:r>
              <a:endParaRPr lang="en-US" sz="2400">
                <a:latin typeface="Arial" panose="020B0604020202020204"/>
                <a:cs typeface="Arial" panose="020B0604020202020204"/>
              </a:endParaRPr>
            </a:p>
          </p:txBody>
        </p:sp>
        <p:sp>
          <p:nvSpPr>
            <p:cNvPr id="4145" name="Rectangle 24"/>
            <p:cNvSpPr>
              <a:spLocks noChangeArrowheads="1"/>
            </p:cNvSpPr>
            <p:nvPr>
              <p:custDataLst>
                <p:tags r:id="rId21"/>
              </p:custDataLst>
            </p:nvPr>
          </p:nvSpPr>
          <p:spPr bwMode="auto">
            <a:xfrm>
              <a:off x="1185" y="1362"/>
              <a:ext cx="633" cy="34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46" name="Rectangle 25"/>
            <p:cNvSpPr>
              <a:spLocks noChangeArrowheads="1"/>
            </p:cNvSpPr>
            <p:nvPr>
              <p:custDataLst>
                <p:tags r:id="rId22"/>
              </p:custDataLst>
            </p:nvPr>
          </p:nvSpPr>
          <p:spPr bwMode="auto">
            <a:xfrm>
              <a:off x="1185" y="1018"/>
              <a:ext cx="633" cy="34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n/a</a:t>
              </a:r>
              <a:endParaRPr lang="en-US" sz="2400">
                <a:latin typeface="Arial" panose="020B0604020202020204"/>
                <a:cs typeface="Arial" panose="020B0604020202020204"/>
              </a:endParaRPr>
            </a:p>
          </p:txBody>
        </p:sp>
      </p:grpSp>
      <p:sp>
        <p:nvSpPr>
          <p:cNvPr id="4117" name="Rectangle 26"/>
          <p:cNvSpPr>
            <a:spLocks noChangeArrowheads="1"/>
          </p:cNvSpPr>
          <p:nvPr>
            <p:custDataLst>
              <p:tags r:id="rId23"/>
            </p:custDataLst>
          </p:nvPr>
        </p:nvSpPr>
        <p:spPr bwMode="auto">
          <a:xfrm>
            <a:off x="987743" y="1864995"/>
            <a:ext cx="898525"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4118" name="Rectangle 27"/>
          <p:cNvSpPr>
            <a:spLocks noChangeArrowheads="1"/>
          </p:cNvSpPr>
          <p:nvPr>
            <p:custDataLst>
              <p:tags r:id="rId24"/>
            </p:custDataLst>
          </p:nvPr>
        </p:nvSpPr>
        <p:spPr bwMode="auto">
          <a:xfrm>
            <a:off x="395605" y="1864995"/>
            <a:ext cx="592138" cy="5461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4119" name="Rectangle 28"/>
          <p:cNvSpPr>
            <a:spLocks noChangeArrowheads="1"/>
          </p:cNvSpPr>
          <p:nvPr>
            <p:custDataLst>
              <p:tags r:id="rId25"/>
            </p:custDataLst>
          </p:nvPr>
        </p:nvSpPr>
        <p:spPr bwMode="auto">
          <a:xfrm>
            <a:off x="1886268" y="1317308"/>
            <a:ext cx="1004887" cy="5476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AFC</a:t>
            </a:r>
            <a:endParaRPr lang="en-US" sz="2400" i="1">
              <a:latin typeface="Arial" panose="020B0604020202020204"/>
              <a:cs typeface="Arial" panose="020B0604020202020204"/>
            </a:endParaRPr>
          </a:p>
        </p:txBody>
      </p:sp>
      <p:sp>
        <p:nvSpPr>
          <p:cNvPr id="4120" name="Rectangle 29"/>
          <p:cNvSpPr>
            <a:spLocks noChangeArrowheads="1"/>
          </p:cNvSpPr>
          <p:nvPr>
            <p:custDataLst>
              <p:tags r:id="rId26"/>
            </p:custDataLst>
          </p:nvPr>
        </p:nvSpPr>
        <p:spPr bwMode="auto">
          <a:xfrm>
            <a:off x="987743" y="1317308"/>
            <a:ext cx="898525" cy="5476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FC</a:t>
            </a:r>
            <a:endParaRPr lang="en-US" sz="2400" i="1">
              <a:latin typeface="Arial" panose="020B0604020202020204"/>
              <a:cs typeface="Arial" panose="020B0604020202020204"/>
            </a:endParaRPr>
          </a:p>
        </p:txBody>
      </p:sp>
      <p:sp>
        <p:nvSpPr>
          <p:cNvPr id="4121" name="Rectangle 30"/>
          <p:cNvSpPr>
            <a:spLocks noChangeArrowheads="1"/>
          </p:cNvSpPr>
          <p:nvPr>
            <p:custDataLst>
              <p:tags r:id="rId27"/>
            </p:custDataLst>
          </p:nvPr>
        </p:nvSpPr>
        <p:spPr bwMode="auto">
          <a:xfrm>
            <a:off x="395605" y="1317308"/>
            <a:ext cx="592138" cy="5476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4122" name="Line 31"/>
          <p:cNvSpPr>
            <a:spLocks noChangeShapeType="1"/>
          </p:cNvSpPr>
          <p:nvPr>
            <p:custDataLst>
              <p:tags r:id="rId28"/>
            </p:custDataLst>
          </p:nvPr>
        </p:nvSpPr>
        <p:spPr bwMode="auto">
          <a:xfrm>
            <a:off x="395605" y="1317308"/>
            <a:ext cx="249555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4123" name="Line 32"/>
          <p:cNvSpPr>
            <a:spLocks noChangeShapeType="1"/>
          </p:cNvSpPr>
          <p:nvPr>
            <p:custDataLst>
              <p:tags r:id="rId29"/>
            </p:custDataLst>
          </p:nvPr>
        </p:nvSpPr>
        <p:spPr bwMode="auto">
          <a:xfrm>
            <a:off x="395605" y="1864995"/>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24" name="Line 33"/>
          <p:cNvSpPr>
            <a:spLocks noChangeShapeType="1"/>
          </p:cNvSpPr>
          <p:nvPr>
            <p:custDataLst>
              <p:tags r:id="rId30"/>
            </p:custDataLst>
          </p:nvPr>
        </p:nvSpPr>
        <p:spPr bwMode="auto">
          <a:xfrm>
            <a:off x="395605" y="2411095"/>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25" name="Line 34"/>
          <p:cNvSpPr>
            <a:spLocks noChangeShapeType="1"/>
          </p:cNvSpPr>
          <p:nvPr>
            <p:custDataLst>
              <p:tags r:id="rId31"/>
            </p:custDataLst>
          </p:nvPr>
        </p:nvSpPr>
        <p:spPr bwMode="auto">
          <a:xfrm>
            <a:off x="395605" y="2957195"/>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26" name="Line 35"/>
          <p:cNvSpPr>
            <a:spLocks noChangeShapeType="1"/>
          </p:cNvSpPr>
          <p:nvPr>
            <p:custDataLst>
              <p:tags r:id="rId32"/>
            </p:custDataLst>
          </p:nvPr>
        </p:nvSpPr>
        <p:spPr bwMode="auto">
          <a:xfrm>
            <a:off x="395605" y="3503295"/>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27" name="Line 36"/>
          <p:cNvSpPr>
            <a:spLocks noChangeShapeType="1"/>
          </p:cNvSpPr>
          <p:nvPr>
            <p:custDataLst>
              <p:tags r:id="rId33"/>
            </p:custDataLst>
          </p:nvPr>
        </p:nvSpPr>
        <p:spPr bwMode="auto">
          <a:xfrm>
            <a:off x="395605" y="4050983"/>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28" name="Line 37"/>
          <p:cNvSpPr>
            <a:spLocks noChangeShapeType="1"/>
          </p:cNvSpPr>
          <p:nvPr>
            <p:custDataLst>
              <p:tags r:id="rId34"/>
            </p:custDataLst>
          </p:nvPr>
        </p:nvSpPr>
        <p:spPr bwMode="auto">
          <a:xfrm>
            <a:off x="395605" y="4597083"/>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29" name="Line 38"/>
          <p:cNvSpPr>
            <a:spLocks noChangeShapeType="1"/>
          </p:cNvSpPr>
          <p:nvPr>
            <p:custDataLst>
              <p:tags r:id="rId35"/>
            </p:custDataLst>
          </p:nvPr>
        </p:nvSpPr>
        <p:spPr bwMode="auto">
          <a:xfrm>
            <a:off x="395605" y="5144770"/>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30" name="Line 39"/>
          <p:cNvSpPr>
            <a:spLocks noChangeShapeType="1"/>
          </p:cNvSpPr>
          <p:nvPr>
            <p:custDataLst>
              <p:tags r:id="rId36"/>
            </p:custDataLst>
          </p:nvPr>
        </p:nvSpPr>
        <p:spPr bwMode="auto">
          <a:xfrm>
            <a:off x="395605" y="5689283"/>
            <a:ext cx="24955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31" name="Line 40"/>
          <p:cNvSpPr>
            <a:spLocks noChangeShapeType="1"/>
          </p:cNvSpPr>
          <p:nvPr>
            <p:custDataLst>
              <p:tags r:id="rId37"/>
            </p:custDataLst>
          </p:nvPr>
        </p:nvSpPr>
        <p:spPr bwMode="auto">
          <a:xfrm>
            <a:off x="395605" y="6236970"/>
            <a:ext cx="249555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4132" name="Line 41"/>
          <p:cNvSpPr>
            <a:spLocks noChangeShapeType="1"/>
          </p:cNvSpPr>
          <p:nvPr>
            <p:custDataLst>
              <p:tags r:id="rId38"/>
            </p:custDataLst>
          </p:nvPr>
        </p:nvSpPr>
        <p:spPr bwMode="auto">
          <a:xfrm>
            <a:off x="395605" y="1317308"/>
            <a:ext cx="0" cy="4919662"/>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4133" name="Line 42"/>
          <p:cNvSpPr>
            <a:spLocks noChangeShapeType="1"/>
          </p:cNvSpPr>
          <p:nvPr>
            <p:custDataLst>
              <p:tags r:id="rId39"/>
            </p:custDataLst>
          </p:nvPr>
        </p:nvSpPr>
        <p:spPr bwMode="auto">
          <a:xfrm>
            <a:off x="987743" y="1317308"/>
            <a:ext cx="0" cy="4919662"/>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34" name="Line 43"/>
          <p:cNvSpPr>
            <a:spLocks noChangeShapeType="1"/>
          </p:cNvSpPr>
          <p:nvPr>
            <p:custDataLst>
              <p:tags r:id="rId40"/>
            </p:custDataLst>
          </p:nvPr>
        </p:nvSpPr>
        <p:spPr bwMode="auto">
          <a:xfrm>
            <a:off x="1886268" y="1317308"/>
            <a:ext cx="0" cy="4919662"/>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135" name="Line 44"/>
          <p:cNvSpPr>
            <a:spLocks noChangeShapeType="1"/>
          </p:cNvSpPr>
          <p:nvPr>
            <p:custDataLst>
              <p:tags r:id="rId41"/>
            </p:custDataLst>
          </p:nvPr>
        </p:nvSpPr>
        <p:spPr bwMode="auto">
          <a:xfrm>
            <a:off x="2891155" y="1317308"/>
            <a:ext cx="0" cy="4919662"/>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89133" name="Text Box 45"/>
          <p:cNvSpPr txBox="1">
            <a:spLocks noChangeArrowheads="1"/>
          </p:cNvSpPr>
          <p:nvPr>
            <p:custDataLst>
              <p:tags r:id="rId42"/>
            </p:custDataLst>
          </p:nvPr>
        </p:nvSpPr>
        <p:spPr bwMode="auto">
          <a:xfrm>
            <a:off x="3640138" y="1226185"/>
            <a:ext cx="4846637" cy="2044700"/>
          </a:xfrm>
          <a:prstGeom prst="rect">
            <a:avLst/>
          </a:prstGeom>
          <a:noFill/>
          <a:ln w="9525">
            <a:noFill/>
            <a:miter lim="800000"/>
          </a:ln>
        </p:spPr>
        <p:txBody>
          <a:bodyPr/>
          <a:lstStyle/>
          <a:p>
            <a:pPr>
              <a:lnSpc>
                <a:spcPct val="105000"/>
              </a:lnSpc>
              <a:spcBef>
                <a:spcPct val="45000"/>
              </a:spcBef>
            </a:pPr>
            <a:r>
              <a:rPr lang="en-US" sz="2800">
                <a:solidFill>
                  <a:srgbClr val="FF0000"/>
                </a:solidFill>
                <a:latin typeface="Arial" panose="020B0604020202020204"/>
                <a:cs typeface="Arial" panose="020B0604020202020204"/>
              </a:rPr>
              <a:t>平均固定成本(AFC) </a:t>
            </a:r>
            <a:r>
              <a:rPr lang="en-US" sz="2600">
                <a:latin typeface="Arial" panose="020B0604020202020204"/>
                <a:cs typeface="Arial" panose="020B0604020202020204"/>
              </a:rPr>
              <a:t>是固定成本除以产量:</a:t>
            </a:r>
            <a:endParaRPr lang="en-US" sz="2600">
              <a:latin typeface="Arial" panose="020B0604020202020204"/>
              <a:cs typeface="Arial" panose="020B0604020202020204"/>
            </a:endParaRPr>
          </a:p>
          <a:p>
            <a:pPr>
              <a:lnSpc>
                <a:spcPct val="105000"/>
              </a:lnSpc>
              <a:spcBef>
                <a:spcPct val="45000"/>
              </a:spcBef>
            </a:pPr>
            <a:r>
              <a:rPr lang="en-US" sz="2600">
                <a:latin typeface="Arial" panose="020B0604020202020204"/>
                <a:cs typeface="Arial" panose="020B0604020202020204"/>
              </a:rPr>
              <a:t>   </a:t>
            </a:r>
            <a:r>
              <a:rPr lang="en-US" sz="2600" i="1">
                <a:latin typeface="Arial" panose="020B0604020202020204"/>
                <a:cs typeface="Arial" panose="020B0604020202020204"/>
              </a:rPr>
              <a:t>AFC</a:t>
            </a:r>
            <a:r>
              <a:rPr lang="en-US" sz="2600">
                <a:latin typeface="Arial" panose="020B0604020202020204"/>
                <a:cs typeface="Arial" panose="020B0604020202020204"/>
              </a:rPr>
              <a:t> = </a:t>
            </a:r>
            <a:r>
              <a:rPr lang="en-US" sz="2600" i="1">
                <a:latin typeface="Arial" panose="020B0604020202020204"/>
                <a:cs typeface="Arial" panose="020B0604020202020204"/>
              </a:rPr>
              <a:t>FC</a:t>
            </a:r>
            <a:r>
              <a:rPr lang="en-US" sz="2600">
                <a:latin typeface="Arial" panose="020B0604020202020204"/>
                <a:cs typeface="Arial" panose="020B0604020202020204"/>
              </a:rPr>
              <a:t>/</a:t>
            </a:r>
            <a:r>
              <a:rPr lang="en-US" sz="2600" b="1" i="1">
                <a:latin typeface="Arial" panose="020B0604020202020204"/>
                <a:cs typeface="Arial" panose="020B0604020202020204"/>
              </a:rPr>
              <a:t>Q</a:t>
            </a:r>
            <a:endParaRPr lang="en-US" sz="2600" b="1" i="1">
              <a:latin typeface="Arial" panose="020B0604020202020204"/>
              <a:cs typeface="Arial" panose="020B0604020202020204"/>
            </a:endParaRPr>
          </a:p>
        </p:txBody>
      </p:sp>
      <p:sp>
        <p:nvSpPr>
          <p:cNvPr id="89134" name="Text Box 46"/>
          <p:cNvSpPr txBox="1">
            <a:spLocks noChangeArrowheads="1"/>
          </p:cNvSpPr>
          <p:nvPr>
            <p:custDataLst>
              <p:tags r:id="rId43"/>
            </p:custDataLst>
          </p:nvPr>
        </p:nvSpPr>
        <p:spPr bwMode="auto">
          <a:xfrm>
            <a:off x="3630613" y="3639185"/>
            <a:ext cx="5011737" cy="1892300"/>
          </a:xfrm>
          <a:prstGeom prst="rect">
            <a:avLst/>
          </a:prstGeom>
          <a:noFill/>
          <a:ln w="9525">
            <a:noFill/>
            <a:miter lim="800000"/>
          </a:ln>
        </p:spPr>
        <p:txBody>
          <a:bodyPr/>
          <a:lstStyle/>
          <a:p>
            <a:pPr>
              <a:lnSpc>
                <a:spcPct val="105000"/>
              </a:lnSpc>
              <a:spcBef>
                <a:spcPct val="45000"/>
              </a:spcBef>
            </a:pPr>
            <a:r>
              <a:rPr lang="en-US" sz="2600">
                <a:latin typeface="Arial" panose="020B0604020202020204"/>
                <a:cs typeface="Arial" panose="020B0604020202020204"/>
              </a:rPr>
              <a:t>注意,AFC随Q增加而减少: 企</a:t>
            </a:r>
            <a:r>
              <a:rPr lang="zh-CN" altLang="en-US" sz="2600">
                <a:latin typeface="Arial" panose="020B0604020202020204"/>
                <a:cs typeface="Arial" panose="020B0604020202020204"/>
              </a:rPr>
              <a:t>业</a:t>
            </a:r>
            <a:r>
              <a:rPr lang="en-US" sz="2600">
                <a:latin typeface="Arial" panose="020B0604020202020204"/>
                <a:cs typeface="Arial" panose="020B0604020202020204"/>
              </a:rPr>
              <a:t>将它的</a:t>
            </a:r>
            <a:r>
              <a:rPr lang="zh-CN" altLang="en-US" sz="2600">
                <a:latin typeface="Arial" panose="020B0604020202020204"/>
                <a:cs typeface="Arial" panose="020B0604020202020204"/>
              </a:rPr>
              <a:t>固定</a:t>
            </a:r>
            <a:r>
              <a:rPr lang="en-US" sz="2600">
                <a:latin typeface="Arial" panose="020B0604020202020204"/>
                <a:cs typeface="Arial" panose="020B0604020202020204"/>
              </a:rPr>
              <a:t>成本在越来越多的</a:t>
            </a:r>
            <a:r>
              <a:rPr lang="zh-CN" altLang="en-US" sz="2600">
                <a:latin typeface="Arial" panose="020B0604020202020204"/>
                <a:cs typeface="Arial" panose="020B0604020202020204"/>
              </a:rPr>
              <a:t>产量之间分摊</a:t>
            </a:r>
            <a:endParaRPr lang="zh-CN" altLang="en-US" sz="2600">
              <a:latin typeface="Arial" panose="020B0604020202020204"/>
              <a:cs typeface="Arial" panose="020B0604020202020204"/>
            </a:endParaRPr>
          </a:p>
        </p:txBody>
      </p:sp>
      <p:graphicFrame>
        <p:nvGraphicFramePr>
          <p:cNvPr id="89135" name="Object 47"/>
          <p:cNvGraphicFramePr>
            <a:graphicFrameLocks noChangeAspect="1"/>
          </p:cNvGraphicFramePr>
          <p:nvPr>
            <p:custDataLst>
              <p:tags r:id="rId44"/>
            </p:custDataLst>
          </p:nvPr>
        </p:nvGraphicFramePr>
        <p:xfrm>
          <a:off x="3368675" y="980123"/>
          <a:ext cx="5402263" cy="5603875"/>
        </p:xfrm>
        <a:graphic>
          <a:graphicData uri="http://schemas.openxmlformats.org/presentationml/2006/ole">
            <mc:AlternateContent xmlns:mc="http://schemas.openxmlformats.org/markup-compatibility/2006">
              <mc:Choice xmlns:v="urn:schemas-microsoft-com:vml" Requires="v">
                <p:oleObj spid="_x0000_s4098" name="Worksheet" r:id="rId45" imgW="4472940" imgH="4638040" progId="Excel.Sheet.8">
                  <p:embed/>
                </p:oleObj>
              </mc:Choice>
              <mc:Fallback>
                <p:oleObj name="Worksheet" r:id="rId45" imgW="4472940" imgH="4638040" progId="Excel.Sheet.8">
                  <p:embed/>
                  <p:pic>
                    <p:nvPicPr>
                      <p:cNvPr id="0" name="图片 2"/>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368675" y="980123"/>
                        <a:ext cx="5402263" cy="560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133">
                                            <p:txEl>
                                              <p:pRg st="0" end="0"/>
                                            </p:txEl>
                                          </p:spTgt>
                                        </p:tgtEl>
                                        <p:attrNameLst>
                                          <p:attrName>style.visibility</p:attrName>
                                        </p:attrNameLst>
                                      </p:cBhvr>
                                      <p:to>
                                        <p:strVal val="visible"/>
                                      </p:to>
                                    </p:set>
                                    <p:animEffect transition="in" filter="wipe(left)">
                                      <p:cBhvr>
                                        <p:cTn id="7" dur="500"/>
                                        <p:tgtEl>
                                          <p:spTgt spid="891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133">
                                            <p:txEl>
                                              <p:pRg st="1" end="1"/>
                                            </p:txEl>
                                          </p:spTgt>
                                        </p:tgtEl>
                                        <p:attrNameLst>
                                          <p:attrName>style.visibility</p:attrName>
                                        </p:attrNameLst>
                                      </p:cBhvr>
                                      <p:to>
                                        <p:strVal val="visible"/>
                                      </p:to>
                                    </p:set>
                                    <p:animEffect transition="in" filter="wipe(left)">
                                      <p:cBhvr>
                                        <p:cTn id="12" dur="500"/>
                                        <p:tgtEl>
                                          <p:spTgt spid="891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134">
                                            <p:txEl>
                                              <p:pRg st="0" end="0"/>
                                            </p:txEl>
                                          </p:spTgt>
                                        </p:tgtEl>
                                        <p:attrNameLst>
                                          <p:attrName>style.visibility</p:attrName>
                                        </p:attrNameLst>
                                      </p:cBhvr>
                                      <p:to>
                                        <p:strVal val="visible"/>
                                      </p:to>
                                    </p:set>
                                    <p:animEffect transition="in" filter="wipe(left)">
                                      <p:cBhvr>
                                        <p:cTn id="22" dur="500"/>
                                        <p:tgtEl>
                                          <p:spTgt spid="8913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9135"/>
                                        </p:tgtEl>
                                        <p:attrNameLst>
                                          <p:attrName>style.visibility</p:attrName>
                                        </p:attrNameLst>
                                      </p:cBhvr>
                                      <p:to>
                                        <p:strVal val="visible"/>
                                      </p:to>
                                    </p:set>
                                    <p:animEffect transition="in" filter="fade">
                                      <p:cBhvr>
                                        <p:cTn id="27" dur="500"/>
                                        <p:tgtEl>
                                          <p:spTgt spid="89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33" grpId="0" build="p"/>
      <p:bldP spid="89134" grpId="0" build="p"/>
      <p:bldOleChart spid="891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33187" y="476232"/>
            <a:ext cx="3434080" cy="58356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例2:平均可变成本</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5126" name="Rectangle 3"/>
          <p:cNvSpPr>
            <a:spLocks noChangeArrowheads="1"/>
          </p:cNvSpPr>
          <p:nvPr>
            <p:custDataLst>
              <p:tags r:id="rId2"/>
            </p:custDataLst>
          </p:nvPr>
        </p:nvSpPr>
        <p:spPr bwMode="auto">
          <a:xfrm>
            <a:off x="1068705" y="5783580"/>
            <a:ext cx="828675"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520</a:t>
            </a:r>
            <a:endParaRPr lang="en-US" sz="2400">
              <a:latin typeface="Arial" panose="020B0604020202020204"/>
              <a:cs typeface="Arial" panose="020B0604020202020204"/>
            </a:endParaRPr>
          </a:p>
        </p:txBody>
      </p:sp>
      <p:sp>
        <p:nvSpPr>
          <p:cNvPr id="5127" name="Rectangle 4"/>
          <p:cNvSpPr>
            <a:spLocks noChangeArrowheads="1"/>
          </p:cNvSpPr>
          <p:nvPr>
            <p:custDataLst>
              <p:tags r:id="rId3"/>
            </p:custDataLst>
          </p:nvPr>
        </p:nvSpPr>
        <p:spPr bwMode="auto">
          <a:xfrm>
            <a:off x="467043" y="5783580"/>
            <a:ext cx="601662"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a:t>
            </a:r>
            <a:endParaRPr lang="en-US" sz="2400">
              <a:latin typeface="Arial" panose="020B0604020202020204"/>
              <a:cs typeface="Arial" panose="020B0604020202020204"/>
            </a:endParaRPr>
          </a:p>
        </p:txBody>
      </p:sp>
      <p:sp>
        <p:nvSpPr>
          <p:cNvPr id="5128" name="Rectangle 5"/>
          <p:cNvSpPr>
            <a:spLocks noChangeArrowheads="1"/>
          </p:cNvSpPr>
          <p:nvPr>
            <p:custDataLst>
              <p:tags r:id="rId4"/>
            </p:custDataLst>
          </p:nvPr>
        </p:nvSpPr>
        <p:spPr bwMode="auto">
          <a:xfrm>
            <a:off x="1068705" y="5221605"/>
            <a:ext cx="828675"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380</a:t>
            </a:r>
            <a:endParaRPr lang="en-US" sz="2400">
              <a:latin typeface="Arial" panose="020B0604020202020204"/>
              <a:cs typeface="Arial" panose="020B0604020202020204"/>
            </a:endParaRPr>
          </a:p>
        </p:txBody>
      </p:sp>
      <p:sp>
        <p:nvSpPr>
          <p:cNvPr id="5129" name="Rectangle 6"/>
          <p:cNvSpPr>
            <a:spLocks noChangeArrowheads="1"/>
          </p:cNvSpPr>
          <p:nvPr>
            <p:custDataLst>
              <p:tags r:id="rId5"/>
            </p:custDataLst>
          </p:nvPr>
        </p:nvSpPr>
        <p:spPr bwMode="auto">
          <a:xfrm>
            <a:off x="467043" y="5221605"/>
            <a:ext cx="60166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a:t>
            </a:r>
            <a:endParaRPr lang="en-US" sz="2400">
              <a:latin typeface="Arial" panose="020B0604020202020204"/>
              <a:cs typeface="Arial" panose="020B0604020202020204"/>
            </a:endParaRPr>
          </a:p>
        </p:txBody>
      </p:sp>
      <p:sp>
        <p:nvSpPr>
          <p:cNvPr id="5130" name="Rectangle 7"/>
          <p:cNvSpPr>
            <a:spLocks noChangeArrowheads="1"/>
          </p:cNvSpPr>
          <p:nvPr>
            <p:custDataLst>
              <p:tags r:id="rId6"/>
            </p:custDataLst>
          </p:nvPr>
        </p:nvSpPr>
        <p:spPr bwMode="auto">
          <a:xfrm>
            <a:off x="1068705" y="4656455"/>
            <a:ext cx="828675"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280</a:t>
            </a:r>
            <a:endParaRPr lang="en-US" sz="2400">
              <a:latin typeface="Arial" panose="020B0604020202020204"/>
              <a:cs typeface="Arial" panose="020B0604020202020204"/>
            </a:endParaRPr>
          </a:p>
        </p:txBody>
      </p:sp>
      <p:sp>
        <p:nvSpPr>
          <p:cNvPr id="5131" name="Rectangle 8"/>
          <p:cNvSpPr>
            <a:spLocks noChangeArrowheads="1"/>
          </p:cNvSpPr>
          <p:nvPr>
            <p:custDataLst>
              <p:tags r:id="rId7"/>
            </p:custDataLst>
          </p:nvPr>
        </p:nvSpPr>
        <p:spPr bwMode="auto">
          <a:xfrm>
            <a:off x="467043" y="4656455"/>
            <a:ext cx="601662"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5132" name="Rectangle 9"/>
          <p:cNvSpPr>
            <a:spLocks noChangeArrowheads="1"/>
          </p:cNvSpPr>
          <p:nvPr>
            <p:custDataLst>
              <p:tags r:id="rId8"/>
            </p:custDataLst>
          </p:nvPr>
        </p:nvSpPr>
        <p:spPr bwMode="auto">
          <a:xfrm>
            <a:off x="1068705" y="4091305"/>
            <a:ext cx="828675"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210</a:t>
            </a:r>
            <a:endParaRPr lang="en-US" sz="2400">
              <a:latin typeface="Arial" panose="020B0604020202020204"/>
              <a:cs typeface="Arial" panose="020B0604020202020204"/>
            </a:endParaRPr>
          </a:p>
        </p:txBody>
      </p:sp>
      <p:sp>
        <p:nvSpPr>
          <p:cNvPr id="5133" name="Rectangle 10"/>
          <p:cNvSpPr>
            <a:spLocks noChangeArrowheads="1"/>
          </p:cNvSpPr>
          <p:nvPr>
            <p:custDataLst>
              <p:tags r:id="rId9"/>
            </p:custDataLst>
          </p:nvPr>
        </p:nvSpPr>
        <p:spPr bwMode="auto">
          <a:xfrm>
            <a:off x="467043" y="4091305"/>
            <a:ext cx="601662"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5134" name="Rectangle 11"/>
          <p:cNvSpPr>
            <a:spLocks noChangeArrowheads="1"/>
          </p:cNvSpPr>
          <p:nvPr>
            <p:custDataLst>
              <p:tags r:id="rId10"/>
            </p:custDataLst>
          </p:nvPr>
        </p:nvSpPr>
        <p:spPr bwMode="auto">
          <a:xfrm>
            <a:off x="1068705" y="3526155"/>
            <a:ext cx="828675"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160</a:t>
            </a:r>
            <a:endParaRPr lang="en-US" sz="2400">
              <a:latin typeface="Arial" panose="020B0604020202020204"/>
              <a:cs typeface="Arial" panose="020B0604020202020204"/>
            </a:endParaRPr>
          </a:p>
        </p:txBody>
      </p:sp>
      <p:sp>
        <p:nvSpPr>
          <p:cNvPr id="5135" name="Rectangle 12"/>
          <p:cNvSpPr>
            <a:spLocks noChangeArrowheads="1"/>
          </p:cNvSpPr>
          <p:nvPr>
            <p:custDataLst>
              <p:tags r:id="rId11"/>
            </p:custDataLst>
          </p:nvPr>
        </p:nvSpPr>
        <p:spPr bwMode="auto">
          <a:xfrm>
            <a:off x="467043" y="3526155"/>
            <a:ext cx="601662"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5136" name="Rectangle 13"/>
          <p:cNvSpPr>
            <a:spLocks noChangeArrowheads="1"/>
          </p:cNvSpPr>
          <p:nvPr>
            <p:custDataLst>
              <p:tags r:id="rId12"/>
            </p:custDataLst>
          </p:nvPr>
        </p:nvSpPr>
        <p:spPr bwMode="auto">
          <a:xfrm>
            <a:off x="1068705" y="2961005"/>
            <a:ext cx="828675"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120</a:t>
            </a:r>
            <a:endParaRPr lang="en-US" sz="2400">
              <a:latin typeface="Arial" panose="020B0604020202020204"/>
              <a:cs typeface="Arial" panose="020B0604020202020204"/>
            </a:endParaRPr>
          </a:p>
        </p:txBody>
      </p:sp>
      <p:sp>
        <p:nvSpPr>
          <p:cNvPr id="5137" name="Rectangle 14"/>
          <p:cNvSpPr>
            <a:spLocks noChangeArrowheads="1"/>
          </p:cNvSpPr>
          <p:nvPr>
            <p:custDataLst>
              <p:tags r:id="rId13"/>
            </p:custDataLst>
          </p:nvPr>
        </p:nvSpPr>
        <p:spPr bwMode="auto">
          <a:xfrm>
            <a:off x="467043" y="2961005"/>
            <a:ext cx="601662"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5138" name="Rectangle 15"/>
          <p:cNvSpPr>
            <a:spLocks noChangeArrowheads="1"/>
          </p:cNvSpPr>
          <p:nvPr>
            <p:custDataLst>
              <p:tags r:id="rId14"/>
            </p:custDataLst>
          </p:nvPr>
        </p:nvSpPr>
        <p:spPr bwMode="auto">
          <a:xfrm>
            <a:off x="1068705" y="2399030"/>
            <a:ext cx="828675"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a:t>
            </a:r>
            <a:endParaRPr lang="en-US" sz="2400">
              <a:latin typeface="Arial" panose="020B0604020202020204"/>
              <a:cs typeface="Arial" panose="020B0604020202020204"/>
            </a:endParaRPr>
          </a:p>
        </p:txBody>
      </p:sp>
      <p:sp>
        <p:nvSpPr>
          <p:cNvPr id="5139" name="Rectangle 16"/>
          <p:cNvSpPr>
            <a:spLocks noChangeArrowheads="1"/>
          </p:cNvSpPr>
          <p:nvPr>
            <p:custDataLst>
              <p:tags r:id="rId15"/>
            </p:custDataLst>
          </p:nvPr>
        </p:nvSpPr>
        <p:spPr bwMode="auto">
          <a:xfrm>
            <a:off x="467043" y="2399030"/>
            <a:ext cx="601662" cy="5619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grpSp>
        <p:nvGrpSpPr>
          <p:cNvPr id="2" name="Group 17"/>
          <p:cNvGrpSpPr/>
          <p:nvPr/>
        </p:nvGrpSpPr>
        <p:grpSpPr bwMode="auto">
          <a:xfrm>
            <a:off x="1897380" y="1833880"/>
            <a:ext cx="1068388" cy="4514850"/>
            <a:chOff x="1182" y="1026"/>
            <a:chExt cx="673" cy="2844"/>
          </a:xfrm>
        </p:grpSpPr>
        <p:sp>
          <p:nvSpPr>
            <p:cNvPr id="5163" name="Rectangle 18"/>
            <p:cNvSpPr>
              <a:spLocks noChangeArrowheads="1"/>
            </p:cNvSpPr>
            <p:nvPr>
              <p:custDataLst>
                <p:tags r:id="rId16"/>
              </p:custDataLst>
            </p:nvPr>
          </p:nvSpPr>
          <p:spPr bwMode="auto">
            <a:xfrm>
              <a:off x="1182" y="3514"/>
              <a:ext cx="673" cy="356"/>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74.29</a:t>
              </a:r>
              <a:endParaRPr lang="en-US" sz="2400">
                <a:latin typeface="Arial" panose="020B0604020202020204"/>
                <a:cs typeface="Arial" panose="020B0604020202020204"/>
              </a:endParaRPr>
            </a:p>
          </p:txBody>
        </p:sp>
        <p:sp>
          <p:nvSpPr>
            <p:cNvPr id="5164" name="Rectangle 19"/>
            <p:cNvSpPr>
              <a:spLocks noChangeArrowheads="1"/>
            </p:cNvSpPr>
            <p:nvPr>
              <p:custDataLst>
                <p:tags r:id="rId17"/>
              </p:custDataLst>
            </p:nvPr>
          </p:nvSpPr>
          <p:spPr bwMode="auto">
            <a:xfrm>
              <a:off x="1182" y="3160"/>
              <a:ext cx="673" cy="35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63.33</a:t>
              </a:r>
              <a:endParaRPr lang="en-US" sz="2400">
                <a:latin typeface="Arial" panose="020B0604020202020204"/>
                <a:cs typeface="Arial" panose="020B0604020202020204"/>
              </a:endParaRPr>
            </a:p>
          </p:txBody>
        </p:sp>
        <p:sp>
          <p:nvSpPr>
            <p:cNvPr id="5165" name="Rectangle 20"/>
            <p:cNvSpPr>
              <a:spLocks noChangeArrowheads="1"/>
            </p:cNvSpPr>
            <p:nvPr>
              <p:custDataLst>
                <p:tags r:id="rId18"/>
              </p:custDataLst>
            </p:nvPr>
          </p:nvSpPr>
          <p:spPr bwMode="auto">
            <a:xfrm>
              <a:off x="1182" y="2804"/>
              <a:ext cx="673" cy="356"/>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56.00</a:t>
              </a:r>
              <a:endParaRPr lang="en-US" sz="2400">
                <a:latin typeface="Arial" panose="020B0604020202020204"/>
                <a:cs typeface="Arial" panose="020B0604020202020204"/>
              </a:endParaRPr>
            </a:p>
          </p:txBody>
        </p:sp>
        <p:sp>
          <p:nvSpPr>
            <p:cNvPr id="5166" name="Rectangle 21"/>
            <p:cNvSpPr>
              <a:spLocks noChangeArrowheads="1"/>
            </p:cNvSpPr>
            <p:nvPr>
              <p:custDataLst>
                <p:tags r:id="rId19"/>
              </p:custDataLst>
            </p:nvPr>
          </p:nvSpPr>
          <p:spPr bwMode="auto">
            <a:xfrm>
              <a:off x="1182" y="2448"/>
              <a:ext cx="673" cy="356"/>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52.50</a:t>
              </a:r>
              <a:endParaRPr lang="en-US" sz="2400">
                <a:latin typeface="Arial" panose="020B0604020202020204"/>
                <a:cs typeface="Arial" panose="020B0604020202020204"/>
              </a:endParaRPr>
            </a:p>
          </p:txBody>
        </p:sp>
        <p:sp>
          <p:nvSpPr>
            <p:cNvPr id="5167" name="Rectangle 22"/>
            <p:cNvSpPr>
              <a:spLocks noChangeArrowheads="1"/>
            </p:cNvSpPr>
            <p:nvPr>
              <p:custDataLst>
                <p:tags r:id="rId20"/>
              </p:custDataLst>
            </p:nvPr>
          </p:nvSpPr>
          <p:spPr bwMode="auto">
            <a:xfrm>
              <a:off x="1182" y="2092"/>
              <a:ext cx="673" cy="356"/>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53.33</a:t>
              </a:r>
              <a:endParaRPr lang="en-US" sz="2400">
                <a:latin typeface="Arial" panose="020B0604020202020204"/>
                <a:cs typeface="Arial" panose="020B0604020202020204"/>
              </a:endParaRPr>
            </a:p>
          </p:txBody>
        </p:sp>
        <p:sp>
          <p:nvSpPr>
            <p:cNvPr id="5168" name="Rectangle 23"/>
            <p:cNvSpPr>
              <a:spLocks noChangeArrowheads="1"/>
            </p:cNvSpPr>
            <p:nvPr>
              <p:custDataLst>
                <p:tags r:id="rId21"/>
              </p:custDataLst>
            </p:nvPr>
          </p:nvSpPr>
          <p:spPr bwMode="auto">
            <a:xfrm>
              <a:off x="1182" y="1736"/>
              <a:ext cx="673" cy="356"/>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60</a:t>
              </a:r>
              <a:endParaRPr lang="en-US" sz="2400">
                <a:latin typeface="Arial" panose="020B0604020202020204"/>
                <a:cs typeface="Arial" panose="020B0604020202020204"/>
              </a:endParaRPr>
            </a:p>
          </p:txBody>
        </p:sp>
        <p:sp>
          <p:nvSpPr>
            <p:cNvPr id="5169" name="Rectangle 24"/>
            <p:cNvSpPr>
              <a:spLocks noChangeArrowheads="1"/>
            </p:cNvSpPr>
            <p:nvPr>
              <p:custDataLst>
                <p:tags r:id="rId22"/>
              </p:custDataLst>
            </p:nvPr>
          </p:nvSpPr>
          <p:spPr bwMode="auto">
            <a:xfrm>
              <a:off x="1182" y="1382"/>
              <a:ext cx="673" cy="35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a:t>
              </a:r>
              <a:endParaRPr lang="en-US" sz="2400">
                <a:latin typeface="Arial" panose="020B0604020202020204"/>
                <a:cs typeface="Arial" panose="020B0604020202020204"/>
              </a:endParaRPr>
            </a:p>
          </p:txBody>
        </p:sp>
        <p:sp>
          <p:nvSpPr>
            <p:cNvPr id="5170" name="Rectangle 25"/>
            <p:cNvSpPr>
              <a:spLocks noChangeArrowheads="1"/>
            </p:cNvSpPr>
            <p:nvPr>
              <p:custDataLst>
                <p:tags r:id="rId23"/>
              </p:custDataLst>
            </p:nvPr>
          </p:nvSpPr>
          <p:spPr bwMode="auto">
            <a:xfrm>
              <a:off x="1182" y="1026"/>
              <a:ext cx="673" cy="356"/>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n/a</a:t>
              </a:r>
              <a:endParaRPr lang="en-US" sz="2400">
                <a:latin typeface="Arial" panose="020B0604020202020204"/>
                <a:cs typeface="Arial" panose="020B0604020202020204"/>
              </a:endParaRPr>
            </a:p>
          </p:txBody>
        </p:sp>
      </p:grpSp>
      <p:sp>
        <p:nvSpPr>
          <p:cNvPr id="5141" name="Rectangle 26"/>
          <p:cNvSpPr>
            <a:spLocks noChangeArrowheads="1"/>
          </p:cNvSpPr>
          <p:nvPr>
            <p:custDataLst>
              <p:tags r:id="rId24"/>
            </p:custDataLst>
          </p:nvPr>
        </p:nvSpPr>
        <p:spPr bwMode="auto">
          <a:xfrm>
            <a:off x="1068705" y="1833880"/>
            <a:ext cx="828675"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5142" name="Rectangle 27"/>
          <p:cNvSpPr>
            <a:spLocks noChangeArrowheads="1"/>
          </p:cNvSpPr>
          <p:nvPr>
            <p:custDataLst>
              <p:tags r:id="rId25"/>
            </p:custDataLst>
          </p:nvPr>
        </p:nvSpPr>
        <p:spPr bwMode="auto">
          <a:xfrm>
            <a:off x="467043" y="1833880"/>
            <a:ext cx="601662" cy="56515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5143" name="Rectangle 28"/>
          <p:cNvSpPr>
            <a:spLocks noChangeArrowheads="1"/>
          </p:cNvSpPr>
          <p:nvPr>
            <p:custDataLst>
              <p:tags r:id="rId26"/>
            </p:custDataLst>
          </p:nvPr>
        </p:nvSpPr>
        <p:spPr bwMode="auto">
          <a:xfrm>
            <a:off x="1897380" y="1268730"/>
            <a:ext cx="1068388" cy="5651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AVC</a:t>
            </a:r>
            <a:endParaRPr lang="en-US" sz="2400" i="1">
              <a:latin typeface="Arial" panose="020B0604020202020204"/>
              <a:cs typeface="Arial" panose="020B0604020202020204"/>
            </a:endParaRPr>
          </a:p>
        </p:txBody>
      </p:sp>
      <p:sp>
        <p:nvSpPr>
          <p:cNvPr id="5144" name="Rectangle 29"/>
          <p:cNvSpPr>
            <a:spLocks noChangeArrowheads="1"/>
          </p:cNvSpPr>
          <p:nvPr>
            <p:custDataLst>
              <p:tags r:id="rId27"/>
            </p:custDataLst>
          </p:nvPr>
        </p:nvSpPr>
        <p:spPr bwMode="auto">
          <a:xfrm>
            <a:off x="1068705" y="1268730"/>
            <a:ext cx="828675" cy="5651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VC</a:t>
            </a:r>
            <a:endParaRPr lang="en-US" sz="2400" i="1">
              <a:latin typeface="Arial" panose="020B0604020202020204"/>
              <a:cs typeface="Arial" panose="020B0604020202020204"/>
            </a:endParaRPr>
          </a:p>
        </p:txBody>
      </p:sp>
      <p:sp>
        <p:nvSpPr>
          <p:cNvPr id="5145" name="Rectangle 30"/>
          <p:cNvSpPr>
            <a:spLocks noChangeArrowheads="1"/>
          </p:cNvSpPr>
          <p:nvPr>
            <p:custDataLst>
              <p:tags r:id="rId28"/>
            </p:custDataLst>
          </p:nvPr>
        </p:nvSpPr>
        <p:spPr bwMode="auto">
          <a:xfrm>
            <a:off x="467043" y="1268730"/>
            <a:ext cx="601662" cy="565150"/>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5146" name="Line 31"/>
          <p:cNvSpPr>
            <a:spLocks noChangeShapeType="1"/>
          </p:cNvSpPr>
          <p:nvPr>
            <p:custDataLst>
              <p:tags r:id="rId29"/>
            </p:custDataLst>
          </p:nvPr>
        </p:nvSpPr>
        <p:spPr bwMode="auto">
          <a:xfrm>
            <a:off x="467043" y="1268730"/>
            <a:ext cx="2498725"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5147" name="Line 32"/>
          <p:cNvSpPr>
            <a:spLocks noChangeShapeType="1"/>
          </p:cNvSpPr>
          <p:nvPr>
            <p:custDataLst>
              <p:tags r:id="rId30"/>
            </p:custDataLst>
          </p:nvPr>
        </p:nvSpPr>
        <p:spPr bwMode="auto">
          <a:xfrm>
            <a:off x="467043" y="1833880"/>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48" name="Line 33"/>
          <p:cNvSpPr>
            <a:spLocks noChangeShapeType="1"/>
          </p:cNvSpPr>
          <p:nvPr>
            <p:custDataLst>
              <p:tags r:id="rId31"/>
            </p:custDataLst>
          </p:nvPr>
        </p:nvSpPr>
        <p:spPr bwMode="auto">
          <a:xfrm>
            <a:off x="467043" y="2399030"/>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49" name="Line 34"/>
          <p:cNvSpPr>
            <a:spLocks noChangeShapeType="1"/>
          </p:cNvSpPr>
          <p:nvPr>
            <p:custDataLst>
              <p:tags r:id="rId32"/>
            </p:custDataLst>
          </p:nvPr>
        </p:nvSpPr>
        <p:spPr bwMode="auto">
          <a:xfrm>
            <a:off x="467043" y="2961005"/>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0" name="Line 35"/>
          <p:cNvSpPr>
            <a:spLocks noChangeShapeType="1"/>
          </p:cNvSpPr>
          <p:nvPr>
            <p:custDataLst>
              <p:tags r:id="rId33"/>
            </p:custDataLst>
          </p:nvPr>
        </p:nvSpPr>
        <p:spPr bwMode="auto">
          <a:xfrm>
            <a:off x="467043" y="3526155"/>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1" name="Line 36"/>
          <p:cNvSpPr>
            <a:spLocks noChangeShapeType="1"/>
          </p:cNvSpPr>
          <p:nvPr>
            <p:custDataLst>
              <p:tags r:id="rId34"/>
            </p:custDataLst>
          </p:nvPr>
        </p:nvSpPr>
        <p:spPr bwMode="auto">
          <a:xfrm>
            <a:off x="467043" y="4091305"/>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2" name="Line 37"/>
          <p:cNvSpPr>
            <a:spLocks noChangeShapeType="1"/>
          </p:cNvSpPr>
          <p:nvPr>
            <p:custDataLst>
              <p:tags r:id="rId35"/>
            </p:custDataLst>
          </p:nvPr>
        </p:nvSpPr>
        <p:spPr bwMode="auto">
          <a:xfrm>
            <a:off x="467043" y="4656455"/>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3" name="Line 38"/>
          <p:cNvSpPr>
            <a:spLocks noChangeShapeType="1"/>
          </p:cNvSpPr>
          <p:nvPr>
            <p:custDataLst>
              <p:tags r:id="rId36"/>
            </p:custDataLst>
          </p:nvPr>
        </p:nvSpPr>
        <p:spPr bwMode="auto">
          <a:xfrm>
            <a:off x="467043" y="5221605"/>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4" name="Line 39"/>
          <p:cNvSpPr>
            <a:spLocks noChangeShapeType="1"/>
          </p:cNvSpPr>
          <p:nvPr>
            <p:custDataLst>
              <p:tags r:id="rId37"/>
            </p:custDataLst>
          </p:nvPr>
        </p:nvSpPr>
        <p:spPr bwMode="auto">
          <a:xfrm>
            <a:off x="467043" y="5783580"/>
            <a:ext cx="2498725"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5" name="Line 40"/>
          <p:cNvSpPr>
            <a:spLocks noChangeShapeType="1"/>
          </p:cNvSpPr>
          <p:nvPr>
            <p:custDataLst>
              <p:tags r:id="rId38"/>
            </p:custDataLst>
          </p:nvPr>
        </p:nvSpPr>
        <p:spPr bwMode="auto">
          <a:xfrm>
            <a:off x="467043" y="6348730"/>
            <a:ext cx="2498725"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5156" name="Line 41"/>
          <p:cNvSpPr>
            <a:spLocks noChangeShapeType="1"/>
          </p:cNvSpPr>
          <p:nvPr>
            <p:custDataLst>
              <p:tags r:id="rId39"/>
            </p:custDataLst>
          </p:nvPr>
        </p:nvSpPr>
        <p:spPr bwMode="auto">
          <a:xfrm>
            <a:off x="467043" y="1268730"/>
            <a:ext cx="0" cy="508000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5157" name="Line 42"/>
          <p:cNvSpPr>
            <a:spLocks noChangeShapeType="1"/>
          </p:cNvSpPr>
          <p:nvPr>
            <p:custDataLst>
              <p:tags r:id="rId40"/>
            </p:custDataLst>
          </p:nvPr>
        </p:nvSpPr>
        <p:spPr bwMode="auto">
          <a:xfrm>
            <a:off x="1068705" y="1268730"/>
            <a:ext cx="0" cy="508000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58" name="Line 43"/>
          <p:cNvSpPr>
            <a:spLocks noChangeShapeType="1"/>
          </p:cNvSpPr>
          <p:nvPr>
            <p:custDataLst>
              <p:tags r:id="rId41"/>
            </p:custDataLst>
          </p:nvPr>
        </p:nvSpPr>
        <p:spPr bwMode="auto">
          <a:xfrm>
            <a:off x="1897380" y="1268730"/>
            <a:ext cx="0" cy="508000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90157" name="Text Box 45"/>
          <p:cNvSpPr txBox="1">
            <a:spLocks noChangeArrowheads="1"/>
          </p:cNvSpPr>
          <p:nvPr>
            <p:custDataLst>
              <p:tags r:id="rId42"/>
            </p:custDataLst>
          </p:nvPr>
        </p:nvSpPr>
        <p:spPr bwMode="auto">
          <a:xfrm>
            <a:off x="3598863" y="1360805"/>
            <a:ext cx="4846637" cy="2044700"/>
          </a:xfrm>
          <a:prstGeom prst="rect">
            <a:avLst/>
          </a:prstGeom>
          <a:noFill/>
          <a:ln w="9525">
            <a:noFill/>
            <a:miter lim="800000"/>
          </a:ln>
        </p:spPr>
        <p:txBody>
          <a:bodyPr/>
          <a:lstStyle/>
          <a:p>
            <a:pPr>
              <a:lnSpc>
                <a:spcPct val="105000"/>
              </a:lnSpc>
              <a:spcBef>
                <a:spcPct val="45000"/>
              </a:spcBef>
            </a:pPr>
            <a:r>
              <a:rPr lang="en-US" sz="2800">
                <a:solidFill>
                  <a:srgbClr val="FF0000"/>
                </a:solidFill>
                <a:latin typeface="Arial" panose="020B0604020202020204"/>
                <a:cs typeface="Arial" panose="020B0604020202020204"/>
              </a:rPr>
              <a:t>平均可变成本(AVC) </a:t>
            </a:r>
            <a:r>
              <a:rPr lang="en-US" sz="2600">
                <a:latin typeface="Arial" panose="020B0604020202020204"/>
                <a:cs typeface="Arial" panose="020B0604020202020204"/>
              </a:rPr>
              <a:t>是可变成本除以产量:</a:t>
            </a:r>
            <a:endParaRPr lang="en-US" sz="2600">
              <a:latin typeface="Arial" panose="020B0604020202020204"/>
              <a:cs typeface="Arial" panose="020B0604020202020204"/>
            </a:endParaRPr>
          </a:p>
          <a:p>
            <a:pPr>
              <a:lnSpc>
                <a:spcPct val="105000"/>
              </a:lnSpc>
              <a:spcBef>
                <a:spcPct val="45000"/>
              </a:spcBef>
            </a:pPr>
            <a:r>
              <a:rPr lang="en-US" sz="2600">
                <a:latin typeface="Arial" panose="020B0604020202020204"/>
                <a:cs typeface="Arial" panose="020B0604020202020204"/>
              </a:rPr>
              <a:t>   </a:t>
            </a:r>
            <a:r>
              <a:rPr lang="en-US" sz="2600" i="1">
                <a:latin typeface="Arial" panose="020B0604020202020204"/>
                <a:cs typeface="Arial" panose="020B0604020202020204"/>
              </a:rPr>
              <a:t>AVC</a:t>
            </a:r>
            <a:r>
              <a:rPr lang="en-US" sz="2600">
                <a:latin typeface="Arial" panose="020B0604020202020204"/>
                <a:cs typeface="Arial" panose="020B0604020202020204"/>
              </a:rPr>
              <a:t> = </a:t>
            </a:r>
            <a:r>
              <a:rPr lang="en-US" sz="2600" i="1">
                <a:latin typeface="Arial" panose="020B0604020202020204"/>
                <a:cs typeface="Arial" panose="020B0604020202020204"/>
              </a:rPr>
              <a:t>VC</a:t>
            </a:r>
            <a:r>
              <a:rPr lang="en-US" sz="2600">
                <a:latin typeface="Arial" panose="020B0604020202020204"/>
                <a:cs typeface="Arial" panose="020B0604020202020204"/>
              </a:rPr>
              <a:t>/</a:t>
            </a:r>
            <a:r>
              <a:rPr lang="en-US" sz="2600" b="1" i="1">
                <a:latin typeface="Arial" panose="020B0604020202020204"/>
                <a:cs typeface="Arial" panose="020B0604020202020204"/>
              </a:rPr>
              <a:t>Q</a:t>
            </a:r>
            <a:endParaRPr lang="en-US" sz="2600" b="1" i="1">
              <a:latin typeface="Arial" panose="020B0604020202020204"/>
              <a:cs typeface="Arial" panose="020B0604020202020204"/>
            </a:endParaRPr>
          </a:p>
        </p:txBody>
      </p:sp>
      <p:sp>
        <p:nvSpPr>
          <p:cNvPr id="90158" name="Text Box 46"/>
          <p:cNvSpPr txBox="1">
            <a:spLocks noChangeArrowheads="1"/>
          </p:cNvSpPr>
          <p:nvPr>
            <p:custDataLst>
              <p:tags r:id="rId43"/>
            </p:custDataLst>
          </p:nvPr>
        </p:nvSpPr>
        <p:spPr bwMode="auto">
          <a:xfrm>
            <a:off x="3589338" y="3773805"/>
            <a:ext cx="5011737" cy="1989138"/>
          </a:xfrm>
          <a:prstGeom prst="rect">
            <a:avLst/>
          </a:prstGeom>
          <a:noFill/>
          <a:ln w="9525">
            <a:noFill/>
            <a:miter lim="800000"/>
          </a:ln>
        </p:spPr>
        <p:txBody>
          <a:bodyPr/>
          <a:lstStyle/>
          <a:p>
            <a:pPr>
              <a:lnSpc>
                <a:spcPct val="105000"/>
              </a:lnSpc>
              <a:spcBef>
                <a:spcPct val="45000"/>
              </a:spcBef>
            </a:pPr>
            <a:r>
              <a:rPr lang="en-US" sz="2600">
                <a:latin typeface="Arial" panose="020B0604020202020204"/>
                <a:cs typeface="Arial" panose="020B0604020202020204"/>
              </a:rPr>
              <a:t>随着Q 的增加，AVC 最初可能下降。但在大多数情况下，AVC 最终会随着产量的增加而上升</a:t>
            </a:r>
            <a:endParaRPr lang="en-US" sz="2600">
              <a:latin typeface="Arial" panose="020B0604020202020204"/>
              <a:cs typeface="Arial" panose="020B0604020202020204"/>
            </a:endParaRPr>
          </a:p>
        </p:txBody>
      </p:sp>
      <p:graphicFrame>
        <p:nvGraphicFramePr>
          <p:cNvPr id="90159" name="Object 47"/>
          <p:cNvGraphicFramePr>
            <a:graphicFrameLocks noChangeAspect="1"/>
          </p:cNvGraphicFramePr>
          <p:nvPr>
            <p:custDataLst>
              <p:tags r:id="rId44"/>
            </p:custDataLst>
          </p:nvPr>
        </p:nvGraphicFramePr>
        <p:xfrm>
          <a:off x="3348038" y="1124268"/>
          <a:ext cx="5402262" cy="5603875"/>
        </p:xfrm>
        <a:graphic>
          <a:graphicData uri="http://schemas.openxmlformats.org/presentationml/2006/ole">
            <mc:AlternateContent xmlns:mc="http://schemas.openxmlformats.org/markup-compatibility/2006">
              <mc:Choice xmlns:v="urn:schemas-microsoft-com:vml" Requires="v">
                <p:oleObj spid="_x0000_s5122" name="Worksheet" r:id="rId45" imgW="4472940" imgH="4638040" progId="Excel.Sheet.8">
                  <p:embed/>
                </p:oleObj>
              </mc:Choice>
              <mc:Fallback>
                <p:oleObj name="Worksheet" r:id="rId45" imgW="4472940" imgH="4638040" progId="Excel.Sheet.8">
                  <p:embed/>
                  <p:pic>
                    <p:nvPicPr>
                      <p:cNvPr id="0" name="图片 2"/>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348038" y="1124268"/>
                        <a:ext cx="5402262" cy="560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59" name="Line 44"/>
          <p:cNvSpPr>
            <a:spLocks noChangeShapeType="1"/>
          </p:cNvSpPr>
          <p:nvPr>
            <p:custDataLst>
              <p:tags r:id="rId47"/>
            </p:custDataLst>
          </p:nvPr>
        </p:nvSpPr>
        <p:spPr bwMode="auto">
          <a:xfrm>
            <a:off x="2991168" y="1268730"/>
            <a:ext cx="0" cy="508000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57">
                                            <p:txEl>
                                              <p:pRg st="0" end="0"/>
                                            </p:txEl>
                                          </p:spTgt>
                                        </p:tgtEl>
                                        <p:attrNameLst>
                                          <p:attrName>style.visibility</p:attrName>
                                        </p:attrNameLst>
                                      </p:cBhvr>
                                      <p:to>
                                        <p:strVal val="visible"/>
                                      </p:to>
                                    </p:set>
                                    <p:animEffect transition="in" filter="wipe(left)">
                                      <p:cBhvr>
                                        <p:cTn id="7" dur="500"/>
                                        <p:tgtEl>
                                          <p:spTgt spid="901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57">
                                            <p:txEl>
                                              <p:pRg st="1" end="1"/>
                                            </p:txEl>
                                          </p:spTgt>
                                        </p:tgtEl>
                                        <p:attrNameLst>
                                          <p:attrName>style.visibility</p:attrName>
                                        </p:attrNameLst>
                                      </p:cBhvr>
                                      <p:to>
                                        <p:strVal val="visible"/>
                                      </p:to>
                                    </p:set>
                                    <p:animEffect transition="in" filter="wipe(left)">
                                      <p:cBhvr>
                                        <p:cTn id="12" dur="500"/>
                                        <p:tgtEl>
                                          <p:spTgt spid="901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0158">
                                            <p:txEl>
                                              <p:pRg st="0" end="0"/>
                                            </p:txEl>
                                          </p:spTgt>
                                        </p:tgtEl>
                                        <p:attrNameLst>
                                          <p:attrName>style.visibility</p:attrName>
                                        </p:attrNameLst>
                                      </p:cBhvr>
                                      <p:to>
                                        <p:strVal val="visible"/>
                                      </p:to>
                                    </p:set>
                                    <p:animEffect transition="in" filter="wipe(left)">
                                      <p:cBhvr>
                                        <p:cTn id="22" dur="500"/>
                                        <p:tgtEl>
                                          <p:spTgt spid="9015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0159"/>
                                        </p:tgtEl>
                                        <p:attrNameLst>
                                          <p:attrName>style.visibility</p:attrName>
                                        </p:attrNameLst>
                                      </p:cBhvr>
                                      <p:to>
                                        <p:strVal val="visible"/>
                                      </p:to>
                                    </p:set>
                                    <p:animEffect transition="in" filter="fade">
                                      <p:cBhvr>
                                        <p:cTn id="27" dur="500"/>
                                        <p:tgtEl>
                                          <p:spTgt spid="90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57" grpId="0" build="p"/>
      <p:bldP spid="90158" grpId="0" build="p"/>
      <p:bldOleChart spid="901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26931" y="6464320"/>
            <a:ext cx="1495513" cy="288536"/>
          </a:xfrm>
          <a:prstGeom prst="rect">
            <a:avLst/>
          </a:prstGeom>
        </p:spPr>
      </p:pic>
      <p:sp>
        <p:nvSpPr>
          <p:cNvPr id="6" name="TextBox 5"/>
          <p:cNvSpPr txBox="1"/>
          <p:nvPr/>
        </p:nvSpPr>
        <p:spPr>
          <a:xfrm>
            <a:off x="395722" y="548622"/>
            <a:ext cx="3268980" cy="58356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例2：平均总成本</a:t>
            </a:r>
            <a:endParaRPr lang="zh-CN" altLang="en-US" sz="3200" smtClean="0">
              <a:solidFill>
                <a:srgbClr val="002060"/>
              </a:solidFill>
              <a:latin typeface="华光琥珀_CNKI" panose="02000500000000000000" pitchFamily="2" charset="-122"/>
              <a:ea typeface="华光琥珀_CNKI" panose="02000500000000000000" pitchFamily="2" charset="-122"/>
            </a:endParaRPr>
          </a:p>
        </p:txBody>
      </p:sp>
      <p:grpSp>
        <p:nvGrpSpPr>
          <p:cNvPr id="2" name="Group 3"/>
          <p:cNvGrpSpPr/>
          <p:nvPr/>
        </p:nvGrpSpPr>
        <p:grpSpPr bwMode="auto">
          <a:xfrm>
            <a:off x="1811338" y="1828800"/>
            <a:ext cx="977900" cy="4476750"/>
            <a:chOff x="1145" y="1040"/>
            <a:chExt cx="616" cy="2820"/>
          </a:xfrm>
        </p:grpSpPr>
        <p:sp>
          <p:nvSpPr>
            <p:cNvPr id="34879" name="Rectangle 4"/>
            <p:cNvSpPr>
              <a:spLocks noChangeArrowheads="1"/>
            </p:cNvSpPr>
            <p:nvPr>
              <p:custDataLst>
                <p:tags r:id="rId2"/>
              </p:custDataLst>
            </p:nvPr>
          </p:nvSpPr>
          <p:spPr bwMode="auto">
            <a:xfrm>
              <a:off x="1145" y="3507"/>
              <a:ext cx="61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88.57</a:t>
              </a:r>
              <a:endParaRPr lang="en-US" sz="2300">
                <a:latin typeface="Arial" panose="020B0604020202020204"/>
                <a:cs typeface="Arial" panose="020B0604020202020204"/>
              </a:endParaRPr>
            </a:p>
          </p:txBody>
        </p:sp>
        <p:sp>
          <p:nvSpPr>
            <p:cNvPr id="34880" name="Rectangle 5"/>
            <p:cNvSpPr>
              <a:spLocks noChangeArrowheads="1"/>
            </p:cNvSpPr>
            <p:nvPr>
              <p:custDataLst>
                <p:tags r:id="rId3"/>
              </p:custDataLst>
            </p:nvPr>
          </p:nvSpPr>
          <p:spPr bwMode="auto">
            <a:xfrm>
              <a:off x="1145" y="3155"/>
              <a:ext cx="616" cy="35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80</a:t>
              </a:r>
              <a:endParaRPr lang="en-US" sz="2300">
                <a:latin typeface="Arial" panose="020B0604020202020204"/>
                <a:cs typeface="Arial" panose="020B0604020202020204"/>
              </a:endParaRPr>
            </a:p>
          </p:txBody>
        </p:sp>
        <p:sp>
          <p:nvSpPr>
            <p:cNvPr id="34881" name="Rectangle 6"/>
            <p:cNvSpPr>
              <a:spLocks noChangeArrowheads="1"/>
            </p:cNvSpPr>
            <p:nvPr>
              <p:custDataLst>
                <p:tags r:id="rId4"/>
              </p:custDataLst>
            </p:nvPr>
          </p:nvSpPr>
          <p:spPr bwMode="auto">
            <a:xfrm>
              <a:off x="1145" y="2803"/>
              <a:ext cx="616" cy="35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76</a:t>
              </a:r>
              <a:endParaRPr lang="en-US" sz="2300">
                <a:latin typeface="Arial" panose="020B0604020202020204"/>
                <a:cs typeface="Arial" panose="020B0604020202020204"/>
              </a:endParaRPr>
            </a:p>
          </p:txBody>
        </p:sp>
        <p:sp>
          <p:nvSpPr>
            <p:cNvPr id="34882" name="Rectangle 7"/>
            <p:cNvSpPr>
              <a:spLocks noChangeArrowheads="1"/>
            </p:cNvSpPr>
            <p:nvPr>
              <p:custDataLst>
                <p:tags r:id="rId5"/>
              </p:custDataLst>
            </p:nvPr>
          </p:nvSpPr>
          <p:spPr bwMode="auto">
            <a:xfrm>
              <a:off x="1145" y="2450"/>
              <a:ext cx="61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77.50</a:t>
              </a:r>
              <a:endParaRPr lang="en-US" sz="2300">
                <a:latin typeface="Arial" panose="020B0604020202020204"/>
                <a:cs typeface="Arial" panose="020B0604020202020204"/>
              </a:endParaRPr>
            </a:p>
          </p:txBody>
        </p:sp>
        <p:sp>
          <p:nvSpPr>
            <p:cNvPr id="34883" name="Rectangle 8"/>
            <p:cNvSpPr>
              <a:spLocks noChangeArrowheads="1"/>
            </p:cNvSpPr>
            <p:nvPr>
              <p:custDataLst>
                <p:tags r:id="rId6"/>
              </p:custDataLst>
            </p:nvPr>
          </p:nvSpPr>
          <p:spPr bwMode="auto">
            <a:xfrm>
              <a:off x="1145" y="2097"/>
              <a:ext cx="61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86.67</a:t>
              </a:r>
              <a:endParaRPr lang="en-US" sz="2300">
                <a:latin typeface="Arial" panose="020B0604020202020204"/>
                <a:cs typeface="Arial" panose="020B0604020202020204"/>
              </a:endParaRPr>
            </a:p>
          </p:txBody>
        </p:sp>
        <p:sp>
          <p:nvSpPr>
            <p:cNvPr id="34884" name="Rectangle 9"/>
            <p:cNvSpPr>
              <a:spLocks noChangeArrowheads="1"/>
            </p:cNvSpPr>
            <p:nvPr>
              <p:custDataLst>
                <p:tags r:id="rId7"/>
              </p:custDataLst>
            </p:nvPr>
          </p:nvSpPr>
          <p:spPr bwMode="auto">
            <a:xfrm>
              <a:off x="1145" y="1744"/>
              <a:ext cx="61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110</a:t>
              </a:r>
              <a:endParaRPr lang="en-US" sz="2300">
                <a:latin typeface="Arial" panose="020B0604020202020204"/>
                <a:cs typeface="Arial" panose="020B0604020202020204"/>
              </a:endParaRPr>
            </a:p>
          </p:txBody>
        </p:sp>
        <p:sp>
          <p:nvSpPr>
            <p:cNvPr id="34885" name="Rectangle 10"/>
            <p:cNvSpPr>
              <a:spLocks noChangeArrowheads="1"/>
            </p:cNvSpPr>
            <p:nvPr>
              <p:custDataLst>
                <p:tags r:id="rId8"/>
              </p:custDataLst>
            </p:nvPr>
          </p:nvSpPr>
          <p:spPr bwMode="auto">
            <a:xfrm>
              <a:off x="1145" y="1393"/>
              <a:ext cx="616" cy="351"/>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170</a:t>
              </a:r>
              <a:endParaRPr lang="en-US" sz="2300">
                <a:latin typeface="Arial" panose="020B0604020202020204"/>
                <a:cs typeface="Arial" panose="020B0604020202020204"/>
              </a:endParaRPr>
            </a:p>
          </p:txBody>
        </p:sp>
        <p:sp>
          <p:nvSpPr>
            <p:cNvPr id="34886" name="Rectangle 11"/>
            <p:cNvSpPr>
              <a:spLocks noChangeArrowheads="1"/>
            </p:cNvSpPr>
            <p:nvPr>
              <p:custDataLst>
                <p:tags r:id="rId9"/>
              </p:custDataLst>
            </p:nvPr>
          </p:nvSpPr>
          <p:spPr bwMode="auto">
            <a:xfrm>
              <a:off x="1145" y="1040"/>
              <a:ext cx="61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n/a</a:t>
              </a:r>
              <a:endParaRPr lang="en-US" sz="2300">
                <a:latin typeface="Arial" panose="020B0604020202020204"/>
                <a:cs typeface="Arial" panose="020B0604020202020204"/>
              </a:endParaRPr>
            </a:p>
          </p:txBody>
        </p:sp>
      </p:grpSp>
      <p:sp>
        <p:nvSpPr>
          <p:cNvPr id="34822" name="Rectangle 12"/>
          <p:cNvSpPr>
            <a:spLocks noChangeArrowheads="1"/>
          </p:cNvSpPr>
          <p:nvPr>
            <p:custDataLst>
              <p:tags r:id="rId10"/>
            </p:custDataLst>
          </p:nvPr>
        </p:nvSpPr>
        <p:spPr bwMode="auto">
          <a:xfrm>
            <a:off x="1811338" y="1268413"/>
            <a:ext cx="977900" cy="5603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ATC</a:t>
            </a:r>
            <a:endParaRPr lang="en-US" sz="2400" i="1">
              <a:latin typeface="Arial" panose="020B0604020202020204"/>
              <a:cs typeface="Arial" panose="020B0604020202020204"/>
            </a:endParaRPr>
          </a:p>
        </p:txBody>
      </p:sp>
      <p:sp>
        <p:nvSpPr>
          <p:cNvPr id="34823" name="Rectangle 13"/>
          <p:cNvSpPr>
            <a:spLocks noChangeArrowheads="1"/>
          </p:cNvSpPr>
          <p:nvPr>
            <p:custDataLst>
              <p:tags r:id="rId11"/>
            </p:custDataLst>
          </p:nvPr>
        </p:nvSpPr>
        <p:spPr bwMode="auto">
          <a:xfrm>
            <a:off x="939800" y="5745163"/>
            <a:ext cx="871538"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620</a:t>
            </a:r>
            <a:endParaRPr lang="en-US" sz="2300">
              <a:latin typeface="Arial" panose="020B0604020202020204"/>
              <a:cs typeface="Arial" panose="020B0604020202020204"/>
            </a:endParaRPr>
          </a:p>
        </p:txBody>
      </p:sp>
      <p:sp>
        <p:nvSpPr>
          <p:cNvPr id="34824" name="Rectangle 14"/>
          <p:cNvSpPr>
            <a:spLocks noChangeArrowheads="1"/>
          </p:cNvSpPr>
          <p:nvPr>
            <p:custDataLst>
              <p:tags r:id="rId12"/>
            </p:custDataLst>
          </p:nvPr>
        </p:nvSpPr>
        <p:spPr bwMode="auto">
          <a:xfrm>
            <a:off x="395288" y="5745163"/>
            <a:ext cx="544512"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a:t>
            </a:r>
            <a:endParaRPr lang="en-US" sz="2300">
              <a:latin typeface="Arial" panose="020B0604020202020204"/>
              <a:cs typeface="Arial" panose="020B0604020202020204"/>
            </a:endParaRPr>
          </a:p>
        </p:txBody>
      </p:sp>
      <p:sp>
        <p:nvSpPr>
          <p:cNvPr id="34825" name="Rectangle 15"/>
          <p:cNvSpPr>
            <a:spLocks noChangeArrowheads="1"/>
          </p:cNvSpPr>
          <p:nvPr>
            <p:custDataLst>
              <p:tags r:id="rId13"/>
            </p:custDataLst>
          </p:nvPr>
        </p:nvSpPr>
        <p:spPr bwMode="auto">
          <a:xfrm>
            <a:off x="939800" y="5186363"/>
            <a:ext cx="871538"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480</a:t>
            </a:r>
            <a:endParaRPr lang="en-US" sz="2300">
              <a:latin typeface="Arial" panose="020B0604020202020204"/>
              <a:cs typeface="Arial" panose="020B0604020202020204"/>
            </a:endParaRPr>
          </a:p>
        </p:txBody>
      </p:sp>
      <p:sp>
        <p:nvSpPr>
          <p:cNvPr id="34826" name="Rectangle 16"/>
          <p:cNvSpPr>
            <a:spLocks noChangeArrowheads="1"/>
          </p:cNvSpPr>
          <p:nvPr>
            <p:custDataLst>
              <p:tags r:id="rId14"/>
            </p:custDataLst>
          </p:nvPr>
        </p:nvSpPr>
        <p:spPr bwMode="auto">
          <a:xfrm>
            <a:off x="395288" y="5186363"/>
            <a:ext cx="544512"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6</a:t>
            </a:r>
            <a:endParaRPr lang="en-US" sz="2300">
              <a:latin typeface="Arial" panose="020B0604020202020204"/>
              <a:cs typeface="Arial" panose="020B0604020202020204"/>
            </a:endParaRPr>
          </a:p>
        </p:txBody>
      </p:sp>
      <p:sp>
        <p:nvSpPr>
          <p:cNvPr id="34827" name="Rectangle 17"/>
          <p:cNvSpPr>
            <a:spLocks noChangeArrowheads="1"/>
          </p:cNvSpPr>
          <p:nvPr>
            <p:custDataLst>
              <p:tags r:id="rId15"/>
            </p:custDataLst>
          </p:nvPr>
        </p:nvSpPr>
        <p:spPr bwMode="auto">
          <a:xfrm>
            <a:off x="939800" y="4627563"/>
            <a:ext cx="871538"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380</a:t>
            </a:r>
            <a:endParaRPr lang="en-US" sz="2300">
              <a:latin typeface="Arial" panose="020B0604020202020204"/>
              <a:cs typeface="Arial" panose="020B0604020202020204"/>
            </a:endParaRPr>
          </a:p>
        </p:txBody>
      </p:sp>
      <p:sp>
        <p:nvSpPr>
          <p:cNvPr id="34828" name="Rectangle 18"/>
          <p:cNvSpPr>
            <a:spLocks noChangeArrowheads="1"/>
          </p:cNvSpPr>
          <p:nvPr>
            <p:custDataLst>
              <p:tags r:id="rId16"/>
            </p:custDataLst>
          </p:nvPr>
        </p:nvSpPr>
        <p:spPr bwMode="auto">
          <a:xfrm>
            <a:off x="395288" y="4627563"/>
            <a:ext cx="544512"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a:t>
            </a:r>
            <a:endParaRPr lang="en-US" sz="2300">
              <a:latin typeface="Arial" panose="020B0604020202020204"/>
              <a:cs typeface="Arial" panose="020B0604020202020204"/>
            </a:endParaRPr>
          </a:p>
        </p:txBody>
      </p:sp>
      <p:sp>
        <p:nvSpPr>
          <p:cNvPr id="34829" name="Rectangle 19"/>
          <p:cNvSpPr>
            <a:spLocks noChangeArrowheads="1"/>
          </p:cNvSpPr>
          <p:nvPr>
            <p:custDataLst>
              <p:tags r:id="rId17"/>
            </p:custDataLst>
          </p:nvPr>
        </p:nvSpPr>
        <p:spPr bwMode="auto">
          <a:xfrm>
            <a:off x="939800" y="4067175"/>
            <a:ext cx="87153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310</a:t>
            </a:r>
            <a:endParaRPr lang="en-US" sz="2300">
              <a:latin typeface="Arial" panose="020B0604020202020204"/>
              <a:cs typeface="Arial" panose="020B0604020202020204"/>
            </a:endParaRPr>
          </a:p>
        </p:txBody>
      </p:sp>
      <p:sp>
        <p:nvSpPr>
          <p:cNvPr id="34830" name="Rectangle 20"/>
          <p:cNvSpPr>
            <a:spLocks noChangeArrowheads="1"/>
          </p:cNvSpPr>
          <p:nvPr>
            <p:custDataLst>
              <p:tags r:id="rId18"/>
            </p:custDataLst>
          </p:nvPr>
        </p:nvSpPr>
        <p:spPr bwMode="auto">
          <a:xfrm>
            <a:off x="395288" y="4067175"/>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4</a:t>
            </a:r>
            <a:endParaRPr lang="en-US" sz="2300">
              <a:latin typeface="Arial" panose="020B0604020202020204"/>
              <a:cs typeface="Arial" panose="020B0604020202020204"/>
            </a:endParaRPr>
          </a:p>
        </p:txBody>
      </p:sp>
      <p:sp>
        <p:nvSpPr>
          <p:cNvPr id="34831" name="Rectangle 21"/>
          <p:cNvSpPr>
            <a:spLocks noChangeArrowheads="1"/>
          </p:cNvSpPr>
          <p:nvPr>
            <p:custDataLst>
              <p:tags r:id="rId19"/>
            </p:custDataLst>
          </p:nvPr>
        </p:nvSpPr>
        <p:spPr bwMode="auto">
          <a:xfrm>
            <a:off x="939800" y="3506788"/>
            <a:ext cx="871538"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260</a:t>
            </a:r>
            <a:endParaRPr lang="en-US" sz="2300">
              <a:latin typeface="Arial" panose="020B0604020202020204"/>
              <a:cs typeface="Arial" panose="020B0604020202020204"/>
            </a:endParaRPr>
          </a:p>
        </p:txBody>
      </p:sp>
      <p:sp>
        <p:nvSpPr>
          <p:cNvPr id="34832" name="Rectangle 22"/>
          <p:cNvSpPr>
            <a:spLocks noChangeArrowheads="1"/>
          </p:cNvSpPr>
          <p:nvPr>
            <p:custDataLst>
              <p:tags r:id="rId20"/>
            </p:custDataLst>
          </p:nvPr>
        </p:nvSpPr>
        <p:spPr bwMode="auto">
          <a:xfrm>
            <a:off x="395288" y="3506788"/>
            <a:ext cx="544512"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a:t>
            </a:r>
            <a:endParaRPr lang="en-US" sz="2300">
              <a:latin typeface="Arial" panose="020B0604020202020204"/>
              <a:cs typeface="Arial" panose="020B0604020202020204"/>
            </a:endParaRPr>
          </a:p>
        </p:txBody>
      </p:sp>
      <p:sp>
        <p:nvSpPr>
          <p:cNvPr id="34833" name="Rectangle 23"/>
          <p:cNvSpPr>
            <a:spLocks noChangeArrowheads="1"/>
          </p:cNvSpPr>
          <p:nvPr>
            <p:custDataLst>
              <p:tags r:id="rId21"/>
            </p:custDataLst>
          </p:nvPr>
        </p:nvSpPr>
        <p:spPr bwMode="auto">
          <a:xfrm>
            <a:off x="939800" y="2946400"/>
            <a:ext cx="87153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220</a:t>
            </a:r>
            <a:endParaRPr lang="en-US" sz="2300">
              <a:latin typeface="Arial" panose="020B0604020202020204"/>
              <a:cs typeface="Arial" panose="020B0604020202020204"/>
            </a:endParaRPr>
          </a:p>
        </p:txBody>
      </p:sp>
      <p:sp>
        <p:nvSpPr>
          <p:cNvPr id="34834" name="Rectangle 24"/>
          <p:cNvSpPr>
            <a:spLocks noChangeArrowheads="1"/>
          </p:cNvSpPr>
          <p:nvPr>
            <p:custDataLst>
              <p:tags r:id="rId22"/>
            </p:custDataLst>
          </p:nvPr>
        </p:nvSpPr>
        <p:spPr bwMode="auto">
          <a:xfrm>
            <a:off x="395288" y="2946400"/>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a:t>
            </a:r>
            <a:endParaRPr lang="en-US" sz="2300">
              <a:latin typeface="Arial" panose="020B0604020202020204"/>
              <a:cs typeface="Arial" panose="020B0604020202020204"/>
            </a:endParaRPr>
          </a:p>
        </p:txBody>
      </p:sp>
      <p:sp>
        <p:nvSpPr>
          <p:cNvPr id="34835" name="Rectangle 25"/>
          <p:cNvSpPr>
            <a:spLocks noChangeArrowheads="1"/>
          </p:cNvSpPr>
          <p:nvPr>
            <p:custDataLst>
              <p:tags r:id="rId23"/>
            </p:custDataLst>
          </p:nvPr>
        </p:nvSpPr>
        <p:spPr bwMode="auto">
          <a:xfrm>
            <a:off x="939800" y="2389188"/>
            <a:ext cx="871538" cy="55721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170</a:t>
            </a:r>
            <a:endParaRPr lang="en-US" sz="2300">
              <a:latin typeface="Arial" panose="020B0604020202020204"/>
              <a:cs typeface="Arial" panose="020B0604020202020204"/>
            </a:endParaRPr>
          </a:p>
        </p:txBody>
      </p:sp>
      <p:sp>
        <p:nvSpPr>
          <p:cNvPr id="34836" name="Rectangle 26"/>
          <p:cNvSpPr>
            <a:spLocks noChangeArrowheads="1"/>
          </p:cNvSpPr>
          <p:nvPr>
            <p:custDataLst>
              <p:tags r:id="rId24"/>
            </p:custDataLst>
          </p:nvPr>
        </p:nvSpPr>
        <p:spPr bwMode="auto">
          <a:xfrm>
            <a:off x="395288" y="2389188"/>
            <a:ext cx="544512" cy="55721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a:t>
            </a:r>
            <a:endParaRPr lang="en-US" sz="2300">
              <a:latin typeface="Arial" panose="020B0604020202020204"/>
              <a:cs typeface="Arial" panose="020B0604020202020204"/>
            </a:endParaRPr>
          </a:p>
        </p:txBody>
      </p:sp>
      <p:sp>
        <p:nvSpPr>
          <p:cNvPr id="34837" name="Rectangle 27"/>
          <p:cNvSpPr>
            <a:spLocks noChangeArrowheads="1"/>
          </p:cNvSpPr>
          <p:nvPr>
            <p:custDataLst>
              <p:tags r:id="rId25"/>
            </p:custDataLst>
          </p:nvPr>
        </p:nvSpPr>
        <p:spPr bwMode="auto">
          <a:xfrm>
            <a:off x="939800" y="1828800"/>
            <a:ext cx="87153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100</a:t>
            </a:r>
            <a:endParaRPr lang="en-US" sz="2300">
              <a:latin typeface="Arial" panose="020B0604020202020204"/>
              <a:cs typeface="Arial" panose="020B0604020202020204"/>
            </a:endParaRPr>
          </a:p>
        </p:txBody>
      </p:sp>
      <p:sp>
        <p:nvSpPr>
          <p:cNvPr id="34838" name="Rectangle 28"/>
          <p:cNvSpPr>
            <a:spLocks noChangeArrowheads="1"/>
          </p:cNvSpPr>
          <p:nvPr>
            <p:custDataLst>
              <p:tags r:id="rId26"/>
            </p:custDataLst>
          </p:nvPr>
        </p:nvSpPr>
        <p:spPr bwMode="auto">
          <a:xfrm>
            <a:off x="395288" y="1828800"/>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0</a:t>
            </a:r>
            <a:endParaRPr lang="en-US" sz="2300">
              <a:latin typeface="Arial" panose="020B0604020202020204"/>
              <a:cs typeface="Arial" panose="020B0604020202020204"/>
            </a:endParaRPr>
          </a:p>
        </p:txBody>
      </p:sp>
      <p:grpSp>
        <p:nvGrpSpPr>
          <p:cNvPr id="3" name="Group 29"/>
          <p:cNvGrpSpPr/>
          <p:nvPr/>
        </p:nvGrpSpPr>
        <p:grpSpPr bwMode="auto">
          <a:xfrm>
            <a:off x="2789238" y="1268413"/>
            <a:ext cx="2052637" cy="5037137"/>
            <a:chOff x="1761" y="687"/>
            <a:chExt cx="1293" cy="3173"/>
          </a:xfrm>
        </p:grpSpPr>
        <p:sp>
          <p:nvSpPr>
            <p:cNvPr id="34861" name="Rectangle 30"/>
            <p:cNvSpPr>
              <a:spLocks noChangeArrowheads="1"/>
            </p:cNvSpPr>
            <p:nvPr>
              <p:custDataLst>
                <p:tags r:id="rId27"/>
              </p:custDataLst>
            </p:nvPr>
          </p:nvSpPr>
          <p:spPr bwMode="auto">
            <a:xfrm>
              <a:off x="2398" y="3507"/>
              <a:ext cx="65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74.29</a:t>
              </a:r>
              <a:endParaRPr lang="en-US" sz="2300">
                <a:latin typeface="Arial" panose="020B0604020202020204"/>
                <a:cs typeface="Arial" panose="020B0604020202020204"/>
              </a:endParaRPr>
            </a:p>
          </p:txBody>
        </p:sp>
        <p:sp>
          <p:nvSpPr>
            <p:cNvPr id="34862" name="Rectangle 31"/>
            <p:cNvSpPr>
              <a:spLocks noChangeArrowheads="1"/>
            </p:cNvSpPr>
            <p:nvPr>
              <p:custDataLst>
                <p:tags r:id="rId28"/>
              </p:custDataLst>
            </p:nvPr>
          </p:nvSpPr>
          <p:spPr bwMode="auto">
            <a:xfrm>
              <a:off x="1761" y="3507"/>
              <a:ext cx="637"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14.29</a:t>
              </a:r>
              <a:endParaRPr lang="en-US" sz="2300">
                <a:latin typeface="Arial" panose="020B0604020202020204"/>
                <a:cs typeface="Arial" panose="020B0604020202020204"/>
              </a:endParaRPr>
            </a:p>
          </p:txBody>
        </p:sp>
        <p:sp>
          <p:nvSpPr>
            <p:cNvPr id="34863" name="Rectangle 32"/>
            <p:cNvSpPr>
              <a:spLocks noChangeArrowheads="1"/>
            </p:cNvSpPr>
            <p:nvPr>
              <p:custDataLst>
                <p:tags r:id="rId29"/>
              </p:custDataLst>
            </p:nvPr>
          </p:nvSpPr>
          <p:spPr bwMode="auto">
            <a:xfrm>
              <a:off x="2398" y="3155"/>
              <a:ext cx="656" cy="35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63.33</a:t>
              </a:r>
              <a:endParaRPr lang="en-US" sz="2300">
                <a:latin typeface="Arial" panose="020B0604020202020204"/>
                <a:cs typeface="Arial" panose="020B0604020202020204"/>
              </a:endParaRPr>
            </a:p>
          </p:txBody>
        </p:sp>
        <p:sp>
          <p:nvSpPr>
            <p:cNvPr id="34864" name="Rectangle 33"/>
            <p:cNvSpPr>
              <a:spLocks noChangeArrowheads="1"/>
            </p:cNvSpPr>
            <p:nvPr>
              <p:custDataLst>
                <p:tags r:id="rId30"/>
              </p:custDataLst>
            </p:nvPr>
          </p:nvSpPr>
          <p:spPr bwMode="auto">
            <a:xfrm>
              <a:off x="1761" y="3155"/>
              <a:ext cx="637" cy="35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16.67</a:t>
              </a:r>
              <a:endParaRPr lang="en-US" sz="2300">
                <a:latin typeface="Arial" panose="020B0604020202020204"/>
                <a:cs typeface="Arial" panose="020B0604020202020204"/>
              </a:endParaRPr>
            </a:p>
          </p:txBody>
        </p:sp>
        <p:sp>
          <p:nvSpPr>
            <p:cNvPr id="34865" name="Rectangle 34"/>
            <p:cNvSpPr>
              <a:spLocks noChangeArrowheads="1"/>
            </p:cNvSpPr>
            <p:nvPr>
              <p:custDataLst>
                <p:tags r:id="rId31"/>
              </p:custDataLst>
            </p:nvPr>
          </p:nvSpPr>
          <p:spPr bwMode="auto">
            <a:xfrm>
              <a:off x="2398" y="2803"/>
              <a:ext cx="656" cy="35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56.00</a:t>
              </a:r>
              <a:endParaRPr lang="en-US" sz="2300">
                <a:latin typeface="Arial" panose="020B0604020202020204"/>
                <a:cs typeface="Arial" panose="020B0604020202020204"/>
              </a:endParaRPr>
            </a:p>
          </p:txBody>
        </p:sp>
        <p:sp>
          <p:nvSpPr>
            <p:cNvPr id="34866" name="Rectangle 35"/>
            <p:cNvSpPr>
              <a:spLocks noChangeArrowheads="1"/>
            </p:cNvSpPr>
            <p:nvPr>
              <p:custDataLst>
                <p:tags r:id="rId32"/>
              </p:custDataLst>
            </p:nvPr>
          </p:nvSpPr>
          <p:spPr bwMode="auto">
            <a:xfrm>
              <a:off x="1761" y="2803"/>
              <a:ext cx="637" cy="35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20</a:t>
              </a:r>
              <a:endParaRPr lang="en-US" sz="2300">
                <a:latin typeface="Arial" panose="020B0604020202020204"/>
                <a:cs typeface="Arial" panose="020B0604020202020204"/>
              </a:endParaRPr>
            </a:p>
          </p:txBody>
        </p:sp>
        <p:sp>
          <p:nvSpPr>
            <p:cNvPr id="34867" name="Rectangle 36"/>
            <p:cNvSpPr>
              <a:spLocks noChangeArrowheads="1"/>
            </p:cNvSpPr>
            <p:nvPr>
              <p:custDataLst>
                <p:tags r:id="rId33"/>
              </p:custDataLst>
            </p:nvPr>
          </p:nvSpPr>
          <p:spPr bwMode="auto">
            <a:xfrm>
              <a:off x="2398" y="2450"/>
              <a:ext cx="65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52.50</a:t>
              </a:r>
              <a:endParaRPr lang="en-US" sz="2300">
                <a:latin typeface="Arial" panose="020B0604020202020204"/>
                <a:cs typeface="Arial" panose="020B0604020202020204"/>
              </a:endParaRPr>
            </a:p>
          </p:txBody>
        </p:sp>
        <p:sp>
          <p:nvSpPr>
            <p:cNvPr id="34868" name="Rectangle 37"/>
            <p:cNvSpPr>
              <a:spLocks noChangeArrowheads="1"/>
            </p:cNvSpPr>
            <p:nvPr>
              <p:custDataLst>
                <p:tags r:id="rId34"/>
              </p:custDataLst>
            </p:nvPr>
          </p:nvSpPr>
          <p:spPr bwMode="auto">
            <a:xfrm>
              <a:off x="1761" y="2450"/>
              <a:ext cx="637"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25</a:t>
              </a:r>
              <a:endParaRPr lang="en-US" sz="2300">
                <a:latin typeface="Arial" panose="020B0604020202020204"/>
                <a:cs typeface="Arial" panose="020B0604020202020204"/>
              </a:endParaRPr>
            </a:p>
          </p:txBody>
        </p:sp>
        <p:sp>
          <p:nvSpPr>
            <p:cNvPr id="34869" name="Rectangle 38"/>
            <p:cNvSpPr>
              <a:spLocks noChangeArrowheads="1"/>
            </p:cNvSpPr>
            <p:nvPr>
              <p:custDataLst>
                <p:tags r:id="rId35"/>
              </p:custDataLst>
            </p:nvPr>
          </p:nvSpPr>
          <p:spPr bwMode="auto">
            <a:xfrm>
              <a:off x="2398" y="2097"/>
              <a:ext cx="65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53.33</a:t>
              </a:r>
              <a:endParaRPr lang="en-US" sz="2300">
                <a:latin typeface="Arial" panose="020B0604020202020204"/>
                <a:cs typeface="Arial" panose="020B0604020202020204"/>
              </a:endParaRPr>
            </a:p>
          </p:txBody>
        </p:sp>
        <p:sp>
          <p:nvSpPr>
            <p:cNvPr id="34870" name="Rectangle 39"/>
            <p:cNvSpPr>
              <a:spLocks noChangeArrowheads="1"/>
            </p:cNvSpPr>
            <p:nvPr>
              <p:custDataLst>
                <p:tags r:id="rId36"/>
              </p:custDataLst>
            </p:nvPr>
          </p:nvSpPr>
          <p:spPr bwMode="auto">
            <a:xfrm>
              <a:off x="1761" y="2097"/>
              <a:ext cx="637"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33.33</a:t>
              </a:r>
              <a:endParaRPr lang="en-US" sz="2300">
                <a:latin typeface="Arial" panose="020B0604020202020204"/>
                <a:cs typeface="Arial" panose="020B0604020202020204"/>
              </a:endParaRPr>
            </a:p>
          </p:txBody>
        </p:sp>
        <p:sp>
          <p:nvSpPr>
            <p:cNvPr id="34871" name="Rectangle 40"/>
            <p:cNvSpPr>
              <a:spLocks noChangeArrowheads="1"/>
            </p:cNvSpPr>
            <p:nvPr>
              <p:custDataLst>
                <p:tags r:id="rId37"/>
              </p:custDataLst>
            </p:nvPr>
          </p:nvSpPr>
          <p:spPr bwMode="auto">
            <a:xfrm>
              <a:off x="2398" y="1744"/>
              <a:ext cx="65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60</a:t>
              </a:r>
              <a:endParaRPr lang="en-US" sz="2300">
                <a:latin typeface="Arial" panose="020B0604020202020204"/>
                <a:cs typeface="Arial" panose="020B0604020202020204"/>
              </a:endParaRPr>
            </a:p>
          </p:txBody>
        </p:sp>
        <p:sp>
          <p:nvSpPr>
            <p:cNvPr id="34872" name="Rectangle 41"/>
            <p:cNvSpPr>
              <a:spLocks noChangeArrowheads="1"/>
            </p:cNvSpPr>
            <p:nvPr>
              <p:custDataLst>
                <p:tags r:id="rId38"/>
              </p:custDataLst>
            </p:nvPr>
          </p:nvSpPr>
          <p:spPr bwMode="auto">
            <a:xfrm>
              <a:off x="1761" y="1744"/>
              <a:ext cx="637"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50</a:t>
              </a:r>
              <a:endParaRPr lang="en-US" sz="2300">
                <a:latin typeface="Arial" panose="020B0604020202020204"/>
                <a:cs typeface="Arial" panose="020B0604020202020204"/>
              </a:endParaRPr>
            </a:p>
          </p:txBody>
        </p:sp>
        <p:sp>
          <p:nvSpPr>
            <p:cNvPr id="34873" name="Rectangle 42"/>
            <p:cNvSpPr>
              <a:spLocks noChangeArrowheads="1"/>
            </p:cNvSpPr>
            <p:nvPr>
              <p:custDataLst>
                <p:tags r:id="rId39"/>
              </p:custDataLst>
            </p:nvPr>
          </p:nvSpPr>
          <p:spPr bwMode="auto">
            <a:xfrm>
              <a:off x="2398" y="1393"/>
              <a:ext cx="656" cy="351"/>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70</a:t>
              </a:r>
              <a:endParaRPr lang="en-US" sz="2300">
                <a:latin typeface="Arial" panose="020B0604020202020204"/>
                <a:cs typeface="Arial" panose="020B0604020202020204"/>
              </a:endParaRPr>
            </a:p>
          </p:txBody>
        </p:sp>
        <p:sp>
          <p:nvSpPr>
            <p:cNvPr id="34874" name="Rectangle 43"/>
            <p:cNvSpPr>
              <a:spLocks noChangeArrowheads="1"/>
            </p:cNvSpPr>
            <p:nvPr>
              <p:custDataLst>
                <p:tags r:id="rId40"/>
              </p:custDataLst>
            </p:nvPr>
          </p:nvSpPr>
          <p:spPr bwMode="auto">
            <a:xfrm>
              <a:off x="1761" y="1393"/>
              <a:ext cx="637" cy="351"/>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100</a:t>
              </a:r>
              <a:endParaRPr lang="en-US" sz="2300">
                <a:latin typeface="Arial" panose="020B0604020202020204"/>
                <a:cs typeface="Arial" panose="020B0604020202020204"/>
              </a:endParaRPr>
            </a:p>
          </p:txBody>
        </p:sp>
        <p:sp>
          <p:nvSpPr>
            <p:cNvPr id="34875" name="Rectangle 44"/>
            <p:cNvSpPr>
              <a:spLocks noChangeArrowheads="1"/>
            </p:cNvSpPr>
            <p:nvPr>
              <p:custDataLst>
                <p:tags r:id="rId41"/>
              </p:custDataLst>
            </p:nvPr>
          </p:nvSpPr>
          <p:spPr bwMode="auto">
            <a:xfrm>
              <a:off x="2398" y="1040"/>
              <a:ext cx="656"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n/a</a:t>
              </a:r>
              <a:endParaRPr lang="en-US" sz="2300">
                <a:latin typeface="Arial" panose="020B0604020202020204"/>
                <a:cs typeface="Arial" panose="020B0604020202020204"/>
              </a:endParaRPr>
            </a:p>
          </p:txBody>
        </p:sp>
        <p:sp>
          <p:nvSpPr>
            <p:cNvPr id="34876" name="Rectangle 45"/>
            <p:cNvSpPr>
              <a:spLocks noChangeArrowheads="1"/>
            </p:cNvSpPr>
            <p:nvPr>
              <p:custDataLst>
                <p:tags r:id="rId42"/>
              </p:custDataLst>
            </p:nvPr>
          </p:nvSpPr>
          <p:spPr bwMode="auto">
            <a:xfrm>
              <a:off x="1761" y="1040"/>
              <a:ext cx="637" cy="35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n/a</a:t>
              </a:r>
              <a:endParaRPr lang="en-US" sz="2300">
                <a:latin typeface="Arial" panose="020B0604020202020204"/>
                <a:cs typeface="Arial" panose="020B0604020202020204"/>
              </a:endParaRPr>
            </a:p>
          </p:txBody>
        </p:sp>
        <p:sp>
          <p:nvSpPr>
            <p:cNvPr id="34877" name="Rectangle 46"/>
            <p:cNvSpPr>
              <a:spLocks noChangeArrowheads="1"/>
            </p:cNvSpPr>
            <p:nvPr>
              <p:custDataLst>
                <p:tags r:id="rId43"/>
              </p:custDataLst>
            </p:nvPr>
          </p:nvSpPr>
          <p:spPr bwMode="auto">
            <a:xfrm>
              <a:off x="2398" y="687"/>
              <a:ext cx="656" cy="353"/>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AVC</a:t>
              </a:r>
              <a:endParaRPr lang="en-US" sz="2400" i="1">
                <a:latin typeface="Arial" panose="020B0604020202020204"/>
                <a:cs typeface="Arial" panose="020B0604020202020204"/>
              </a:endParaRPr>
            </a:p>
          </p:txBody>
        </p:sp>
        <p:sp>
          <p:nvSpPr>
            <p:cNvPr id="34878" name="Rectangle 47"/>
            <p:cNvSpPr>
              <a:spLocks noChangeArrowheads="1"/>
            </p:cNvSpPr>
            <p:nvPr>
              <p:custDataLst>
                <p:tags r:id="rId44"/>
              </p:custDataLst>
            </p:nvPr>
          </p:nvSpPr>
          <p:spPr bwMode="auto">
            <a:xfrm>
              <a:off x="1761" y="687"/>
              <a:ext cx="637" cy="353"/>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AFC</a:t>
              </a:r>
              <a:endParaRPr lang="en-US" sz="2400" i="1">
                <a:latin typeface="Arial" panose="020B0604020202020204"/>
                <a:cs typeface="Arial" panose="020B0604020202020204"/>
              </a:endParaRPr>
            </a:p>
          </p:txBody>
        </p:sp>
      </p:grpSp>
      <p:sp>
        <p:nvSpPr>
          <p:cNvPr id="34840" name="Rectangle 48"/>
          <p:cNvSpPr>
            <a:spLocks noChangeArrowheads="1"/>
          </p:cNvSpPr>
          <p:nvPr>
            <p:custDataLst>
              <p:tags r:id="rId45"/>
            </p:custDataLst>
          </p:nvPr>
        </p:nvSpPr>
        <p:spPr bwMode="auto">
          <a:xfrm>
            <a:off x="939800" y="1268413"/>
            <a:ext cx="871538" cy="5603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TC</a:t>
            </a:r>
            <a:endParaRPr lang="en-US" sz="2400" i="1">
              <a:latin typeface="Arial" panose="020B0604020202020204"/>
              <a:cs typeface="Arial" panose="020B0604020202020204"/>
            </a:endParaRPr>
          </a:p>
        </p:txBody>
      </p:sp>
      <p:sp>
        <p:nvSpPr>
          <p:cNvPr id="34841" name="Rectangle 49"/>
          <p:cNvSpPr>
            <a:spLocks noChangeArrowheads="1"/>
          </p:cNvSpPr>
          <p:nvPr>
            <p:custDataLst>
              <p:tags r:id="rId46"/>
            </p:custDataLst>
          </p:nvPr>
        </p:nvSpPr>
        <p:spPr bwMode="auto">
          <a:xfrm>
            <a:off x="395288" y="1268413"/>
            <a:ext cx="544512" cy="5603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34842" name="Line 50"/>
          <p:cNvSpPr>
            <a:spLocks noChangeShapeType="1"/>
          </p:cNvSpPr>
          <p:nvPr>
            <p:custDataLst>
              <p:tags r:id="rId47"/>
            </p:custDataLst>
          </p:nvPr>
        </p:nvSpPr>
        <p:spPr bwMode="auto">
          <a:xfrm>
            <a:off x="395288" y="1268413"/>
            <a:ext cx="4446587"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4843" name="Line 51"/>
          <p:cNvSpPr>
            <a:spLocks noChangeShapeType="1"/>
          </p:cNvSpPr>
          <p:nvPr>
            <p:custDataLst>
              <p:tags r:id="rId48"/>
            </p:custDataLst>
          </p:nvPr>
        </p:nvSpPr>
        <p:spPr bwMode="auto">
          <a:xfrm>
            <a:off x="395288" y="1828800"/>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44" name="Line 52"/>
          <p:cNvSpPr>
            <a:spLocks noChangeShapeType="1"/>
          </p:cNvSpPr>
          <p:nvPr>
            <p:custDataLst>
              <p:tags r:id="rId49"/>
            </p:custDataLst>
          </p:nvPr>
        </p:nvSpPr>
        <p:spPr bwMode="auto">
          <a:xfrm>
            <a:off x="395288" y="2389188"/>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45" name="Line 53"/>
          <p:cNvSpPr>
            <a:spLocks noChangeShapeType="1"/>
          </p:cNvSpPr>
          <p:nvPr>
            <p:custDataLst>
              <p:tags r:id="rId50"/>
            </p:custDataLst>
          </p:nvPr>
        </p:nvSpPr>
        <p:spPr bwMode="auto">
          <a:xfrm>
            <a:off x="395288" y="2946400"/>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46" name="Line 54"/>
          <p:cNvSpPr>
            <a:spLocks noChangeShapeType="1"/>
          </p:cNvSpPr>
          <p:nvPr>
            <p:custDataLst>
              <p:tags r:id="rId51"/>
            </p:custDataLst>
          </p:nvPr>
        </p:nvSpPr>
        <p:spPr bwMode="auto">
          <a:xfrm>
            <a:off x="395288" y="3506788"/>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47" name="Line 55"/>
          <p:cNvSpPr>
            <a:spLocks noChangeShapeType="1"/>
          </p:cNvSpPr>
          <p:nvPr>
            <p:custDataLst>
              <p:tags r:id="rId52"/>
            </p:custDataLst>
          </p:nvPr>
        </p:nvSpPr>
        <p:spPr bwMode="auto">
          <a:xfrm>
            <a:off x="395288" y="4067175"/>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48" name="Line 56"/>
          <p:cNvSpPr>
            <a:spLocks noChangeShapeType="1"/>
          </p:cNvSpPr>
          <p:nvPr>
            <p:custDataLst>
              <p:tags r:id="rId53"/>
            </p:custDataLst>
          </p:nvPr>
        </p:nvSpPr>
        <p:spPr bwMode="auto">
          <a:xfrm>
            <a:off x="395288" y="4627563"/>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49" name="Line 57"/>
          <p:cNvSpPr>
            <a:spLocks noChangeShapeType="1"/>
          </p:cNvSpPr>
          <p:nvPr>
            <p:custDataLst>
              <p:tags r:id="rId54"/>
            </p:custDataLst>
          </p:nvPr>
        </p:nvSpPr>
        <p:spPr bwMode="auto">
          <a:xfrm>
            <a:off x="395288" y="5186363"/>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50" name="Line 58"/>
          <p:cNvSpPr>
            <a:spLocks noChangeShapeType="1"/>
          </p:cNvSpPr>
          <p:nvPr>
            <p:custDataLst>
              <p:tags r:id="rId55"/>
            </p:custDataLst>
          </p:nvPr>
        </p:nvSpPr>
        <p:spPr bwMode="auto">
          <a:xfrm>
            <a:off x="395288" y="5745163"/>
            <a:ext cx="4446587"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51" name="Line 59"/>
          <p:cNvSpPr>
            <a:spLocks noChangeShapeType="1"/>
          </p:cNvSpPr>
          <p:nvPr>
            <p:custDataLst>
              <p:tags r:id="rId56"/>
            </p:custDataLst>
          </p:nvPr>
        </p:nvSpPr>
        <p:spPr bwMode="auto">
          <a:xfrm>
            <a:off x="395288" y="6305550"/>
            <a:ext cx="4446587"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4852" name="Line 60"/>
          <p:cNvSpPr>
            <a:spLocks noChangeShapeType="1"/>
          </p:cNvSpPr>
          <p:nvPr>
            <p:custDataLst>
              <p:tags r:id="rId57"/>
            </p:custDataLst>
          </p:nvPr>
        </p:nvSpPr>
        <p:spPr bwMode="auto">
          <a:xfrm>
            <a:off x="395288" y="1268413"/>
            <a:ext cx="0" cy="5037137"/>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4853" name="Line 61"/>
          <p:cNvSpPr>
            <a:spLocks noChangeShapeType="1"/>
          </p:cNvSpPr>
          <p:nvPr>
            <p:custDataLst>
              <p:tags r:id="rId58"/>
            </p:custDataLst>
          </p:nvPr>
        </p:nvSpPr>
        <p:spPr bwMode="auto">
          <a:xfrm>
            <a:off x="939800" y="1268413"/>
            <a:ext cx="0" cy="5037137"/>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54" name="Line 62"/>
          <p:cNvSpPr>
            <a:spLocks noChangeShapeType="1"/>
          </p:cNvSpPr>
          <p:nvPr>
            <p:custDataLst>
              <p:tags r:id="rId59"/>
            </p:custDataLst>
          </p:nvPr>
        </p:nvSpPr>
        <p:spPr bwMode="auto">
          <a:xfrm>
            <a:off x="1811338" y="1268413"/>
            <a:ext cx="0" cy="5037137"/>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55" name="Line 63"/>
          <p:cNvSpPr>
            <a:spLocks noChangeShapeType="1"/>
          </p:cNvSpPr>
          <p:nvPr>
            <p:custDataLst>
              <p:tags r:id="rId60"/>
            </p:custDataLst>
          </p:nvPr>
        </p:nvSpPr>
        <p:spPr bwMode="auto">
          <a:xfrm>
            <a:off x="3800475" y="1268413"/>
            <a:ext cx="0" cy="5037137"/>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4856" name="Line 64"/>
          <p:cNvSpPr>
            <a:spLocks noChangeShapeType="1"/>
          </p:cNvSpPr>
          <p:nvPr>
            <p:custDataLst>
              <p:tags r:id="rId61"/>
            </p:custDataLst>
          </p:nvPr>
        </p:nvSpPr>
        <p:spPr bwMode="auto">
          <a:xfrm>
            <a:off x="4841875" y="1268413"/>
            <a:ext cx="0" cy="5037137"/>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4857" name="Line 65"/>
          <p:cNvSpPr>
            <a:spLocks noChangeShapeType="1"/>
          </p:cNvSpPr>
          <p:nvPr>
            <p:custDataLst>
              <p:tags r:id="rId62"/>
            </p:custDataLst>
          </p:nvPr>
        </p:nvSpPr>
        <p:spPr bwMode="auto">
          <a:xfrm>
            <a:off x="2789238" y="1268413"/>
            <a:ext cx="0" cy="5037137"/>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91203" name="Text Box 67"/>
          <p:cNvSpPr txBox="1">
            <a:spLocks noChangeArrowheads="1"/>
          </p:cNvSpPr>
          <p:nvPr>
            <p:custDataLst>
              <p:tags r:id="rId63"/>
            </p:custDataLst>
          </p:nvPr>
        </p:nvSpPr>
        <p:spPr bwMode="auto">
          <a:xfrm>
            <a:off x="5318125" y="1030288"/>
            <a:ext cx="3390900" cy="2438400"/>
          </a:xfrm>
          <a:prstGeom prst="rect">
            <a:avLst/>
          </a:prstGeom>
          <a:noFill/>
          <a:ln w="9525">
            <a:noFill/>
            <a:miter lim="800000"/>
          </a:ln>
        </p:spPr>
        <p:txBody>
          <a:bodyPr/>
          <a:lstStyle/>
          <a:p>
            <a:pPr>
              <a:lnSpc>
                <a:spcPct val="105000"/>
              </a:lnSpc>
              <a:spcBef>
                <a:spcPct val="45000"/>
              </a:spcBef>
            </a:pPr>
            <a:r>
              <a:rPr lang="zh-CN" altLang="en-US" sz="2600" b="1">
                <a:solidFill>
                  <a:srgbClr val="CC0000"/>
                </a:solidFill>
                <a:latin typeface="Arial" panose="020B0604020202020204"/>
                <a:cs typeface="Arial" panose="020B0604020202020204"/>
              </a:rPr>
              <a:t>平均总成本</a:t>
            </a:r>
            <a:r>
              <a:rPr lang="en-US" sz="2600" b="1">
                <a:solidFill>
                  <a:srgbClr val="CC0000"/>
                </a:solidFill>
                <a:latin typeface="Arial" panose="020B0604020202020204"/>
                <a:cs typeface="Arial" panose="020B0604020202020204"/>
              </a:rPr>
              <a:t> (</a:t>
            </a:r>
            <a:r>
              <a:rPr lang="en-US" sz="2600" b="1" i="1">
                <a:solidFill>
                  <a:srgbClr val="CC0000"/>
                </a:solidFill>
                <a:latin typeface="Arial" panose="020B0604020202020204"/>
                <a:cs typeface="Arial" panose="020B0604020202020204"/>
              </a:rPr>
              <a:t>ATC</a:t>
            </a:r>
            <a:r>
              <a:rPr lang="en-US" sz="2600" b="1">
                <a:solidFill>
                  <a:srgbClr val="CC0000"/>
                </a:solidFill>
                <a:latin typeface="Arial" panose="020B0604020202020204"/>
                <a:cs typeface="Arial" panose="020B0604020202020204"/>
              </a:rPr>
              <a:t>)</a:t>
            </a:r>
            <a:r>
              <a:rPr lang="en-US" sz="2600">
                <a:latin typeface="Arial" panose="020B0604020202020204"/>
                <a:cs typeface="Arial" panose="020B0604020202020204"/>
              </a:rPr>
              <a:t> </a:t>
            </a:r>
            <a:r>
              <a:rPr lang="zh-CN" altLang="en-US" sz="2600">
                <a:latin typeface="Arial" panose="020B0604020202020204"/>
                <a:cs typeface="Arial" panose="020B0604020202020204"/>
              </a:rPr>
              <a:t>等于总成本除以产量</a:t>
            </a:r>
            <a:r>
              <a:rPr lang="en-US" sz="2600">
                <a:latin typeface="Arial" panose="020B0604020202020204"/>
                <a:cs typeface="Arial" panose="020B0604020202020204"/>
              </a:rPr>
              <a:t>:</a:t>
            </a:r>
            <a:endParaRPr lang="en-US" sz="2600">
              <a:latin typeface="Arial" panose="020B0604020202020204"/>
              <a:cs typeface="Arial" panose="020B0604020202020204"/>
            </a:endParaRPr>
          </a:p>
          <a:p>
            <a:pPr>
              <a:lnSpc>
                <a:spcPct val="105000"/>
              </a:lnSpc>
              <a:spcBef>
                <a:spcPct val="45000"/>
              </a:spcBef>
            </a:pPr>
            <a:r>
              <a:rPr lang="en-US" sz="2600">
                <a:latin typeface="Arial" panose="020B0604020202020204"/>
                <a:cs typeface="Arial" panose="020B0604020202020204"/>
              </a:rPr>
              <a:t>   </a:t>
            </a:r>
            <a:r>
              <a:rPr lang="en-US" sz="2600" i="1">
                <a:latin typeface="Arial" panose="020B0604020202020204"/>
                <a:cs typeface="Arial" panose="020B0604020202020204"/>
              </a:rPr>
              <a:t>ATC</a:t>
            </a:r>
            <a:r>
              <a:rPr lang="en-US" sz="2600">
                <a:latin typeface="Arial" panose="020B0604020202020204"/>
                <a:cs typeface="Arial" panose="020B0604020202020204"/>
              </a:rPr>
              <a:t> = </a:t>
            </a:r>
            <a:r>
              <a:rPr lang="en-US" sz="2600" i="1">
                <a:latin typeface="Arial" panose="020B0604020202020204"/>
                <a:cs typeface="Arial" panose="020B0604020202020204"/>
              </a:rPr>
              <a:t>TC</a:t>
            </a:r>
            <a:r>
              <a:rPr lang="en-US" sz="2600">
                <a:latin typeface="Arial" panose="020B0604020202020204"/>
                <a:cs typeface="Arial" panose="020B0604020202020204"/>
              </a:rPr>
              <a:t>/</a:t>
            </a:r>
            <a:r>
              <a:rPr lang="en-US" sz="2600" b="1" i="1">
                <a:latin typeface="Arial" panose="020B0604020202020204"/>
                <a:cs typeface="Arial" panose="020B0604020202020204"/>
              </a:rPr>
              <a:t>Q</a:t>
            </a:r>
            <a:endParaRPr lang="en-US" sz="2600" b="1" i="1">
              <a:latin typeface="Arial" panose="020B0604020202020204"/>
              <a:cs typeface="Arial" panose="020B0604020202020204"/>
            </a:endParaRPr>
          </a:p>
        </p:txBody>
      </p:sp>
      <p:sp>
        <p:nvSpPr>
          <p:cNvPr id="91204" name="Text Box 68"/>
          <p:cNvSpPr txBox="1">
            <a:spLocks noChangeArrowheads="1"/>
          </p:cNvSpPr>
          <p:nvPr>
            <p:custDataLst>
              <p:tags r:id="rId64"/>
            </p:custDataLst>
          </p:nvPr>
        </p:nvSpPr>
        <p:spPr bwMode="auto">
          <a:xfrm>
            <a:off x="5324475" y="2619693"/>
            <a:ext cx="3525838" cy="1212850"/>
          </a:xfrm>
          <a:prstGeom prst="rect">
            <a:avLst/>
          </a:prstGeom>
          <a:noFill/>
          <a:ln w="9525">
            <a:noFill/>
            <a:miter lim="800000"/>
          </a:ln>
        </p:spPr>
        <p:txBody>
          <a:bodyPr/>
          <a:lstStyle/>
          <a:p>
            <a:pPr>
              <a:lnSpc>
                <a:spcPct val="105000"/>
              </a:lnSpc>
              <a:spcBef>
                <a:spcPct val="45000"/>
              </a:spcBef>
            </a:pPr>
            <a:r>
              <a:rPr lang="zh-CN" altLang="en-US" sz="2600">
                <a:latin typeface="Arial" panose="020B0604020202020204"/>
                <a:cs typeface="Arial" panose="020B0604020202020204"/>
              </a:rPr>
              <a:t>也等于</a:t>
            </a:r>
            <a:r>
              <a:rPr lang="en-US" sz="2600">
                <a:latin typeface="Arial" panose="020B0604020202020204"/>
                <a:cs typeface="Arial" panose="020B0604020202020204"/>
              </a:rPr>
              <a:t>,</a:t>
            </a:r>
            <a:endParaRPr lang="en-US" sz="2600">
              <a:latin typeface="Arial" panose="020B0604020202020204"/>
              <a:cs typeface="Arial" panose="020B0604020202020204"/>
            </a:endParaRPr>
          </a:p>
          <a:p>
            <a:pPr>
              <a:lnSpc>
                <a:spcPct val="105000"/>
              </a:lnSpc>
              <a:spcBef>
                <a:spcPct val="45000"/>
              </a:spcBef>
            </a:pPr>
            <a:r>
              <a:rPr lang="en-US" sz="2600" i="1">
                <a:latin typeface="Arial" panose="020B0604020202020204"/>
                <a:cs typeface="Arial" panose="020B0604020202020204"/>
              </a:rPr>
              <a:t>   ATC</a:t>
            </a:r>
            <a:r>
              <a:rPr lang="en-US" sz="2600">
                <a:latin typeface="Arial" panose="020B0604020202020204"/>
                <a:cs typeface="Arial" panose="020B0604020202020204"/>
              </a:rPr>
              <a:t> = </a:t>
            </a:r>
            <a:r>
              <a:rPr lang="en-US" sz="2600" i="1">
                <a:latin typeface="Arial" panose="020B0604020202020204"/>
                <a:cs typeface="Arial" panose="020B0604020202020204"/>
              </a:rPr>
              <a:t>AFC</a:t>
            </a:r>
            <a:r>
              <a:rPr lang="en-US" sz="2600">
                <a:latin typeface="Arial" panose="020B0604020202020204"/>
                <a:cs typeface="Arial" panose="020B0604020202020204"/>
              </a:rPr>
              <a:t> + </a:t>
            </a:r>
            <a:r>
              <a:rPr lang="en-US" sz="2600" i="1">
                <a:latin typeface="Arial" panose="020B0604020202020204"/>
                <a:cs typeface="Arial" panose="020B0604020202020204"/>
              </a:rPr>
              <a:t>AVC</a:t>
            </a:r>
            <a:endParaRPr lang="en-US" sz="2600" i="1">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203">
                                            <p:txEl>
                                              <p:pRg st="0" end="0"/>
                                            </p:txEl>
                                          </p:spTgt>
                                        </p:tgtEl>
                                        <p:attrNameLst>
                                          <p:attrName>style.visibility</p:attrName>
                                        </p:attrNameLst>
                                      </p:cBhvr>
                                      <p:to>
                                        <p:strVal val="visible"/>
                                      </p:to>
                                    </p:set>
                                    <p:animEffect transition="in" filter="wipe(left)">
                                      <p:cBhvr>
                                        <p:cTn id="7" dur="500"/>
                                        <p:tgtEl>
                                          <p:spTgt spid="9120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1203">
                                            <p:txEl>
                                              <p:pRg st="1" end="1"/>
                                            </p:txEl>
                                          </p:spTgt>
                                        </p:tgtEl>
                                        <p:attrNameLst>
                                          <p:attrName>style.visibility</p:attrName>
                                        </p:attrNameLst>
                                      </p:cBhvr>
                                      <p:to>
                                        <p:strVal val="visible"/>
                                      </p:to>
                                    </p:set>
                                    <p:animEffect transition="in" filter="wipe(left)">
                                      <p:cBhvr>
                                        <p:cTn id="11" dur="500"/>
                                        <p:tgtEl>
                                          <p:spTgt spid="9120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1204">
                                            <p:txEl>
                                              <p:pRg st="0" end="0"/>
                                            </p:txEl>
                                          </p:spTgt>
                                        </p:tgtEl>
                                        <p:attrNameLst>
                                          <p:attrName>style.visibility</p:attrName>
                                        </p:attrNameLst>
                                      </p:cBhvr>
                                      <p:to>
                                        <p:strVal val="visible"/>
                                      </p:to>
                                    </p:set>
                                    <p:animEffect transition="in" filter="wipe(left)">
                                      <p:cBhvr>
                                        <p:cTn id="21" dur="500"/>
                                        <p:tgtEl>
                                          <p:spTgt spid="9120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1204">
                                            <p:txEl>
                                              <p:pRg st="1" end="1"/>
                                            </p:txEl>
                                          </p:spTgt>
                                        </p:tgtEl>
                                        <p:attrNameLst>
                                          <p:attrName>style.visibility</p:attrName>
                                        </p:attrNameLst>
                                      </p:cBhvr>
                                      <p:to>
                                        <p:strVal val="visible"/>
                                      </p:to>
                                    </p:set>
                                    <p:animEffect transition="in" filter="wipe(left)">
                                      <p:cBhvr>
                                        <p:cTn id="26" dur="500"/>
                                        <p:tgtEl>
                                          <p:spTgt spid="9120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up)">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03" grpId="0" build="p"/>
      <p:bldP spid="9120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5417" y="620688"/>
            <a:ext cx="3268980" cy="58356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例2：平均总成本</a:t>
            </a:r>
            <a:endParaRPr lang="zh-CN" altLang="en-US" sz="3200" smtClean="0">
              <a:solidFill>
                <a:srgbClr val="002060"/>
              </a:solidFill>
              <a:latin typeface="华光琥珀_CNKI" panose="02000500000000000000" pitchFamily="2" charset="-122"/>
              <a:ea typeface="华光琥珀_CNKI" panose="02000500000000000000" pitchFamily="2" charset="-122"/>
            </a:endParaRPr>
          </a:p>
        </p:txBody>
      </p:sp>
      <p:sp>
        <p:nvSpPr>
          <p:cNvPr id="92162" name="Text Box 2"/>
          <p:cNvSpPr txBox="1">
            <a:spLocks noChangeArrowheads="1"/>
          </p:cNvSpPr>
          <p:nvPr>
            <p:custDataLst>
              <p:tags r:id="rId2"/>
            </p:custDataLst>
          </p:nvPr>
        </p:nvSpPr>
        <p:spPr bwMode="auto">
          <a:xfrm>
            <a:off x="4045903" y="1634808"/>
            <a:ext cx="4484687" cy="1160462"/>
          </a:xfrm>
          <a:prstGeom prst="rect">
            <a:avLst/>
          </a:prstGeom>
          <a:noFill/>
          <a:ln w="9525">
            <a:noFill/>
            <a:miter lim="800000"/>
          </a:ln>
        </p:spPr>
        <p:txBody>
          <a:bodyPr/>
          <a:lstStyle/>
          <a:p>
            <a:pPr>
              <a:lnSpc>
                <a:spcPct val="105000"/>
              </a:lnSpc>
              <a:spcBef>
                <a:spcPct val="45000"/>
              </a:spcBef>
            </a:pPr>
            <a:r>
              <a:rPr lang="en-US" sz="2600">
                <a:latin typeface="Arial" panose="020B0604020202020204"/>
                <a:cs typeface="Arial" panose="020B0604020202020204"/>
              </a:rPr>
              <a:t>通常，如本例所示，ATC曲线为U形。</a:t>
            </a:r>
            <a:endParaRPr lang="en-US" sz="2600">
              <a:latin typeface="Arial" panose="020B0604020202020204"/>
              <a:cs typeface="Arial" panose="020B0604020202020204"/>
            </a:endParaRPr>
          </a:p>
        </p:txBody>
      </p:sp>
      <p:sp>
        <p:nvSpPr>
          <p:cNvPr id="35845" name="AutoShape 46"/>
          <p:cNvSpPr>
            <a:spLocks noChangeAspect="1" noChangeArrowheads="1" noTextEdit="1"/>
          </p:cNvSpPr>
          <p:nvPr>
            <p:custDataLst>
              <p:tags r:id="rId3"/>
            </p:custDataLst>
          </p:nvPr>
        </p:nvSpPr>
        <p:spPr bwMode="auto">
          <a:xfrm>
            <a:off x="3658553" y="1002983"/>
            <a:ext cx="5394325" cy="5592762"/>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35848" name="Rectangle 4"/>
          <p:cNvSpPr>
            <a:spLocks noChangeArrowheads="1"/>
          </p:cNvSpPr>
          <p:nvPr>
            <p:custDataLst>
              <p:tags r:id="rId4"/>
            </p:custDataLst>
          </p:nvPr>
        </p:nvSpPr>
        <p:spPr bwMode="auto">
          <a:xfrm>
            <a:off x="2067878" y="5790883"/>
            <a:ext cx="977900"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88.57</a:t>
            </a:r>
            <a:endParaRPr lang="en-US" sz="2300">
              <a:latin typeface="Arial" panose="020B0604020202020204"/>
              <a:cs typeface="Arial" panose="020B0604020202020204"/>
            </a:endParaRPr>
          </a:p>
        </p:txBody>
      </p:sp>
      <p:sp>
        <p:nvSpPr>
          <p:cNvPr id="35849" name="Rectangle 5"/>
          <p:cNvSpPr>
            <a:spLocks noChangeArrowheads="1"/>
          </p:cNvSpPr>
          <p:nvPr>
            <p:custDataLst>
              <p:tags r:id="rId5"/>
            </p:custDataLst>
          </p:nvPr>
        </p:nvSpPr>
        <p:spPr bwMode="auto">
          <a:xfrm>
            <a:off x="2067878" y="5232083"/>
            <a:ext cx="977900"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80</a:t>
            </a:r>
            <a:endParaRPr lang="en-US" sz="2300">
              <a:latin typeface="Arial" panose="020B0604020202020204"/>
              <a:cs typeface="Arial" panose="020B0604020202020204"/>
            </a:endParaRPr>
          </a:p>
        </p:txBody>
      </p:sp>
      <p:sp>
        <p:nvSpPr>
          <p:cNvPr id="35850" name="Rectangle 6"/>
          <p:cNvSpPr>
            <a:spLocks noChangeArrowheads="1"/>
          </p:cNvSpPr>
          <p:nvPr>
            <p:custDataLst>
              <p:tags r:id="rId6"/>
            </p:custDataLst>
          </p:nvPr>
        </p:nvSpPr>
        <p:spPr bwMode="auto">
          <a:xfrm>
            <a:off x="2067878" y="4673283"/>
            <a:ext cx="977900"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76</a:t>
            </a:r>
            <a:endParaRPr lang="en-US" sz="2300">
              <a:latin typeface="Arial" panose="020B0604020202020204"/>
              <a:cs typeface="Arial" panose="020B0604020202020204"/>
            </a:endParaRPr>
          </a:p>
        </p:txBody>
      </p:sp>
      <p:sp>
        <p:nvSpPr>
          <p:cNvPr id="35851" name="Rectangle 7"/>
          <p:cNvSpPr>
            <a:spLocks noChangeArrowheads="1"/>
          </p:cNvSpPr>
          <p:nvPr>
            <p:custDataLst>
              <p:tags r:id="rId7"/>
            </p:custDataLst>
          </p:nvPr>
        </p:nvSpPr>
        <p:spPr bwMode="auto">
          <a:xfrm>
            <a:off x="2067878" y="4112895"/>
            <a:ext cx="977900"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77.50</a:t>
            </a:r>
            <a:endParaRPr lang="en-US" sz="2300">
              <a:latin typeface="Arial" panose="020B0604020202020204"/>
              <a:cs typeface="Arial" panose="020B0604020202020204"/>
            </a:endParaRPr>
          </a:p>
        </p:txBody>
      </p:sp>
      <p:sp>
        <p:nvSpPr>
          <p:cNvPr id="35852" name="Rectangle 8"/>
          <p:cNvSpPr>
            <a:spLocks noChangeArrowheads="1"/>
          </p:cNvSpPr>
          <p:nvPr>
            <p:custDataLst>
              <p:tags r:id="rId8"/>
            </p:custDataLst>
          </p:nvPr>
        </p:nvSpPr>
        <p:spPr bwMode="auto">
          <a:xfrm>
            <a:off x="2067878" y="3552508"/>
            <a:ext cx="977900"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86.67</a:t>
            </a:r>
            <a:endParaRPr lang="en-US" sz="2300">
              <a:latin typeface="Arial" panose="020B0604020202020204"/>
              <a:cs typeface="Arial" panose="020B0604020202020204"/>
            </a:endParaRPr>
          </a:p>
        </p:txBody>
      </p:sp>
      <p:sp>
        <p:nvSpPr>
          <p:cNvPr id="35853" name="Rectangle 9"/>
          <p:cNvSpPr>
            <a:spLocks noChangeArrowheads="1"/>
          </p:cNvSpPr>
          <p:nvPr>
            <p:custDataLst>
              <p:tags r:id="rId9"/>
            </p:custDataLst>
          </p:nvPr>
        </p:nvSpPr>
        <p:spPr bwMode="auto">
          <a:xfrm>
            <a:off x="2067878" y="2992120"/>
            <a:ext cx="977900"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110</a:t>
            </a:r>
            <a:endParaRPr lang="en-US" sz="2300">
              <a:latin typeface="Arial" panose="020B0604020202020204"/>
              <a:cs typeface="Arial" panose="020B0604020202020204"/>
            </a:endParaRPr>
          </a:p>
        </p:txBody>
      </p:sp>
      <p:sp>
        <p:nvSpPr>
          <p:cNvPr id="35854" name="Rectangle 10"/>
          <p:cNvSpPr>
            <a:spLocks noChangeArrowheads="1"/>
          </p:cNvSpPr>
          <p:nvPr>
            <p:custDataLst>
              <p:tags r:id="rId10"/>
            </p:custDataLst>
          </p:nvPr>
        </p:nvSpPr>
        <p:spPr bwMode="auto">
          <a:xfrm>
            <a:off x="2067878" y="2434908"/>
            <a:ext cx="977900" cy="55721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170</a:t>
            </a:r>
            <a:endParaRPr lang="en-US" sz="2300">
              <a:latin typeface="Arial" panose="020B0604020202020204"/>
              <a:cs typeface="Arial" panose="020B0604020202020204"/>
            </a:endParaRPr>
          </a:p>
        </p:txBody>
      </p:sp>
      <p:sp>
        <p:nvSpPr>
          <p:cNvPr id="35855" name="Rectangle 11"/>
          <p:cNvSpPr>
            <a:spLocks noChangeArrowheads="1"/>
          </p:cNvSpPr>
          <p:nvPr>
            <p:custDataLst>
              <p:tags r:id="rId11"/>
            </p:custDataLst>
          </p:nvPr>
        </p:nvSpPr>
        <p:spPr bwMode="auto">
          <a:xfrm>
            <a:off x="2067878" y="1874520"/>
            <a:ext cx="977900"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n/a</a:t>
            </a:r>
            <a:endParaRPr lang="en-US" sz="2300">
              <a:latin typeface="Arial" panose="020B0604020202020204"/>
              <a:cs typeface="Arial" panose="020B0604020202020204"/>
            </a:endParaRPr>
          </a:p>
        </p:txBody>
      </p:sp>
      <p:sp>
        <p:nvSpPr>
          <p:cNvPr id="35856" name="Rectangle 12"/>
          <p:cNvSpPr>
            <a:spLocks noChangeArrowheads="1"/>
          </p:cNvSpPr>
          <p:nvPr>
            <p:custDataLst>
              <p:tags r:id="rId12"/>
            </p:custDataLst>
          </p:nvPr>
        </p:nvSpPr>
        <p:spPr bwMode="auto">
          <a:xfrm>
            <a:off x="2067878" y="1314133"/>
            <a:ext cx="977900" cy="5603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ATC</a:t>
            </a:r>
            <a:endParaRPr lang="en-US" sz="2400" i="1">
              <a:latin typeface="Arial" panose="020B0604020202020204"/>
              <a:cs typeface="Arial" panose="020B0604020202020204"/>
            </a:endParaRPr>
          </a:p>
        </p:txBody>
      </p:sp>
      <p:sp>
        <p:nvSpPr>
          <p:cNvPr id="35857" name="Rectangle 13"/>
          <p:cNvSpPr>
            <a:spLocks noChangeArrowheads="1"/>
          </p:cNvSpPr>
          <p:nvPr>
            <p:custDataLst>
              <p:tags r:id="rId13"/>
            </p:custDataLst>
          </p:nvPr>
        </p:nvSpPr>
        <p:spPr bwMode="auto">
          <a:xfrm>
            <a:off x="1196340" y="5790883"/>
            <a:ext cx="871538"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620</a:t>
            </a:r>
            <a:endParaRPr lang="en-US" sz="2300">
              <a:latin typeface="Arial" panose="020B0604020202020204"/>
              <a:cs typeface="Arial" panose="020B0604020202020204"/>
            </a:endParaRPr>
          </a:p>
        </p:txBody>
      </p:sp>
      <p:sp>
        <p:nvSpPr>
          <p:cNvPr id="35858" name="Rectangle 14"/>
          <p:cNvSpPr>
            <a:spLocks noChangeArrowheads="1"/>
          </p:cNvSpPr>
          <p:nvPr>
            <p:custDataLst>
              <p:tags r:id="rId14"/>
            </p:custDataLst>
          </p:nvPr>
        </p:nvSpPr>
        <p:spPr bwMode="auto">
          <a:xfrm>
            <a:off x="651828" y="5790883"/>
            <a:ext cx="544512"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7</a:t>
            </a:r>
            <a:endParaRPr lang="en-US" sz="2300">
              <a:latin typeface="Arial" panose="020B0604020202020204"/>
              <a:cs typeface="Arial" panose="020B0604020202020204"/>
            </a:endParaRPr>
          </a:p>
        </p:txBody>
      </p:sp>
      <p:sp>
        <p:nvSpPr>
          <p:cNvPr id="35859" name="Rectangle 15"/>
          <p:cNvSpPr>
            <a:spLocks noChangeArrowheads="1"/>
          </p:cNvSpPr>
          <p:nvPr>
            <p:custDataLst>
              <p:tags r:id="rId15"/>
            </p:custDataLst>
          </p:nvPr>
        </p:nvSpPr>
        <p:spPr bwMode="auto">
          <a:xfrm>
            <a:off x="1196340" y="5232083"/>
            <a:ext cx="871538"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480</a:t>
            </a:r>
            <a:endParaRPr lang="en-US" sz="2300">
              <a:latin typeface="Arial" panose="020B0604020202020204"/>
              <a:cs typeface="Arial" panose="020B0604020202020204"/>
            </a:endParaRPr>
          </a:p>
        </p:txBody>
      </p:sp>
      <p:sp>
        <p:nvSpPr>
          <p:cNvPr id="35860" name="Rectangle 16"/>
          <p:cNvSpPr>
            <a:spLocks noChangeArrowheads="1"/>
          </p:cNvSpPr>
          <p:nvPr>
            <p:custDataLst>
              <p:tags r:id="rId16"/>
            </p:custDataLst>
          </p:nvPr>
        </p:nvSpPr>
        <p:spPr bwMode="auto">
          <a:xfrm>
            <a:off x="651828" y="5232083"/>
            <a:ext cx="544512"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6</a:t>
            </a:r>
            <a:endParaRPr lang="en-US" sz="2300">
              <a:latin typeface="Arial" panose="020B0604020202020204"/>
              <a:cs typeface="Arial" panose="020B0604020202020204"/>
            </a:endParaRPr>
          </a:p>
        </p:txBody>
      </p:sp>
      <p:sp>
        <p:nvSpPr>
          <p:cNvPr id="35861" name="Rectangle 17"/>
          <p:cNvSpPr>
            <a:spLocks noChangeArrowheads="1"/>
          </p:cNvSpPr>
          <p:nvPr>
            <p:custDataLst>
              <p:tags r:id="rId17"/>
            </p:custDataLst>
          </p:nvPr>
        </p:nvSpPr>
        <p:spPr bwMode="auto">
          <a:xfrm>
            <a:off x="1196340" y="4673283"/>
            <a:ext cx="871538"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380</a:t>
            </a:r>
            <a:endParaRPr lang="en-US" sz="2300">
              <a:latin typeface="Arial" panose="020B0604020202020204"/>
              <a:cs typeface="Arial" panose="020B0604020202020204"/>
            </a:endParaRPr>
          </a:p>
        </p:txBody>
      </p:sp>
      <p:sp>
        <p:nvSpPr>
          <p:cNvPr id="35862" name="Rectangle 18"/>
          <p:cNvSpPr>
            <a:spLocks noChangeArrowheads="1"/>
          </p:cNvSpPr>
          <p:nvPr>
            <p:custDataLst>
              <p:tags r:id="rId18"/>
            </p:custDataLst>
          </p:nvPr>
        </p:nvSpPr>
        <p:spPr bwMode="auto">
          <a:xfrm>
            <a:off x="651828" y="4673283"/>
            <a:ext cx="544512" cy="558800"/>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5</a:t>
            </a:r>
            <a:endParaRPr lang="en-US" sz="2300">
              <a:latin typeface="Arial" panose="020B0604020202020204"/>
              <a:cs typeface="Arial" panose="020B0604020202020204"/>
            </a:endParaRPr>
          </a:p>
        </p:txBody>
      </p:sp>
      <p:sp>
        <p:nvSpPr>
          <p:cNvPr id="35863" name="Rectangle 19"/>
          <p:cNvSpPr>
            <a:spLocks noChangeArrowheads="1"/>
          </p:cNvSpPr>
          <p:nvPr>
            <p:custDataLst>
              <p:tags r:id="rId19"/>
            </p:custDataLst>
          </p:nvPr>
        </p:nvSpPr>
        <p:spPr bwMode="auto">
          <a:xfrm>
            <a:off x="1196340" y="4112895"/>
            <a:ext cx="87153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310</a:t>
            </a:r>
            <a:endParaRPr lang="en-US" sz="2300">
              <a:latin typeface="Arial" panose="020B0604020202020204"/>
              <a:cs typeface="Arial" panose="020B0604020202020204"/>
            </a:endParaRPr>
          </a:p>
        </p:txBody>
      </p:sp>
      <p:sp>
        <p:nvSpPr>
          <p:cNvPr id="35864" name="Rectangle 20"/>
          <p:cNvSpPr>
            <a:spLocks noChangeArrowheads="1"/>
          </p:cNvSpPr>
          <p:nvPr>
            <p:custDataLst>
              <p:tags r:id="rId20"/>
            </p:custDataLst>
          </p:nvPr>
        </p:nvSpPr>
        <p:spPr bwMode="auto">
          <a:xfrm>
            <a:off x="651828" y="4112895"/>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4</a:t>
            </a:r>
            <a:endParaRPr lang="en-US" sz="2300">
              <a:latin typeface="Arial" panose="020B0604020202020204"/>
              <a:cs typeface="Arial" panose="020B0604020202020204"/>
            </a:endParaRPr>
          </a:p>
        </p:txBody>
      </p:sp>
      <p:sp>
        <p:nvSpPr>
          <p:cNvPr id="35865" name="Rectangle 21"/>
          <p:cNvSpPr>
            <a:spLocks noChangeArrowheads="1"/>
          </p:cNvSpPr>
          <p:nvPr>
            <p:custDataLst>
              <p:tags r:id="rId21"/>
            </p:custDataLst>
          </p:nvPr>
        </p:nvSpPr>
        <p:spPr bwMode="auto">
          <a:xfrm>
            <a:off x="1196340" y="3552508"/>
            <a:ext cx="871538"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260</a:t>
            </a:r>
            <a:endParaRPr lang="en-US" sz="2300">
              <a:latin typeface="Arial" panose="020B0604020202020204"/>
              <a:cs typeface="Arial" panose="020B0604020202020204"/>
            </a:endParaRPr>
          </a:p>
        </p:txBody>
      </p:sp>
      <p:sp>
        <p:nvSpPr>
          <p:cNvPr id="35866" name="Rectangle 22"/>
          <p:cNvSpPr>
            <a:spLocks noChangeArrowheads="1"/>
          </p:cNvSpPr>
          <p:nvPr>
            <p:custDataLst>
              <p:tags r:id="rId22"/>
            </p:custDataLst>
          </p:nvPr>
        </p:nvSpPr>
        <p:spPr bwMode="auto">
          <a:xfrm>
            <a:off x="651828" y="3552508"/>
            <a:ext cx="544512" cy="560387"/>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3</a:t>
            </a:r>
            <a:endParaRPr lang="en-US" sz="2300">
              <a:latin typeface="Arial" panose="020B0604020202020204"/>
              <a:cs typeface="Arial" panose="020B0604020202020204"/>
            </a:endParaRPr>
          </a:p>
        </p:txBody>
      </p:sp>
      <p:sp>
        <p:nvSpPr>
          <p:cNvPr id="35867" name="Rectangle 23"/>
          <p:cNvSpPr>
            <a:spLocks noChangeArrowheads="1"/>
          </p:cNvSpPr>
          <p:nvPr>
            <p:custDataLst>
              <p:tags r:id="rId23"/>
            </p:custDataLst>
          </p:nvPr>
        </p:nvSpPr>
        <p:spPr bwMode="auto">
          <a:xfrm>
            <a:off x="1196340" y="2992120"/>
            <a:ext cx="87153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220</a:t>
            </a:r>
            <a:endParaRPr lang="en-US" sz="2300">
              <a:latin typeface="Arial" panose="020B0604020202020204"/>
              <a:cs typeface="Arial" panose="020B0604020202020204"/>
            </a:endParaRPr>
          </a:p>
        </p:txBody>
      </p:sp>
      <p:sp>
        <p:nvSpPr>
          <p:cNvPr id="35868" name="Rectangle 24"/>
          <p:cNvSpPr>
            <a:spLocks noChangeArrowheads="1"/>
          </p:cNvSpPr>
          <p:nvPr>
            <p:custDataLst>
              <p:tags r:id="rId24"/>
            </p:custDataLst>
          </p:nvPr>
        </p:nvSpPr>
        <p:spPr bwMode="auto">
          <a:xfrm>
            <a:off x="651828" y="2992120"/>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2</a:t>
            </a:r>
            <a:endParaRPr lang="en-US" sz="2300">
              <a:latin typeface="Arial" panose="020B0604020202020204"/>
              <a:cs typeface="Arial" panose="020B0604020202020204"/>
            </a:endParaRPr>
          </a:p>
        </p:txBody>
      </p:sp>
      <p:sp>
        <p:nvSpPr>
          <p:cNvPr id="35869" name="Rectangle 25"/>
          <p:cNvSpPr>
            <a:spLocks noChangeArrowheads="1"/>
          </p:cNvSpPr>
          <p:nvPr>
            <p:custDataLst>
              <p:tags r:id="rId25"/>
            </p:custDataLst>
          </p:nvPr>
        </p:nvSpPr>
        <p:spPr bwMode="auto">
          <a:xfrm>
            <a:off x="1196340" y="2434908"/>
            <a:ext cx="871538" cy="55721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170</a:t>
            </a:r>
            <a:endParaRPr lang="en-US" sz="2300">
              <a:latin typeface="Arial" panose="020B0604020202020204"/>
              <a:cs typeface="Arial" panose="020B0604020202020204"/>
            </a:endParaRPr>
          </a:p>
        </p:txBody>
      </p:sp>
      <p:sp>
        <p:nvSpPr>
          <p:cNvPr id="35870" name="Rectangle 26"/>
          <p:cNvSpPr>
            <a:spLocks noChangeArrowheads="1"/>
          </p:cNvSpPr>
          <p:nvPr>
            <p:custDataLst>
              <p:tags r:id="rId26"/>
            </p:custDataLst>
          </p:nvPr>
        </p:nvSpPr>
        <p:spPr bwMode="auto">
          <a:xfrm>
            <a:off x="651828" y="2434908"/>
            <a:ext cx="544512" cy="55721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a:t>
            </a:r>
            <a:endParaRPr lang="en-US" sz="2300">
              <a:latin typeface="Arial" panose="020B0604020202020204"/>
              <a:cs typeface="Arial" panose="020B0604020202020204"/>
            </a:endParaRPr>
          </a:p>
        </p:txBody>
      </p:sp>
      <p:sp>
        <p:nvSpPr>
          <p:cNvPr id="35871" name="Rectangle 27"/>
          <p:cNvSpPr>
            <a:spLocks noChangeArrowheads="1"/>
          </p:cNvSpPr>
          <p:nvPr>
            <p:custDataLst>
              <p:tags r:id="rId27"/>
            </p:custDataLst>
          </p:nvPr>
        </p:nvSpPr>
        <p:spPr bwMode="auto">
          <a:xfrm>
            <a:off x="1196340" y="1874520"/>
            <a:ext cx="871538"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100</a:t>
            </a:r>
            <a:endParaRPr lang="en-US" sz="2300">
              <a:latin typeface="Arial" panose="020B0604020202020204"/>
              <a:cs typeface="Arial" panose="020B0604020202020204"/>
            </a:endParaRPr>
          </a:p>
        </p:txBody>
      </p:sp>
      <p:sp>
        <p:nvSpPr>
          <p:cNvPr id="35872" name="Rectangle 28"/>
          <p:cNvSpPr>
            <a:spLocks noChangeArrowheads="1"/>
          </p:cNvSpPr>
          <p:nvPr>
            <p:custDataLst>
              <p:tags r:id="rId28"/>
            </p:custDataLst>
          </p:nvPr>
        </p:nvSpPr>
        <p:spPr bwMode="auto">
          <a:xfrm>
            <a:off x="651828" y="1874520"/>
            <a:ext cx="544512" cy="560388"/>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300">
                <a:latin typeface="Arial" panose="020B0604020202020204"/>
                <a:cs typeface="Arial" panose="020B0604020202020204"/>
              </a:rPr>
              <a:t>0</a:t>
            </a:r>
            <a:endParaRPr lang="en-US" sz="2300">
              <a:latin typeface="Arial" panose="020B0604020202020204"/>
              <a:cs typeface="Arial" panose="020B0604020202020204"/>
            </a:endParaRPr>
          </a:p>
        </p:txBody>
      </p:sp>
      <p:sp>
        <p:nvSpPr>
          <p:cNvPr id="35873" name="Rectangle 29"/>
          <p:cNvSpPr>
            <a:spLocks noChangeArrowheads="1"/>
          </p:cNvSpPr>
          <p:nvPr>
            <p:custDataLst>
              <p:tags r:id="rId29"/>
            </p:custDataLst>
          </p:nvPr>
        </p:nvSpPr>
        <p:spPr bwMode="auto">
          <a:xfrm>
            <a:off x="1196340" y="1314133"/>
            <a:ext cx="871538" cy="5603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latin typeface="Arial" panose="020B0604020202020204"/>
                <a:cs typeface="Arial" panose="020B0604020202020204"/>
              </a:rPr>
              <a:t>TC</a:t>
            </a:r>
            <a:endParaRPr lang="en-US" sz="2400" i="1">
              <a:latin typeface="Arial" panose="020B0604020202020204"/>
              <a:cs typeface="Arial" panose="020B0604020202020204"/>
            </a:endParaRPr>
          </a:p>
        </p:txBody>
      </p:sp>
      <p:sp>
        <p:nvSpPr>
          <p:cNvPr id="35874" name="Rectangle 30"/>
          <p:cNvSpPr>
            <a:spLocks noChangeArrowheads="1"/>
          </p:cNvSpPr>
          <p:nvPr>
            <p:custDataLst>
              <p:tags r:id="rId30"/>
            </p:custDataLst>
          </p:nvPr>
        </p:nvSpPr>
        <p:spPr bwMode="auto">
          <a:xfrm>
            <a:off x="651828" y="1314133"/>
            <a:ext cx="544512" cy="560387"/>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35875" name="Line 31"/>
          <p:cNvSpPr>
            <a:spLocks noChangeShapeType="1"/>
          </p:cNvSpPr>
          <p:nvPr>
            <p:custDataLst>
              <p:tags r:id="rId31"/>
            </p:custDataLst>
          </p:nvPr>
        </p:nvSpPr>
        <p:spPr bwMode="auto">
          <a:xfrm>
            <a:off x="651828" y="1314133"/>
            <a:ext cx="239395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5876" name="Line 32"/>
          <p:cNvSpPr>
            <a:spLocks noChangeShapeType="1"/>
          </p:cNvSpPr>
          <p:nvPr>
            <p:custDataLst>
              <p:tags r:id="rId32"/>
            </p:custDataLst>
          </p:nvPr>
        </p:nvSpPr>
        <p:spPr bwMode="auto">
          <a:xfrm>
            <a:off x="651828" y="1874520"/>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77" name="Line 33"/>
          <p:cNvSpPr>
            <a:spLocks noChangeShapeType="1"/>
          </p:cNvSpPr>
          <p:nvPr>
            <p:custDataLst>
              <p:tags r:id="rId33"/>
            </p:custDataLst>
          </p:nvPr>
        </p:nvSpPr>
        <p:spPr bwMode="auto">
          <a:xfrm>
            <a:off x="651828" y="2434908"/>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78" name="Line 34"/>
          <p:cNvSpPr>
            <a:spLocks noChangeShapeType="1"/>
          </p:cNvSpPr>
          <p:nvPr>
            <p:custDataLst>
              <p:tags r:id="rId34"/>
            </p:custDataLst>
          </p:nvPr>
        </p:nvSpPr>
        <p:spPr bwMode="auto">
          <a:xfrm>
            <a:off x="651828" y="2992120"/>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79" name="Line 35"/>
          <p:cNvSpPr>
            <a:spLocks noChangeShapeType="1"/>
          </p:cNvSpPr>
          <p:nvPr>
            <p:custDataLst>
              <p:tags r:id="rId35"/>
            </p:custDataLst>
          </p:nvPr>
        </p:nvSpPr>
        <p:spPr bwMode="auto">
          <a:xfrm>
            <a:off x="651828" y="3552508"/>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0" name="Line 36"/>
          <p:cNvSpPr>
            <a:spLocks noChangeShapeType="1"/>
          </p:cNvSpPr>
          <p:nvPr>
            <p:custDataLst>
              <p:tags r:id="rId36"/>
            </p:custDataLst>
          </p:nvPr>
        </p:nvSpPr>
        <p:spPr bwMode="auto">
          <a:xfrm>
            <a:off x="651828" y="4112895"/>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1" name="Line 37"/>
          <p:cNvSpPr>
            <a:spLocks noChangeShapeType="1"/>
          </p:cNvSpPr>
          <p:nvPr>
            <p:custDataLst>
              <p:tags r:id="rId37"/>
            </p:custDataLst>
          </p:nvPr>
        </p:nvSpPr>
        <p:spPr bwMode="auto">
          <a:xfrm>
            <a:off x="651828" y="4673283"/>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2" name="Line 38"/>
          <p:cNvSpPr>
            <a:spLocks noChangeShapeType="1"/>
          </p:cNvSpPr>
          <p:nvPr>
            <p:custDataLst>
              <p:tags r:id="rId38"/>
            </p:custDataLst>
          </p:nvPr>
        </p:nvSpPr>
        <p:spPr bwMode="auto">
          <a:xfrm>
            <a:off x="651828" y="5232083"/>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3" name="Line 39"/>
          <p:cNvSpPr>
            <a:spLocks noChangeShapeType="1"/>
          </p:cNvSpPr>
          <p:nvPr>
            <p:custDataLst>
              <p:tags r:id="rId39"/>
            </p:custDataLst>
          </p:nvPr>
        </p:nvSpPr>
        <p:spPr bwMode="auto">
          <a:xfrm>
            <a:off x="651828" y="5790883"/>
            <a:ext cx="239395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4" name="Line 40"/>
          <p:cNvSpPr>
            <a:spLocks noChangeShapeType="1"/>
          </p:cNvSpPr>
          <p:nvPr>
            <p:custDataLst>
              <p:tags r:id="rId40"/>
            </p:custDataLst>
          </p:nvPr>
        </p:nvSpPr>
        <p:spPr bwMode="auto">
          <a:xfrm>
            <a:off x="651828" y="6351270"/>
            <a:ext cx="239395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5885" name="Line 41"/>
          <p:cNvSpPr>
            <a:spLocks noChangeShapeType="1"/>
          </p:cNvSpPr>
          <p:nvPr>
            <p:custDataLst>
              <p:tags r:id="rId41"/>
            </p:custDataLst>
          </p:nvPr>
        </p:nvSpPr>
        <p:spPr bwMode="auto">
          <a:xfrm>
            <a:off x="651828" y="1314133"/>
            <a:ext cx="0" cy="5037137"/>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35886" name="Line 42"/>
          <p:cNvSpPr>
            <a:spLocks noChangeShapeType="1"/>
          </p:cNvSpPr>
          <p:nvPr>
            <p:custDataLst>
              <p:tags r:id="rId42"/>
            </p:custDataLst>
          </p:nvPr>
        </p:nvSpPr>
        <p:spPr bwMode="auto">
          <a:xfrm>
            <a:off x="1196340" y="1314133"/>
            <a:ext cx="0" cy="5037137"/>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7" name="Line 43"/>
          <p:cNvSpPr>
            <a:spLocks noChangeShapeType="1"/>
          </p:cNvSpPr>
          <p:nvPr>
            <p:custDataLst>
              <p:tags r:id="rId43"/>
            </p:custDataLst>
          </p:nvPr>
        </p:nvSpPr>
        <p:spPr bwMode="auto">
          <a:xfrm>
            <a:off x="2067878" y="1314133"/>
            <a:ext cx="0" cy="5037137"/>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5888" name="Line 44"/>
          <p:cNvSpPr>
            <a:spLocks noChangeShapeType="1"/>
          </p:cNvSpPr>
          <p:nvPr>
            <p:custDataLst>
              <p:tags r:id="rId44"/>
            </p:custDataLst>
          </p:nvPr>
        </p:nvSpPr>
        <p:spPr bwMode="auto">
          <a:xfrm>
            <a:off x="3045778" y="1314133"/>
            <a:ext cx="0" cy="5037137"/>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grpSp>
        <p:nvGrpSpPr>
          <p:cNvPr id="2" name="Group 47"/>
          <p:cNvGrpSpPr/>
          <p:nvPr/>
        </p:nvGrpSpPr>
        <p:grpSpPr bwMode="auto">
          <a:xfrm>
            <a:off x="3707765" y="1052195"/>
            <a:ext cx="5384800" cy="5494338"/>
            <a:chOff x="2178" y="522"/>
            <a:chExt cx="3392" cy="3461"/>
          </a:xfrm>
        </p:grpSpPr>
        <p:grpSp>
          <p:nvGrpSpPr>
            <p:cNvPr id="3" name="Group 48"/>
            <p:cNvGrpSpPr/>
            <p:nvPr/>
          </p:nvGrpSpPr>
          <p:grpSpPr bwMode="auto">
            <a:xfrm>
              <a:off x="2178" y="522"/>
              <a:ext cx="3392" cy="3461"/>
              <a:chOff x="2178" y="522"/>
              <a:chExt cx="3392" cy="3461"/>
            </a:xfrm>
          </p:grpSpPr>
          <p:sp>
            <p:nvSpPr>
              <p:cNvPr id="35934" name="Rectangle 49"/>
              <p:cNvSpPr>
                <a:spLocks noChangeArrowheads="1"/>
              </p:cNvSpPr>
              <p:nvPr>
                <p:custDataLst>
                  <p:tags r:id="rId45"/>
                </p:custDataLst>
              </p:nvPr>
            </p:nvSpPr>
            <p:spPr bwMode="auto">
              <a:xfrm>
                <a:off x="2178" y="522"/>
                <a:ext cx="3329" cy="3461"/>
              </a:xfrm>
              <a:prstGeom prst="rect">
                <a:avLst/>
              </a:prstGeom>
              <a:solidFill>
                <a:srgbClr val="CC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35935" name="Rectangle 50"/>
              <p:cNvSpPr>
                <a:spLocks noChangeArrowheads="1"/>
              </p:cNvSpPr>
              <p:nvPr>
                <p:custDataLst>
                  <p:tags r:id="rId46"/>
                </p:custDataLst>
              </p:nvPr>
            </p:nvSpPr>
            <p:spPr bwMode="auto">
              <a:xfrm>
                <a:off x="2987" y="698"/>
                <a:ext cx="2389" cy="2651"/>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grpSp>
            <p:nvGrpSpPr>
              <p:cNvPr id="4" name="Group 51"/>
              <p:cNvGrpSpPr/>
              <p:nvPr/>
            </p:nvGrpSpPr>
            <p:grpSpPr bwMode="auto">
              <a:xfrm>
                <a:off x="3282" y="1181"/>
                <a:ext cx="2288" cy="1228"/>
                <a:chOff x="3282" y="1181"/>
                <a:chExt cx="2288" cy="1228"/>
              </a:xfrm>
            </p:grpSpPr>
            <p:sp>
              <p:nvSpPr>
                <p:cNvPr id="35937" name="Freeform 52"/>
                <p:cNvSpPr/>
                <p:nvPr>
                  <p:custDataLst>
                    <p:tags r:id="rId47"/>
                  </p:custDataLst>
                </p:nvPr>
              </p:nvSpPr>
              <p:spPr bwMode="auto">
                <a:xfrm>
                  <a:off x="3307" y="1206"/>
                  <a:ext cx="2263" cy="1184"/>
                </a:xfrm>
                <a:custGeom>
                  <a:avLst/>
                  <a:gdLst>
                    <a:gd name="T0" fmla="*/ 0 w 361"/>
                    <a:gd name="T1" fmla="*/ 0 h 189"/>
                    <a:gd name="T2" fmla="*/ 503508 w 361"/>
                    <a:gd name="T3" fmla="*/ 1158184 h 189"/>
                    <a:gd name="T4" fmla="*/ 997663 w 361"/>
                    <a:gd name="T5" fmla="*/ 1611067 h 189"/>
                    <a:gd name="T6" fmla="*/ 1500933 w 361"/>
                    <a:gd name="T7" fmla="*/ 1794224 h 189"/>
                    <a:gd name="T8" fmla="*/ 1993634 w 361"/>
                    <a:gd name="T9" fmla="*/ 1823460 h 189"/>
                    <a:gd name="T10" fmla="*/ 2496904 w 361"/>
                    <a:gd name="T11" fmla="*/ 1746500 h 189"/>
                    <a:gd name="T12" fmla="*/ 2991059 w 361"/>
                    <a:gd name="T13" fmla="*/ 1581793 h 189"/>
                    <a:gd name="T14" fmla="*/ 3494568 w 361"/>
                    <a:gd name="T15" fmla="*/ 1312104 h 189"/>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89"/>
                    <a:gd name="T26" fmla="*/ 361 w 361"/>
                    <a:gd name="T27" fmla="*/ 189 h 1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89">
                      <a:moveTo>
                        <a:pt x="0" y="0"/>
                      </a:moveTo>
                      <a:lnTo>
                        <a:pt x="52" y="120"/>
                      </a:lnTo>
                      <a:lnTo>
                        <a:pt x="103" y="167"/>
                      </a:lnTo>
                      <a:lnTo>
                        <a:pt x="155" y="186"/>
                      </a:lnTo>
                      <a:lnTo>
                        <a:pt x="206" y="189"/>
                      </a:lnTo>
                      <a:lnTo>
                        <a:pt x="258" y="181"/>
                      </a:lnTo>
                      <a:lnTo>
                        <a:pt x="309" y="164"/>
                      </a:lnTo>
                      <a:lnTo>
                        <a:pt x="361" y="136"/>
                      </a:lnTo>
                    </a:path>
                  </a:pathLst>
                </a:custGeom>
                <a:noFill/>
                <a:ln w="30163">
                  <a:solidFill>
                    <a:srgbClr val="008000"/>
                  </a:solidFill>
                  <a:round/>
                </a:ln>
              </p:spPr>
              <p:txBody>
                <a:bodyPr/>
                <a:lstStyle/>
                <a:p>
                  <a:endParaRPr lang="en-US">
                    <a:latin typeface="Arial" panose="020B0604020202020204"/>
                    <a:cs typeface="Arial" panose="020B0604020202020204"/>
                  </a:endParaRPr>
                </a:p>
              </p:txBody>
            </p:sp>
            <p:sp>
              <p:nvSpPr>
                <p:cNvPr id="35938" name="Oval 53"/>
                <p:cNvSpPr>
                  <a:spLocks noChangeArrowheads="1"/>
                </p:cNvSpPr>
                <p:nvPr>
                  <p:custDataLst>
                    <p:tags r:id="rId48"/>
                  </p:custDataLst>
                </p:nvPr>
              </p:nvSpPr>
              <p:spPr bwMode="auto">
                <a:xfrm>
                  <a:off x="3282" y="1181"/>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5939" name="Oval 54"/>
                <p:cNvSpPr>
                  <a:spLocks noChangeArrowheads="1"/>
                </p:cNvSpPr>
                <p:nvPr>
                  <p:custDataLst>
                    <p:tags r:id="rId49"/>
                  </p:custDataLst>
                </p:nvPr>
              </p:nvSpPr>
              <p:spPr bwMode="auto">
                <a:xfrm>
                  <a:off x="3608" y="1933"/>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5940" name="Oval 55"/>
                <p:cNvSpPr>
                  <a:spLocks noChangeArrowheads="1"/>
                </p:cNvSpPr>
                <p:nvPr>
                  <p:custDataLst>
                    <p:tags r:id="rId50"/>
                  </p:custDataLst>
                </p:nvPr>
              </p:nvSpPr>
              <p:spPr bwMode="auto">
                <a:xfrm>
                  <a:off x="3927" y="2227"/>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5941" name="Oval 56"/>
                <p:cNvSpPr>
                  <a:spLocks noChangeArrowheads="1"/>
                </p:cNvSpPr>
                <p:nvPr>
                  <p:custDataLst>
                    <p:tags r:id="rId51"/>
                  </p:custDataLst>
                </p:nvPr>
              </p:nvSpPr>
              <p:spPr bwMode="auto">
                <a:xfrm>
                  <a:off x="4253" y="2347"/>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5942" name="Oval 57"/>
                <p:cNvSpPr>
                  <a:spLocks noChangeArrowheads="1"/>
                </p:cNvSpPr>
                <p:nvPr>
                  <p:custDataLst>
                    <p:tags r:id="rId52"/>
                  </p:custDataLst>
                </p:nvPr>
              </p:nvSpPr>
              <p:spPr bwMode="auto">
                <a:xfrm>
                  <a:off x="4573" y="236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5943" name="Oval 58"/>
                <p:cNvSpPr>
                  <a:spLocks noChangeArrowheads="1"/>
                </p:cNvSpPr>
                <p:nvPr>
                  <p:custDataLst>
                    <p:tags r:id="rId53"/>
                  </p:custDataLst>
                </p:nvPr>
              </p:nvSpPr>
              <p:spPr bwMode="auto">
                <a:xfrm>
                  <a:off x="4899" y="231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5944" name="Oval 59"/>
                <p:cNvSpPr>
                  <a:spLocks noChangeArrowheads="1"/>
                </p:cNvSpPr>
                <p:nvPr>
                  <p:custDataLst>
                    <p:tags r:id="rId54"/>
                  </p:custDataLst>
                </p:nvPr>
              </p:nvSpPr>
              <p:spPr bwMode="auto">
                <a:xfrm>
                  <a:off x="5219" y="2209"/>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grpSp>
        </p:grpSp>
        <p:grpSp>
          <p:nvGrpSpPr>
            <p:cNvPr id="8" name="Group 60"/>
            <p:cNvGrpSpPr/>
            <p:nvPr/>
          </p:nvGrpSpPr>
          <p:grpSpPr bwMode="auto">
            <a:xfrm>
              <a:off x="2178" y="522"/>
              <a:ext cx="3329" cy="3461"/>
              <a:chOff x="2178" y="522"/>
              <a:chExt cx="3329" cy="3461"/>
            </a:xfrm>
          </p:grpSpPr>
          <p:grpSp>
            <p:nvGrpSpPr>
              <p:cNvPr id="9" name="Group 61"/>
              <p:cNvGrpSpPr/>
              <p:nvPr/>
            </p:nvGrpSpPr>
            <p:grpSpPr bwMode="auto">
              <a:xfrm>
                <a:off x="2216" y="698"/>
                <a:ext cx="3160" cy="3247"/>
                <a:chOff x="2216" y="698"/>
                <a:chExt cx="3160" cy="3247"/>
              </a:xfrm>
            </p:grpSpPr>
            <p:sp>
              <p:nvSpPr>
                <p:cNvPr id="35894" name="Line 62"/>
                <p:cNvSpPr>
                  <a:spLocks noChangeShapeType="1"/>
                </p:cNvSpPr>
                <p:nvPr>
                  <p:custDataLst>
                    <p:tags r:id="rId55"/>
                  </p:custDataLst>
                </p:nvPr>
              </p:nvSpPr>
              <p:spPr bwMode="auto">
                <a:xfrm flipV="1">
                  <a:off x="298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895" name="Line 63"/>
                <p:cNvSpPr>
                  <a:spLocks noChangeShapeType="1"/>
                </p:cNvSpPr>
                <p:nvPr>
                  <p:custDataLst>
                    <p:tags r:id="rId56"/>
                  </p:custDataLst>
                </p:nvPr>
              </p:nvSpPr>
              <p:spPr bwMode="auto">
                <a:xfrm flipV="1">
                  <a:off x="330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896" name="Line 64"/>
                <p:cNvSpPr>
                  <a:spLocks noChangeShapeType="1"/>
                </p:cNvSpPr>
                <p:nvPr>
                  <p:custDataLst>
                    <p:tags r:id="rId57"/>
                  </p:custDataLst>
                </p:nvPr>
              </p:nvSpPr>
              <p:spPr bwMode="auto">
                <a:xfrm flipV="1">
                  <a:off x="363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897" name="Line 65"/>
                <p:cNvSpPr>
                  <a:spLocks noChangeShapeType="1"/>
                </p:cNvSpPr>
                <p:nvPr>
                  <p:custDataLst>
                    <p:tags r:id="rId58"/>
                  </p:custDataLst>
                </p:nvPr>
              </p:nvSpPr>
              <p:spPr bwMode="auto">
                <a:xfrm flipV="1">
                  <a:off x="395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898" name="Line 66"/>
                <p:cNvSpPr>
                  <a:spLocks noChangeShapeType="1"/>
                </p:cNvSpPr>
                <p:nvPr>
                  <p:custDataLst>
                    <p:tags r:id="rId59"/>
                  </p:custDataLst>
                </p:nvPr>
              </p:nvSpPr>
              <p:spPr bwMode="auto">
                <a:xfrm flipV="1">
                  <a:off x="4279"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899" name="Line 67"/>
                <p:cNvSpPr>
                  <a:spLocks noChangeShapeType="1"/>
                </p:cNvSpPr>
                <p:nvPr>
                  <p:custDataLst>
                    <p:tags r:id="rId60"/>
                  </p:custDataLst>
                </p:nvPr>
              </p:nvSpPr>
              <p:spPr bwMode="auto">
                <a:xfrm flipV="1">
                  <a:off x="4598"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00" name="Line 68"/>
                <p:cNvSpPr>
                  <a:spLocks noChangeShapeType="1"/>
                </p:cNvSpPr>
                <p:nvPr>
                  <p:custDataLst>
                    <p:tags r:id="rId61"/>
                  </p:custDataLst>
                </p:nvPr>
              </p:nvSpPr>
              <p:spPr bwMode="auto">
                <a:xfrm flipV="1">
                  <a:off x="492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01" name="Line 69"/>
                <p:cNvSpPr>
                  <a:spLocks noChangeShapeType="1"/>
                </p:cNvSpPr>
                <p:nvPr>
                  <p:custDataLst>
                    <p:tags r:id="rId62"/>
                  </p:custDataLst>
                </p:nvPr>
              </p:nvSpPr>
              <p:spPr bwMode="auto">
                <a:xfrm flipV="1">
                  <a:off x="524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10" name="Group 70"/>
                <p:cNvGrpSpPr/>
                <p:nvPr/>
              </p:nvGrpSpPr>
              <p:grpSpPr bwMode="auto">
                <a:xfrm>
                  <a:off x="2454" y="698"/>
                  <a:ext cx="2922" cy="2749"/>
                  <a:chOff x="2454" y="698"/>
                  <a:chExt cx="2922" cy="2749"/>
                </a:xfrm>
              </p:grpSpPr>
              <p:sp>
                <p:nvSpPr>
                  <p:cNvPr id="35913" name="Line 71"/>
                  <p:cNvSpPr>
                    <a:spLocks noChangeShapeType="1"/>
                  </p:cNvSpPr>
                  <p:nvPr>
                    <p:custDataLst>
                      <p:tags r:id="rId63"/>
                    </p:custDataLst>
                  </p:nvPr>
                </p:nvSpPr>
                <p:spPr bwMode="auto">
                  <a:xfrm>
                    <a:off x="2937" y="334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14" name="Line 72"/>
                  <p:cNvSpPr>
                    <a:spLocks noChangeShapeType="1"/>
                  </p:cNvSpPr>
                  <p:nvPr>
                    <p:custDataLst>
                      <p:tags r:id="rId64"/>
                    </p:custDataLst>
                  </p:nvPr>
                </p:nvSpPr>
                <p:spPr bwMode="auto">
                  <a:xfrm>
                    <a:off x="2937" y="303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15" name="Line 73"/>
                  <p:cNvSpPr>
                    <a:spLocks noChangeShapeType="1"/>
                  </p:cNvSpPr>
                  <p:nvPr>
                    <p:custDataLst>
                      <p:tags r:id="rId65"/>
                    </p:custDataLst>
                  </p:nvPr>
                </p:nvSpPr>
                <p:spPr bwMode="auto">
                  <a:xfrm>
                    <a:off x="2937" y="271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16" name="Line 74"/>
                  <p:cNvSpPr>
                    <a:spLocks noChangeShapeType="1"/>
                  </p:cNvSpPr>
                  <p:nvPr>
                    <p:custDataLst>
                      <p:tags r:id="rId66"/>
                    </p:custDataLst>
                  </p:nvPr>
                </p:nvSpPr>
                <p:spPr bwMode="auto">
                  <a:xfrm>
                    <a:off x="2937" y="240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17" name="Line 75"/>
                  <p:cNvSpPr>
                    <a:spLocks noChangeShapeType="1"/>
                  </p:cNvSpPr>
                  <p:nvPr>
                    <p:custDataLst>
                      <p:tags r:id="rId67"/>
                    </p:custDataLst>
                  </p:nvPr>
                </p:nvSpPr>
                <p:spPr bwMode="auto">
                  <a:xfrm>
                    <a:off x="2937" y="208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18" name="Line 76"/>
                  <p:cNvSpPr>
                    <a:spLocks noChangeShapeType="1"/>
                  </p:cNvSpPr>
                  <p:nvPr>
                    <p:custDataLst>
                      <p:tags r:id="rId68"/>
                    </p:custDataLst>
                  </p:nvPr>
                </p:nvSpPr>
                <p:spPr bwMode="auto">
                  <a:xfrm>
                    <a:off x="2937" y="1770"/>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19" name="Line 77"/>
                  <p:cNvSpPr>
                    <a:spLocks noChangeShapeType="1"/>
                  </p:cNvSpPr>
                  <p:nvPr>
                    <p:custDataLst>
                      <p:tags r:id="rId69"/>
                    </p:custDataLst>
                  </p:nvPr>
                </p:nvSpPr>
                <p:spPr bwMode="auto">
                  <a:xfrm>
                    <a:off x="2937" y="145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20" name="Line 78"/>
                  <p:cNvSpPr>
                    <a:spLocks noChangeShapeType="1"/>
                  </p:cNvSpPr>
                  <p:nvPr>
                    <p:custDataLst>
                      <p:tags r:id="rId70"/>
                    </p:custDataLst>
                  </p:nvPr>
                </p:nvSpPr>
                <p:spPr bwMode="auto">
                  <a:xfrm>
                    <a:off x="2937" y="114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21" name="Line 79"/>
                  <p:cNvSpPr>
                    <a:spLocks noChangeShapeType="1"/>
                  </p:cNvSpPr>
                  <p:nvPr>
                    <p:custDataLst>
                      <p:tags r:id="rId71"/>
                    </p:custDataLst>
                  </p:nvPr>
                </p:nvSpPr>
                <p:spPr bwMode="auto">
                  <a:xfrm>
                    <a:off x="2937" y="82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11" name="Group 80"/>
                  <p:cNvGrpSpPr/>
                  <p:nvPr/>
                </p:nvGrpSpPr>
                <p:grpSpPr bwMode="auto">
                  <a:xfrm>
                    <a:off x="2987" y="698"/>
                    <a:ext cx="2389" cy="2652"/>
                    <a:chOff x="2987" y="698"/>
                    <a:chExt cx="2389" cy="2652"/>
                  </a:xfrm>
                </p:grpSpPr>
                <p:sp>
                  <p:nvSpPr>
                    <p:cNvPr id="35932" name="Line 81"/>
                    <p:cNvSpPr>
                      <a:spLocks noChangeShapeType="1"/>
                    </p:cNvSpPr>
                    <p:nvPr>
                      <p:custDataLst>
                        <p:tags r:id="rId72"/>
                      </p:custDataLst>
                    </p:nvPr>
                  </p:nvSpPr>
                  <p:spPr bwMode="auto">
                    <a:xfrm>
                      <a:off x="2987" y="698"/>
                      <a:ext cx="1" cy="26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5933" name="Line 82"/>
                    <p:cNvSpPr>
                      <a:spLocks noChangeShapeType="1"/>
                    </p:cNvSpPr>
                    <p:nvPr>
                      <p:custDataLst>
                        <p:tags r:id="rId73"/>
                      </p:custDataLst>
                    </p:nvPr>
                  </p:nvSpPr>
                  <p:spPr bwMode="auto">
                    <a:xfrm>
                      <a:off x="2987" y="3349"/>
                      <a:ext cx="2389"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sp>
                <p:nvSpPr>
                  <p:cNvPr id="35923" name="Rectangle 83"/>
                  <p:cNvSpPr>
                    <a:spLocks noChangeArrowheads="1"/>
                  </p:cNvSpPr>
                  <p:nvPr>
                    <p:custDataLst>
                      <p:tags r:id="rId74"/>
                    </p:custDataLst>
                  </p:nvPr>
                </p:nvSpPr>
                <p:spPr bwMode="auto">
                  <a:xfrm>
                    <a:off x="2630" y="3255"/>
                    <a:ext cx="178"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35924" name="Rectangle 84"/>
                  <p:cNvSpPr>
                    <a:spLocks noChangeArrowheads="1"/>
                  </p:cNvSpPr>
                  <p:nvPr>
                    <p:custDataLst>
                      <p:tags r:id="rId75"/>
                    </p:custDataLst>
                  </p:nvPr>
                </p:nvSpPr>
                <p:spPr bwMode="auto">
                  <a:xfrm>
                    <a:off x="2542" y="294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$25</a:t>
                    </a:r>
                    <a:endParaRPr lang="en-US">
                      <a:latin typeface="Arial" panose="020B0604020202020204"/>
                      <a:cs typeface="Arial" panose="020B0604020202020204"/>
                    </a:endParaRPr>
                  </a:p>
                </p:txBody>
              </p:sp>
              <p:sp>
                <p:nvSpPr>
                  <p:cNvPr id="35925" name="Rectangle 85"/>
                  <p:cNvSpPr>
                    <a:spLocks noChangeArrowheads="1"/>
                  </p:cNvSpPr>
                  <p:nvPr>
                    <p:custDataLst>
                      <p:tags r:id="rId76"/>
                    </p:custDataLst>
                  </p:nvPr>
                </p:nvSpPr>
                <p:spPr bwMode="auto">
                  <a:xfrm>
                    <a:off x="2542" y="262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$50</a:t>
                    </a:r>
                    <a:endParaRPr lang="en-US">
                      <a:latin typeface="Arial" panose="020B0604020202020204"/>
                      <a:cs typeface="Arial" panose="020B0604020202020204"/>
                    </a:endParaRPr>
                  </a:p>
                </p:txBody>
              </p:sp>
              <p:sp>
                <p:nvSpPr>
                  <p:cNvPr id="35926" name="Rectangle 86"/>
                  <p:cNvSpPr>
                    <a:spLocks noChangeArrowheads="1"/>
                  </p:cNvSpPr>
                  <p:nvPr>
                    <p:custDataLst>
                      <p:tags r:id="rId77"/>
                    </p:custDataLst>
                  </p:nvPr>
                </p:nvSpPr>
                <p:spPr bwMode="auto">
                  <a:xfrm>
                    <a:off x="2542" y="2309"/>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$75</a:t>
                    </a:r>
                    <a:endParaRPr lang="en-US">
                      <a:latin typeface="Arial" panose="020B0604020202020204"/>
                      <a:cs typeface="Arial" panose="020B0604020202020204"/>
                    </a:endParaRPr>
                  </a:p>
                </p:txBody>
              </p:sp>
              <p:sp>
                <p:nvSpPr>
                  <p:cNvPr id="35927" name="Rectangle 87"/>
                  <p:cNvSpPr>
                    <a:spLocks noChangeArrowheads="1"/>
                  </p:cNvSpPr>
                  <p:nvPr>
                    <p:custDataLst>
                      <p:tags r:id="rId78"/>
                    </p:custDataLst>
                  </p:nvPr>
                </p:nvSpPr>
                <p:spPr bwMode="auto">
                  <a:xfrm>
                    <a:off x="2454" y="1995"/>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$100</a:t>
                    </a:r>
                    <a:endParaRPr lang="en-US">
                      <a:latin typeface="Arial" panose="020B0604020202020204"/>
                      <a:cs typeface="Arial" panose="020B0604020202020204"/>
                    </a:endParaRPr>
                  </a:p>
                </p:txBody>
              </p:sp>
              <p:sp>
                <p:nvSpPr>
                  <p:cNvPr id="35928" name="Rectangle 88"/>
                  <p:cNvSpPr>
                    <a:spLocks noChangeArrowheads="1"/>
                  </p:cNvSpPr>
                  <p:nvPr>
                    <p:custDataLst>
                      <p:tags r:id="rId79"/>
                    </p:custDataLst>
                  </p:nvPr>
                </p:nvSpPr>
                <p:spPr bwMode="auto">
                  <a:xfrm>
                    <a:off x="2454" y="1676"/>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$125</a:t>
                    </a:r>
                    <a:endParaRPr lang="en-US">
                      <a:latin typeface="Arial" panose="020B0604020202020204"/>
                      <a:cs typeface="Arial" panose="020B0604020202020204"/>
                    </a:endParaRPr>
                  </a:p>
                </p:txBody>
              </p:sp>
              <p:sp>
                <p:nvSpPr>
                  <p:cNvPr id="35929" name="Rectangle 89"/>
                  <p:cNvSpPr>
                    <a:spLocks noChangeArrowheads="1"/>
                  </p:cNvSpPr>
                  <p:nvPr>
                    <p:custDataLst>
                      <p:tags r:id="rId80"/>
                    </p:custDataLst>
                  </p:nvPr>
                </p:nvSpPr>
                <p:spPr bwMode="auto">
                  <a:xfrm>
                    <a:off x="2454" y="1362"/>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$150</a:t>
                    </a:r>
                    <a:endParaRPr lang="en-US">
                      <a:latin typeface="Arial" panose="020B0604020202020204"/>
                      <a:cs typeface="Arial" panose="020B0604020202020204"/>
                    </a:endParaRPr>
                  </a:p>
                </p:txBody>
              </p:sp>
              <p:sp>
                <p:nvSpPr>
                  <p:cNvPr id="35930" name="Rectangle 90"/>
                  <p:cNvSpPr>
                    <a:spLocks noChangeArrowheads="1"/>
                  </p:cNvSpPr>
                  <p:nvPr>
                    <p:custDataLst>
                      <p:tags r:id="rId81"/>
                    </p:custDataLst>
                  </p:nvPr>
                </p:nvSpPr>
                <p:spPr bwMode="auto">
                  <a:xfrm>
                    <a:off x="2454" y="104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$175</a:t>
                    </a:r>
                    <a:endParaRPr lang="en-US">
                      <a:latin typeface="Arial" panose="020B0604020202020204"/>
                      <a:cs typeface="Arial" panose="020B0604020202020204"/>
                    </a:endParaRPr>
                  </a:p>
                </p:txBody>
              </p:sp>
              <p:sp>
                <p:nvSpPr>
                  <p:cNvPr id="35931" name="Rectangle 91"/>
                  <p:cNvSpPr>
                    <a:spLocks noChangeArrowheads="1"/>
                  </p:cNvSpPr>
                  <p:nvPr>
                    <p:custDataLst>
                      <p:tags r:id="rId82"/>
                    </p:custDataLst>
                  </p:nvPr>
                </p:nvSpPr>
                <p:spPr bwMode="auto">
                  <a:xfrm>
                    <a:off x="2454" y="72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$200</a:t>
                    </a:r>
                    <a:endParaRPr lang="en-US">
                      <a:latin typeface="Arial" panose="020B0604020202020204"/>
                      <a:cs typeface="Arial" panose="020B0604020202020204"/>
                    </a:endParaRPr>
                  </a:p>
                </p:txBody>
              </p:sp>
            </p:grpSp>
            <p:sp>
              <p:nvSpPr>
                <p:cNvPr id="35903" name="Rectangle 92"/>
                <p:cNvSpPr>
                  <a:spLocks noChangeArrowheads="1"/>
                </p:cNvSpPr>
                <p:nvPr>
                  <p:custDataLst>
                    <p:tags r:id="rId83"/>
                  </p:custDataLst>
                </p:nvPr>
              </p:nvSpPr>
              <p:spPr bwMode="auto">
                <a:xfrm>
                  <a:off x="294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35904" name="Rectangle 93"/>
                <p:cNvSpPr>
                  <a:spLocks noChangeArrowheads="1"/>
                </p:cNvSpPr>
                <p:nvPr>
                  <p:custDataLst>
                    <p:tags r:id="rId84"/>
                  </p:custDataLst>
                </p:nvPr>
              </p:nvSpPr>
              <p:spPr bwMode="auto">
                <a:xfrm>
                  <a:off x="326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35905" name="Rectangle 94"/>
                <p:cNvSpPr>
                  <a:spLocks noChangeArrowheads="1"/>
                </p:cNvSpPr>
                <p:nvPr>
                  <p:custDataLst>
                    <p:tags r:id="rId85"/>
                  </p:custDataLst>
                </p:nvPr>
              </p:nvSpPr>
              <p:spPr bwMode="auto">
                <a:xfrm>
                  <a:off x="358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35906" name="Rectangle 95"/>
                <p:cNvSpPr>
                  <a:spLocks noChangeArrowheads="1"/>
                </p:cNvSpPr>
                <p:nvPr>
                  <p:custDataLst>
                    <p:tags r:id="rId86"/>
                  </p:custDataLst>
                </p:nvPr>
              </p:nvSpPr>
              <p:spPr bwMode="auto">
                <a:xfrm>
                  <a:off x="390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35907" name="Rectangle 96"/>
                <p:cNvSpPr>
                  <a:spLocks noChangeArrowheads="1"/>
                </p:cNvSpPr>
                <p:nvPr>
                  <p:custDataLst>
                    <p:tags r:id="rId87"/>
                  </p:custDataLst>
                </p:nvPr>
              </p:nvSpPr>
              <p:spPr bwMode="auto">
                <a:xfrm>
                  <a:off x="4235"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35908" name="Rectangle 97"/>
                <p:cNvSpPr>
                  <a:spLocks noChangeArrowheads="1"/>
                </p:cNvSpPr>
                <p:nvPr>
                  <p:custDataLst>
                    <p:tags r:id="rId88"/>
                  </p:custDataLst>
                </p:nvPr>
              </p:nvSpPr>
              <p:spPr bwMode="auto">
                <a:xfrm>
                  <a:off x="4554"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35909" name="Rectangle 98"/>
                <p:cNvSpPr>
                  <a:spLocks noChangeArrowheads="1"/>
                </p:cNvSpPr>
                <p:nvPr>
                  <p:custDataLst>
                    <p:tags r:id="rId89"/>
                  </p:custDataLst>
                </p:nvPr>
              </p:nvSpPr>
              <p:spPr bwMode="auto">
                <a:xfrm>
                  <a:off x="488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a:t>
                  </a:r>
                  <a:endParaRPr lang="en-US">
                    <a:latin typeface="Arial" panose="020B0604020202020204"/>
                    <a:cs typeface="Arial" panose="020B0604020202020204"/>
                  </a:endParaRPr>
                </a:p>
              </p:txBody>
            </p:sp>
            <p:sp>
              <p:nvSpPr>
                <p:cNvPr id="35910" name="Rectangle 99"/>
                <p:cNvSpPr>
                  <a:spLocks noChangeArrowheads="1"/>
                </p:cNvSpPr>
                <p:nvPr>
                  <p:custDataLst>
                    <p:tags r:id="rId90"/>
                  </p:custDataLst>
                </p:nvPr>
              </p:nvSpPr>
              <p:spPr bwMode="auto">
                <a:xfrm>
                  <a:off x="520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a:t>
                  </a:r>
                  <a:endParaRPr lang="en-US">
                    <a:latin typeface="Arial" panose="020B0604020202020204"/>
                    <a:cs typeface="Arial" panose="020B0604020202020204"/>
                  </a:endParaRPr>
                </a:p>
              </p:txBody>
            </p:sp>
            <p:sp>
              <p:nvSpPr>
                <p:cNvPr id="35911" name="Rectangle 100"/>
                <p:cNvSpPr>
                  <a:spLocks noChangeArrowheads="1"/>
                </p:cNvSpPr>
                <p:nvPr>
                  <p:custDataLst>
                    <p:tags r:id="rId91"/>
                  </p:custDataLst>
                </p:nvPr>
              </p:nvSpPr>
              <p:spPr bwMode="auto">
                <a:xfrm>
                  <a:off x="4103" y="3751"/>
                  <a:ext cx="138" cy="194"/>
                </a:xfrm>
                <a:prstGeom prst="rect">
                  <a:avLst/>
                </a:prstGeom>
                <a:noFill/>
                <a:ln w="9525">
                  <a:noFill/>
                  <a:miter lim="800000"/>
                </a:ln>
              </p:spPr>
              <p:txBody>
                <a:bodyPr wrap="none" lIns="0" tIns="0" rIns="0" bIns="0">
                  <a:spAutoFit/>
                </a:bodyPr>
                <a:lstStyle/>
                <a:p>
                  <a:r>
                    <a:rPr lang="en-US" sz="2000" b="1" i="1">
                      <a:solidFill>
                        <a:srgbClr val="000000"/>
                      </a:solidFill>
                      <a:latin typeface="Arial" panose="020B0604020202020204"/>
                      <a:cs typeface="Arial" panose="020B0604020202020204"/>
                    </a:rPr>
                    <a:t>Q</a:t>
                  </a:r>
                  <a:endParaRPr lang="en-US">
                    <a:latin typeface="Arial" panose="020B0604020202020204"/>
                    <a:cs typeface="Arial" panose="020B0604020202020204"/>
                  </a:endParaRPr>
                </a:p>
              </p:txBody>
            </p:sp>
            <p:sp>
              <p:nvSpPr>
                <p:cNvPr id="35912" name="Rectangle 101"/>
                <p:cNvSpPr>
                  <a:spLocks noChangeArrowheads="1"/>
                </p:cNvSpPr>
                <p:nvPr>
                  <p:custDataLst>
                    <p:tags r:id="rId92"/>
                  </p:custDataLst>
                </p:nvPr>
              </p:nvSpPr>
              <p:spPr bwMode="auto">
                <a:xfrm rot="-5400000">
                  <a:off x="2089" y="1932"/>
                  <a:ext cx="445" cy="192"/>
                </a:xfrm>
                <a:prstGeom prst="rect">
                  <a:avLst/>
                </a:prstGeom>
                <a:noFill/>
                <a:ln w="9525">
                  <a:noFill/>
                  <a:miter lim="800000"/>
                </a:ln>
              </p:spPr>
              <p:txBody>
                <a:bodyPr wrap="none" lIns="0" tIns="0" rIns="0" bIns="0">
                  <a:spAutoFit/>
                </a:bodyPr>
                <a:lstStyle/>
                <a:p>
                  <a:r>
                    <a:rPr lang="en-US" sz="2000" b="1">
                      <a:solidFill>
                        <a:srgbClr val="000000"/>
                      </a:solidFill>
                      <a:latin typeface="Arial" panose="020B0604020202020204"/>
                      <a:cs typeface="Arial" panose="020B0604020202020204"/>
                    </a:rPr>
                    <a:t>Costs</a:t>
                  </a:r>
                  <a:endParaRPr lang="en-US">
                    <a:latin typeface="Arial" panose="020B0604020202020204"/>
                    <a:cs typeface="Arial" panose="020B0604020202020204"/>
                  </a:endParaRPr>
                </a:p>
              </p:txBody>
            </p:sp>
          </p:grpSp>
          <p:sp>
            <p:nvSpPr>
              <p:cNvPr id="35893" name="Rectangle 102"/>
              <p:cNvSpPr>
                <a:spLocks noChangeArrowheads="1"/>
              </p:cNvSpPr>
              <p:nvPr>
                <p:custDataLst>
                  <p:tags r:id="rId93"/>
                </p:custDataLst>
              </p:nvPr>
            </p:nvSpPr>
            <p:spPr bwMode="auto">
              <a:xfrm>
                <a:off x="2178" y="522"/>
                <a:ext cx="3329" cy="3461"/>
              </a:xfrm>
              <a:prstGeom prst="rect">
                <a:avLst/>
              </a:prstGeom>
              <a:noFill/>
              <a:ln w="0">
                <a:solidFill>
                  <a:srgbClr val="000000"/>
                </a:solidFill>
                <a:miter lim="800000"/>
              </a:ln>
            </p:spPr>
            <p:txBody>
              <a:bodyPr/>
              <a:lstStyle/>
              <a:p>
                <a:endParaRPr lang="en-US">
                  <a:latin typeface="Arial" panose="020B0604020202020204"/>
                  <a:cs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animEffect transition="in" filter="wipe(left)">
                                      <p:cBhvr>
                                        <p:cTn id="7" dur="500"/>
                                        <p:tgtEl>
                                          <p:spTgt spid="92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33197" y="620688"/>
            <a:ext cx="4081780" cy="58356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例</a:t>
            </a:r>
            <a:r>
              <a:rPr lang="zh-CN" altLang="en-US" sz="3200" smtClean="0">
                <a:solidFill>
                  <a:srgbClr val="002060"/>
                </a:solidFill>
                <a:latin typeface="华光中雅_CNKI" panose="02000500000000000000" pitchFamily="2" charset="-122"/>
                <a:ea typeface="华光中雅_CNKI" panose="02000500000000000000" pitchFamily="2" charset="-122"/>
              </a:rPr>
              <a:t>2：所有的成本曲线</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17" name="AutoShape 4"/>
          <p:cNvSpPr>
            <a:spLocks noChangeAspect="1" noChangeArrowheads="1" noTextEdit="1"/>
          </p:cNvSpPr>
          <p:nvPr>
            <p:custDataLst>
              <p:tags r:id="rId2"/>
            </p:custDataLst>
          </p:nvPr>
        </p:nvSpPr>
        <p:spPr bwMode="auto">
          <a:xfrm>
            <a:off x="3408363" y="1130618"/>
            <a:ext cx="5394325" cy="5592762"/>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18" name="Rectangle 5"/>
          <p:cNvSpPr>
            <a:spLocks noChangeArrowheads="1"/>
          </p:cNvSpPr>
          <p:nvPr>
            <p:custDataLst>
              <p:tags r:id="rId3"/>
            </p:custDataLst>
          </p:nvPr>
        </p:nvSpPr>
        <p:spPr bwMode="auto">
          <a:xfrm>
            <a:off x="3584575" y="1306830"/>
            <a:ext cx="5284788" cy="5494338"/>
          </a:xfrm>
          <a:prstGeom prst="rect">
            <a:avLst/>
          </a:prstGeom>
          <a:solidFill>
            <a:srgbClr val="CC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19" name="Rectangle 6"/>
          <p:cNvSpPr>
            <a:spLocks noChangeArrowheads="1"/>
          </p:cNvSpPr>
          <p:nvPr>
            <p:custDataLst>
              <p:tags r:id="rId4"/>
            </p:custDataLst>
          </p:nvPr>
        </p:nvSpPr>
        <p:spPr bwMode="auto">
          <a:xfrm>
            <a:off x="4741863" y="1459230"/>
            <a:ext cx="3792537" cy="4208463"/>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grpSp>
        <p:nvGrpSpPr>
          <p:cNvPr id="20" name="Group 7"/>
          <p:cNvGrpSpPr/>
          <p:nvPr/>
        </p:nvGrpSpPr>
        <p:grpSpPr bwMode="auto">
          <a:xfrm>
            <a:off x="5210175" y="3627755"/>
            <a:ext cx="3632200" cy="1792288"/>
            <a:chOff x="3282" y="2064"/>
            <a:chExt cx="2288" cy="1129"/>
          </a:xfrm>
        </p:grpSpPr>
        <p:sp>
          <p:nvSpPr>
            <p:cNvPr id="21" name="Freeform 8"/>
            <p:cNvSpPr/>
            <p:nvPr>
              <p:custDataLst>
                <p:tags r:id="rId5"/>
              </p:custDataLst>
            </p:nvPr>
          </p:nvSpPr>
          <p:spPr bwMode="auto">
            <a:xfrm>
              <a:off x="3307" y="2089"/>
              <a:ext cx="2263" cy="1104"/>
            </a:xfrm>
            <a:custGeom>
              <a:avLst/>
              <a:gdLst>
                <a:gd name="T0" fmla="*/ 0 w 361"/>
                <a:gd name="T1" fmla="*/ 0 h 176"/>
                <a:gd name="T2" fmla="*/ 503508 w 361"/>
                <a:gd name="T3" fmla="*/ 970730 h 176"/>
                <a:gd name="T4" fmla="*/ 997663 w 361"/>
                <a:gd name="T5" fmla="*/ 1301955 h 176"/>
                <a:gd name="T6" fmla="*/ 1500933 w 361"/>
                <a:gd name="T7" fmla="*/ 1466074 h 176"/>
                <a:gd name="T8" fmla="*/ 1993634 w 361"/>
                <a:gd name="T9" fmla="*/ 1563577 h 176"/>
                <a:gd name="T10" fmla="*/ 2496904 w 361"/>
                <a:gd name="T11" fmla="*/ 1622554 h 176"/>
                <a:gd name="T12" fmla="*/ 2991059 w 361"/>
                <a:gd name="T13" fmla="*/ 1670440 h 176"/>
                <a:gd name="T14" fmla="*/ 3494568 w 361"/>
                <a:gd name="T15" fmla="*/ 1709199 h 176"/>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76"/>
                <a:gd name="T26" fmla="*/ 361 w 361"/>
                <a:gd name="T27" fmla="*/ 176 h 1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76">
                  <a:moveTo>
                    <a:pt x="0" y="0"/>
                  </a:moveTo>
                  <a:lnTo>
                    <a:pt x="52" y="100"/>
                  </a:lnTo>
                  <a:lnTo>
                    <a:pt x="103" y="134"/>
                  </a:lnTo>
                  <a:lnTo>
                    <a:pt x="155" y="151"/>
                  </a:lnTo>
                  <a:lnTo>
                    <a:pt x="206" y="161"/>
                  </a:lnTo>
                  <a:lnTo>
                    <a:pt x="258" y="167"/>
                  </a:lnTo>
                  <a:lnTo>
                    <a:pt x="309" y="172"/>
                  </a:lnTo>
                  <a:lnTo>
                    <a:pt x="361" y="176"/>
                  </a:lnTo>
                </a:path>
              </a:pathLst>
            </a:custGeom>
            <a:noFill/>
            <a:ln w="30163">
              <a:solidFill>
                <a:srgbClr val="003366"/>
              </a:solidFill>
              <a:round/>
            </a:ln>
          </p:spPr>
          <p:txBody>
            <a:bodyPr/>
            <a:lstStyle/>
            <a:p>
              <a:endParaRPr lang="en-US">
                <a:latin typeface="Arial" panose="020B0604020202020204"/>
                <a:cs typeface="Arial" panose="020B0604020202020204"/>
              </a:endParaRPr>
            </a:p>
          </p:txBody>
        </p:sp>
        <p:sp>
          <p:nvSpPr>
            <p:cNvPr id="22" name="Oval 9"/>
            <p:cNvSpPr>
              <a:spLocks noChangeArrowheads="1"/>
            </p:cNvSpPr>
            <p:nvPr>
              <p:custDataLst>
                <p:tags r:id="rId6"/>
              </p:custDataLst>
            </p:nvPr>
          </p:nvSpPr>
          <p:spPr bwMode="auto">
            <a:xfrm>
              <a:off x="3282" y="2064"/>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3" name="Oval 10"/>
            <p:cNvSpPr>
              <a:spLocks noChangeArrowheads="1"/>
            </p:cNvSpPr>
            <p:nvPr>
              <p:custDataLst>
                <p:tags r:id="rId7"/>
              </p:custDataLst>
            </p:nvPr>
          </p:nvSpPr>
          <p:spPr bwMode="auto">
            <a:xfrm>
              <a:off x="3608" y="2691"/>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4" name="Oval 11"/>
            <p:cNvSpPr>
              <a:spLocks noChangeArrowheads="1"/>
            </p:cNvSpPr>
            <p:nvPr>
              <p:custDataLst>
                <p:tags r:id="rId8"/>
              </p:custDataLst>
            </p:nvPr>
          </p:nvSpPr>
          <p:spPr bwMode="auto">
            <a:xfrm>
              <a:off x="3927" y="2904"/>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5" name="Oval 12"/>
            <p:cNvSpPr>
              <a:spLocks noChangeArrowheads="1"/>
            </p:cNvSpPr>
            <p:nvPr>
              <p:custDataLst>
                <p:tags r:id="rId9"/>
              </p:custDataLst>
            </p:nvPr>
          </p:nvSpPr>
          <p:spPr bwMode="auto">
            <a:xfrm>
              <a:off x="4253" y="3011"/>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6" name="Oval 13"/>
            <p:cNvSpPr>
              <a:spLocks noChangeArrowheads="1"/>
            </p:cNvSpPr>
            <p:nvPr>
              <p:custDataLst>
                <p:tags r:id="rId10"/>
              </p:custDataLst>
            </p:nvPr>
          </p:nvSpPr>
          <p:spPr bwMode="auto">
            <a:xfrm>
              <a:off x="4573" y="3074"/>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7" name="Oval 14"/>
            <p:cNvSpPr>
              <a:spLocks noChangeArrowheads="1"/>
            </p:cNvSpPr>
            <p:nvPr>
              <p:custDataLst>
                <p:tags r:id="rId11"/>
              </p:custDataLst>
            </p:nvPr>
          </p:nvSpPr>
          <p:spPr bwMode="auto">
            <a:xfrm>
              <a:off x="4899" y="3111"/>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8" name="Oval 15"/>
            <p:cNvSpPr>
              <a:spLocks noChangeArrowheads="1"/>
            </p:cNvSpPr>
            <p:nvPr>
              <p:custDataLst>
                <p:tags r:id="rId12"/>
              </p:custDataLst>
            </p:nvPr>
          </p:nvSpPr>
          <p:spPr bwMode="auto">
            <a:xfrm>
              <a:off x="5219" y="3143"/>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grpSp>
      <p:grpSp>
        <p:nvGrpSpPr>
          <p:cNvPr id="29" name="Group 16"/>
          <p:cNvGrpSpPr/>
          <p:nvPr/>
        </p:nvGrpSpPr>
        <p:grpSpPr bwMode="auto">
          <a:xfrm>
            <a:off x="5210175" y="3867468"/>
            <a:ext cx="3632200" cy="776287"/>
            <a:chOff x="3282" y="2215"/>
            <a:chExt cx="2288" cy="489"/>
          </a:xfrm>
        </p:grpSpPr>
        <p:sp>
          <p:nvSpPr>
            <p:cNvPr id="30" name="Freeform 17"/>
            <p:cNvSpPr/>
            <p:nvPr>
              <p:custDataLst>
                <p:tags r:id="rId13"/>
              </p:custDataLst>
            </p:nvPr>
          </p:nvSpPr>
          <p:spPr bwMode="auto">
            <a:xfrm>
              <a:off x="3307" y="2215"/>
              <a:ext cx="2263" cy="470"/>
            </a:xfrm>
            <a:custGeom>
              <a:avLst/>
              <a:gdLst>
                <a:gd name="T0" fmla="*/ 0 w 361"/>
                <a:gd name="T1" fmla="*/ 387098 h 75"/>
                <a:gd name="T2" fmla="*/ 503508 w 361"/>
                <a:gd name="T3" fmla="*/ 579798 h 75"/>
                <a:gd name="T4" fmla="*/ 997663 w 361"/>
                <a:gd name="T5" fmla="*/ 715634 h 75"/>
                <a:gd name="T6" fmla="*/ 1500933 w 361"/>
                <a:gd name="T7" fmla="*/ 724746 h 75"/>
                <a:gd name="T8" fmla="*/ 1993634 w 361"/>
                <a:gd name="T9" fmla="*/ 657085 h 75"/>
                <a:gd name="T10" fmla="*/ 2496904 w 361"/>
                <a:gd name="T11" fmla="*/ 512137 h 75"/>
                <a:gd name="T12" fmla="*/ 2991059 w 361"/>
                <a:gd name="T13" fmla="*/ 299246 h 75"/>
                <a:gd name="T14" fmla="*/ 3494568 w 361"/>
                <a:gd name="T15" fmla="*/ 0 h 75"/>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75"/>
                <a:gd name="T26" fmla="*/ 361 w 361"/>
                <a:gd name="T27" fmla="*/ 75 h 7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75">
                  <a:moveTo>
                    <a:pt x="0" y="40"/>
                  </a:moveTo>
                  <a:lnTo>
                    <a:pt x="52" y="60"/>
                  </a:lnTo>
                  <a:lnTo>
                    <a:pt x="103" y="74"/>
                  </a:lnTo>
                  <a:lnTo>
                    <a:pt x="155" y="75"/>
                  </a:lnTo>
                  <a:lnTo>
                    <a:pt x="206" y="68"/>
                  </a:lnTo>
                  <a:lnTo>
                    <a:pt x="258" y="53"/>
                  </a:lnTo>
                  <a:lnTo>
                    <a:pt x="309" y="31"/>
                  </a:lnTo>
                  <a:lnTo>
                    <a:pt x="361" y="0"/>
                  </a:lnTo>
                </a:path>
              </a:pathLst>
            </a:custGeom>
            <a:noFill/>
            <a:ln w="30163">
              <a:solidFill>
                <a:srgbClr val="0000FF"/>
              </a:solidFill>
              <a:round/>
            </a:ln>
          </p:spPr>
          <p:txBody>
            <a:bodyPr/>
            <a:lstStyle/>
            <a:p>
              <a:endParaRPr lang="en-US">
                <a:latin typeface="Arial" panose="020B0604020202020204"/>
                <a:cs typeface="Arial" panose="020B0604020202020204"/>
              </a:endParaRPr>
            </a:p>
          </p:txBody>
        </p:sp>
        <p:sp>
          <p:nvSpPr>
            <p:cNvPr id="31" name="Oval 18"/>
            <p:cNvSpPr>
              <a:spLocks noChangeArrowheads="1"/>
            </p:cNvSpPr>
            <p:nvPr>
              <p:custDataLst>
                <p:tags r:id="rId14"/>
              </p:custDataLst>
            </p:nvPr>
          </p:nvSpPr>
          <p:spPr bwMode="auto">
            <a:xfrm>
              <a:off x="3282" y="2441"/>
              <a:ext cx="44" cy="43"/>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2" name="Oval 19"/>
            <p:cNvSpPr>
              <a:spLocks noChangeArrowheads="1"/>
            </p:cNvSpPr>
            <p:nvPr>
              <p:custDataLst>
                <p:tags r:id="rId15"/>
              </p:custDataLst>
            </p:nvPr>
          </p:nvSpPr>
          <p:spPr bwMode="auto">
            <a:xfrm>
              <a:off x="3608" y="2566"/>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3" name="Oval 20"/>
            <p:cNvSpPr>
              <a:spLocks noChangeArrowheads="1"/>
            </p:cNvSpPr>
            <p:nvPr>
              <p:custDataLst>
                <p:tags r:id="rId16"/>
              </p:custDataLst>
            </p:nvPr>
          </p:nvSpPr>
          <p:spPr bwMode="auto">
            <a:xfrm>
              <a:off x="3927" y="2654"/>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4" name="Oval 21"/>
            <p:cNvSpPr>
              <a:spLocks noChangeArrowheads="1"/>
            </p:cNvSpPr>
            <p:nvPr>
              <p:custDataLst>
                <p:tags r:id="rId17"/>
              </p:custDataLst>
            </p:nvPr>
          </p:nvSpPr>
          <p:spPr bwMode="auto">
            <a:xfrm>
              <a:off x="4253" y="2660"/>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5" name="Oval 22"/>
            <p:cNvSpPr>
              <a:spLocks noChangeArrowheads="1"/>
            </p:cNvSpPr>
            <p:nvPr>
              <p:custDataLst>
                <p:tags r:id="rId18"/>
              </p:custDataLst>
            </p:nvPr>
          </p:nvSpPr>
          <p:spPr bwMode="auto">
            <a:xfrm>
              <a:off x="4573" y="2616"/>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6" name="Oval 23"/>
            <p:cNvSpPr>
              <a:spLocks noChangeArrowheads="1"/>
            </p:cNvSpPr>
            <p:nvPr>
              <p:custDataLst>
                <p:tags r:id="rId19"/>
              </p:custDataLst>
            </p:nvPr>
          </p:nvSpPr>
          <p:spPr bwMode="auto">
            <a:xfrm>
              <a:off x="4899" y="2522"/>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7" name="Oval 24"/>
            <p:cNvSpPr>
              <a:spLocks noChangeArrowheads="1"/>
            </p:cNvSpPr>
            <p:nvPr>
              <p:custDataLst>
                <p:tags r:id="rId20"/>
              </p:custDataLst>
            </p:nvPr>
          </p:nvSpPr>
          <p:spPr bwMode="auto">
            <a:xfrm>
              <a:off x="5219" y="2384"/>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grpSp>
      <p:grpSp>
        <p:nvGrpSpPr>
          <p:cNvPr id="38" name="Group 25"/>
          <p:cNvGrpSpPr/>
          <p:nvPr/>
        </p:nvGrpSpPr>
        <p:grpSpPr bwMode="auto">
          <a:xfrm>
            <a:off x="5210175" y="2225993"/>
            <a:ext cx="3632200" cy="1949450"/>
            <a:chOff x="3282" y="1181"/>
            <a:chExt cx="2288" cy="1228"/>
          </a:xfrm>
        </p:grpSpPr>
        <p:sp>
          <p:nvSpPr>
            <p:cNvPr id="39" name="Freeform 26"/>
            <p:cNvSpPr/>
            <p:nvPr>
              <p:custDataLst>
                <p:tags r:id="rId21"/>
              </p:custDataLst>
            </p:nvPr>
          </p:nvSpPr>
          <p:spPr bwMode="auto">
            <a:xfrm>
              <a:off x="3307" y="1206"/>
              <a:ext cx="2263" cy="1184"/>
            </a:xfrm>
            <a:custGeom>
              <a:avLst/>
              <a:gdLst>
                <a:gd name="T0" fmla="*/ 0 w 361"/>
                <a:gd name="T1" fmla="*/ 0 h 189"/>
                <a:gd name="T2" fmla="*/ 503508 w 361"/>
                <a:gd name="T3" fmla="*/ 1158184 h 189"/>
                <a:gd name="T4" fmla="*/ 997663 w 361"/>
                <a:gd name="T5" fmla="*/ 1611067 h 189"/>
                <a:gd name="T6" fmla="*/ 1500933 w 361"/>
                <a:gd name="T7" fmla="*/ 1794224 h 189"/>
                <a:gd name="T8" fmla="*/ 1993634 w 361"/>
                <a:gd name="T9" fmla="*/ 1823460 h 189"/>
                <a:gd name="T10" fmla="*/ 2496904 w 361"/>
                <a:gd name="T11" fmla="*/ 1746500 h 189"/>
                <a:gd name="T12" fmla="*/ 2991059 w 361"/>
                <a:gd name="T13" fmla="*/ 1581793 h 189"/>
                <a:gd name="T14" fmla="*/ 3494568 w 361"/>
                <a:gd name="T15" fmla="*/ 1312104 h 189"/>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89"/>
                <a:gd name="T26" fmla="*/ 361 w 361"/>
                <a:gd name="T27" fmla="*/ 189 h 1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89">
                  <a:moveTo>
                    <a:pt x="0" y="0"/>
                  </a:moveTo>
                  <a:lnTo>
                    <a:pt x="52" y="120"/>
                  </a:lnTo>
                  <a:lnTo>
                    <a:pt x="103" y="167"/>
                  </a:lnTo>
                  <a:lnTo>
                    <a:pt x="155" y="186"/>
                  </a:lnTo>
                  <a:lnTo>
                    <a:pt x="206" y="189"/>
                  </a:lnTo>
                  <a:lnTo>
                    <a:pt x="258" y="181"/>
                  </a:lnTo>
                  <a:lnTo>
                    <a:pt x="309" y="164"/>
                  </a:lnTo>
                  <a:lnTo>
                    <a:pt x="361" y="136"/>
                  </a:lnTo>
                </a:path>
              </a:pathLst>
            </a:custGeom>
            <a:noFill/>
            <a:ln w="30163">
              <a:solidFill>
                <a:srgbClr val="008000"/>
              </a:solidFill>
              <a:round/>
            </a:ln>
          </p:spPr>
          <p:txBody>
            <a:bodyPr/>
            <a:lstStyle/>
            <a:p>
              <a:endParaRPr lang="en-US">
                <a:latin typeface="Arial" panose="020B0604020202020204"/>
                <a:cs typeface="Arial" panose="020B0604020202020204"/>
              </a:endParaRPr>
            </a:p>
          </p:txBody>
        </p:sp>
        <p:sp>
          <p:nvSpPr>
            <p:cNvPr id="40" name="Oval 27"/>
            <p:cNvSpPr>
              <a:spLocks noChangeArrowheads="1"/>
            </p:cNvSpPr>
            <p:nvPr>
              <p:custDataLst>
                <p:tags r:id="rId22"/>
              </p:custDataLst>
            </p:nvPr>
          </p:nvSpPr>
          <p:spPr bwMode="auto">
            <a:xfrm>
              <a:off x="3282" y="1181"/>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 name="Oval 28"/>
            <p:cNvSpPr>
              <a:spLocks noChangeArrowheads="1"/>
            </p:cNvSpPr>
            <p:nvPr>
              <p:custDataLst>
                <p:tags r:id="rId23"/>
              </p:custDataLst>
            </p:nvPr>
          </p:nvSpPr>
          <p:spPr bwMode="auto">
            <a:xfrm>
              <a:off x="3608" y="1933"/>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2" name="Oval 29"/>
            <p:cNvSpPr>
              <a:spLocks noChangeArrowheads="1"/>
            </p:cNvSpPr>
            <p:nvPr>
              <p:custDataLst>
                <p:tags r:id="rId24"/>
              </p:custDataLst>
            </p:nvPr>
          </p:nvSpPr>
          <p:spPr bwMode="auto">
            <a:xfrm>
              <a:off x="3927" y="2227"/>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3" name="Oval 30"/>
            <p:cNvSpPr>
              <a:spLocks noChangeArrowheads="1"/>
            </p:cNvSpPr>
            <p:nvPr>
              <p:custDataLst>
                <p:tags r:id="rId25"/>
              </p:custDataLst>
            </p:nvPr>
          </p:nvSpPr>
          <p:spPr bwMode="auto">
            <a:xfrm>
              <a:off x="4253" y="2347"/>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4" name="Oval 31"/>
            <p:cNvSpPr>
              <a:spLocks noChangeArrowheads="1"/>
            </p:cNvSpPr>
            <p:nvPr>
              <p:custDataLst>
                <p:tags r:id="rId26"/>
              </p:custDataLst>
            </p:nvPr>
          </p:nvSpPr>
          <p:spPr bwMode="auto">
            <a:xfrm>
              <a:off x="4573" y="236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5" name="Oval 32"/>
            <p:cNvSpPr>
              <a:spLocks noChangeArrowheads="1"/>
            </p:cNvSpPr>
            <p:nvPr>
              <p:custDataLst>
                <p:tags r:id="rId27"/>
              </p:custDataLst>
            </p:nvPr>
          </p:nvSpPr>
          <p:spPr bwMode="auto">
            <a:xfrm>
              <a:off x="4899" y="231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6" name="Oval 33"/>
            <p:cNvSpPr>
              <a:spLocks noChangeArrowheads="1"/>
            </p:cNvSpPr>
            <p:nvPr>
              <p:custDataLst>
                <p:tags r:id="rId28"/>
              </p:custDataLst>
            </p:nvPr>
          </p:nvSpPr>
          <p:spPr bwMode="auto">
            <a:xfrm>
              <a:off x="5219" y="2209"/>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grpSp>
      <p:grpSp>
        <p:nvGrpSpPr>
          <p:cNvPr id="47" name="Group 34"/>
          <p:cNvGrpSpPr/>
          <p:nvPr/>
        </p:nvGrpSpPr>
        <p:grpSpPr bwMode="auto">
          <a:xfrm>
            <a:off x="4960938" y="1657668"/>
            <a:ext cx="3622675" cy="3235325"/>
            <a:chOff x="3125" y="823"/>
            <a:chExt cx="2282" cy="2038"/>
          </a:xfrm>
        </p:grpSpPr>
        <p:sp>
          <p:nvSpPr>
            <p:cNvPr id="48" name="Freeform 35"/>
            <p:cNvSpPr/>
            <p:nvPr>
              <p:custDataLst>
                <p:tags r:id="rId29"/>
              </p:custDataLst>
            </p:nvPr>
          </p:nvSpPr>
          <p:spPr bwMode="auto">
            <a:xfrm>
              <a:off x="3150" y="823"/>
              <a:ext cx="2257" cy="2019"/>
            </a:xfrm>
            <a:custGeom>
              <a:avLst/>
              <a:gdLst>
                <a:gd name="T0" fmla="*/ 0 w 360"/>
                <a:gd name="T1" fmla="*/ 2539570 h 322"/>
                <a:gd name="T2" fmla="*/ 494352 w 360"/>
                <a:gd name="T3" fmla="*/ 2927606 h 322"/>
                <a:gd name="T4" fmla="*/ 998014 w 360"/>
                <a:gd name="T5" fmla="*/ 3120885 h 322"/>
                <a:gd name="T6" fmla="*/ 1490874 w 360"/>
                <a:gd name="T7" fmla="*/ 2927606 h 322"/>
                <a:gd name="T8" fmla="*/ 1996034 w 360"/>
                <a:gd name="T9" fmla="*/ 2539570 h 322"/>
                <a:gd name="T10" fmla="*/ 2488888 w 360"/>
                <a:gd name="T11" fmla="*/ 1958292 h 322"/>
                <a:gd name="T12" fmla="*/ 2992594 w 360"/>
                <a:gd name="T13" fmla="*/ 1173164 h 322"/>
                <a:gd name="T14" fmla="*/ 3486946 w 360"/>
                <a:gd name="T15" fmla="*/ 0 h 322"/>
                <a:gd name="T16" fmla="*/ 0 60000 65536"/>
                <a:gd name="T17" fmla="*/ 0 60000 65536"/>
                <a:gd name="T18" fmla="*/ 0 60000 65536"/>
                <a:gd name="T19" fmla="*/ 0 60000 65536"/>
                <a:gd name="T20" fmla="*/ 0 60000 65536"/>
                <a:gd name="T21" fmla="*/ 0 60000 65536"/>
                <a:gd name="T22" fmla="*/ 0 60000 65536"/>
                <a:gd name="T23" fmla="*/ 0 60000 65536"/>
                <a:gd name="T24" fmla="*/ 0 w 360"/>
                <a:gd name="T25" fmla="*/ 0 h 322"/>
                <a:gd name="T26" fmla="*/ 360 w 360"/>
                <a:gd name="T27" fmla="*/ 322 h 3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0" h="322">
                  <a:moveTo>
                    <a:pt x="0" y="262"/>
                  </a:moveTo>
                  <a:lnTo>
                    <a:pt x="51" y="302"/>
                  </a:lnTo>
                  <a:lnTo>
                    <a:pt x="103" y="322"/>
                  </a:lnTo>
                  <a:lnTo>
                    <a:pt x="154" y="302"/>
                  </a:lnTo>
                  <a:lnTo>
                    <a:pt x="206" y="262"/>
                  </a:lnTo>
                  <a:lnTo>
                    <a:pt x="257" y="202"/>
                  </a:lnTo>
                  <a:lnTo>
                    <a:pt x="309" y="121"/>
                  </a:lnTo>
                  <a:lnTo>
                    <a:pt x="360" y="0"/>
                  </a:lnTo>
                </a:path>
              </a:pathLst>
            </a:custGeom>
            <a:noFill/>
            <a:ln w="30163">
              <a:solidFill>
                <a:srgbClr val="FF6600"/>
              </a:solidFill>
              <a:round/>
            </a:ln>
          </p:spPr>
          <p:txBody>
            <a:bodyPr/>
            <a:lstStyle/>
            <a:p>
              <a:endParaRPr lang="en-US">
                <a:latin typeface="Arial" panose="020B0604020202020204"/>
                <a:cs typeface="Arial" panose="020B0604020202020204"/>
              </a:endParaRPr>
            </a:p>
          </p:txBody>
        </p:sp>
        <p:sp>
          <p:nvSpPr>
            <p:cNvPr id="49" name="Oval 36"/>
            <p:cNvSpPr>
              <a:spLocks noChangeArrowheads="1"/>
            </p:cNvSpPr>
            <p:nvPr>
              <p:custDataLst>
                <p:tags r:id="rId30"/>
              </p:custDataLst>
            </p:nvPr>
          </p:nvSpPr>
          <p:spPr bwMode="auto">
            <a:xfrm>
              <a:off x="3125" y="2441"/>
              <a:ext cx="44" cy="43"/>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0" name="Oval 37"/>
            <p:cNvSpPr>
              <a:spLocks noChangeArrowheads="1"/>
            </p:cNvSpPr>
            <p:nvPr>
              <p:custDataLst>
                <p:tags r:id="rId31"/>
              </p:custDataLst>
            </p:nvPr>
          </p:nvSpPr>
          <p:spPr bwMode="auto">
            <a:xfrm>
              <a:off x="3445" y="2691"/>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1" name="Oval 38"/>
            <p:cNvSpPr>
              <a:spLocks noChangeArrowheads="1"/>
            </p:cNvSpPr>
            <p:nvPr>
              <p:custDataLst>
                <p:tags r:id="rId32"/>
              </p:custDataLst>
            </p:nvPr>
          </p:nvSpPr>
          <p:spPr bwMode="auto">
            <a:xfrm>
              <a:off x="3771" y="2817"/>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2" name="Oval 39"/>
            <p:cNvSpPr>
              <a:spLocks noChangeArrowheads="1"/>
            </p:cNvSpPr>
            <p:nvPr>
              <p:custDataLst>
                <p:tags r:id="rId33"/>
              </p:custDataLst>
            </p:nvPr>
          </p:nvSpPr>
          <p:spPr bwMode="auto">
            <a:xfrm>
              <a:off x="4090" y="2691"/>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3" name="Oval 40"/>
            <p:cNvSpPr>
              <a:spLocks noChangeArrowheads="1"/>
            </p:cNvSpPr>
            <p:nvPr>
              <p:custDataLst>
                <p:tags r:id="rId34"/>
              </p:custDataLst>
            </p:nvPr>
          </p:nvSpPr>
          <p:spPr bwMode="auto">
            <a:xfrm>
              <a:off x="4416" y="2441"/>
              <a:ext cx="44" cy="43"/>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4" name="Oval 41"/>
            <p:cNvSpPr>
              <a:spLocks noChangeArrowheads="1"/>
            </p:cNvSpPr>
            <p:nvPr>
              <p:custDataLst>
                <p:tags r:id="rId35"/>
              </p:custDataLst>
            </p:nvPr>
          </p:nvSpPr>
          <p:spPr bwMode="auto">
            <a:xfrm>
              <a:off x="4736" y="2064"/>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5" name="Oval 42"/>
            <p:cNvSpPr>
              <a:spLocks noChangeArrowheads="1"/>
            </p:cNvSpPr>
            <p:nvPr>
              <p:custDataLst>
                <p:tags r:id="rId36"/>
              </p:custDataLst>
            </p:nvPr>
          </p:nvSpPr>
          <p:spPr bwMode="auto">
            <a:xfrm>
              <a:off x="5062" y="1557"/>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grpSp>
      <p:sp>
        <p:nvSpPr>
          <p:cNvPr id="56" name="Rectangle 43"/>
          <p:cNvSpPr>
            <a:spLocks noChangeArrowheads="1"/>
          </p:cNvSpPr>
          <p:nvPr>
            <p:custDataLst>
              <p:tags r:id="rId37"/>
            </p:custDataLst>
          </p:nvPr>
        </p:nvSpPr>
        <p:spPr bwMode="auto">
          <a:xfrm>
            <a:off x="1135063" y="2357438"/>
            <a:ext cx="1287462" cy="1835150"/>
          </a:xfrm>
          <a:prstGeom prst="rect">
            <a:avLst/>
          </a:prstGeom>
          <a:solidFill>
            <a:srgbClr val="FFFFCC"/>
          </a:solidFill>
          <a:ln w="0">
            <a:solidFill>
              <a:srgbClr val="000000"/>
            </a:solidFill>
            <a:miter lim="800000"/>
          </a:ln>
        </p:spPr>
        <p:txBody>
          <a:bodyPr/>
          <a:lstStyle/>
          <a:p>
            <a:endParaRPr lang="en-US">
              <a:latin typeface="Arial" panose="020B0604020202020204"/>
              <a:cs typeface="Arial" panose="020B0604020202020204"/>
            </a:endParaRPr>
          </a:p>
        </p:txBody>
      </p:sp>
      <p:grpSp>
        <p:nvGrpSpPr>
          <p:cNvPr id="57" name="Group 44"/>
          <p:cNvGrpSpPr/>
          <p:nvPr/>
        </p:nvGrpSpPr>
        <p:grpSpPr bwMode="auto">
          <a:xfrm>
            <a:off x="1227137" y="3278188"/>
            <a:ext cx="1120774" cy="384175"/>
            <a:chOff x="773" y="1522"/>
            <a:chExt cx="706" cy="242"/>
          </a:xfrm>
        </p:grpSpPr>
        <p:sp>
          <p:nvSpPr>
            <p:cNvPr id="58" name="Line 45"/>
            <p:cNvSpPr>
              <a:spLocks noChangeShapeType="1"/>
            </p:cNvSpPr>
            <p:nvPr>
              <p:custDataLst>
                <p:tags r:id="rId38"/>
              </p:custDataLst>
            </p:nvPr>
          </p:nvSpPr>
          <p:spPr bwMode="auto">
            <a:xfrm>
              <a:off x="773" y="1638"/>
              <a:ext cx="202" cy="1"/>
            </a:xfrm>
            <a:prstGeom prst="line">
              <a:avLst/>
            </a:prstGeom>
            <a:noFill/>
            <a:ln w="30163">
              <a:solidFill>
                <a:srgbClr val="003366"/>
              </a:solidFill>
              <a:round/>
            </a:ln>
          </p:spPr>
          <p:txBody>
            <a:bodyPr/>
            <a:lstStyle/>
            <a:p>
              <a:endParaRPr lang="en-US">
                <a:latin typeface="Arial" panose="020B0604020202020204"/>
                <a:cs typeface="Arial" panose="020B0604020202020204"/>
              </a:endParaRPr>
            </a:p>
          </p:txBody>
        </p:sp>
        <p:sp>
          <p:nvSpPr>
            <p:cNvPr id="59" name="Oval 46"/>
            <p:cNvSpPr>
              <a:spLocks noChangeArrowheads="1"/>
            </p:cNvSpPr>
            <p:nvPr>
              <p:custDataLst>
                <p:tags r:id="rId39"/>
              </p:custDataLst>
            </p:nvPr>
          </p:nvSpPr>
          <p:spPr bwMode="auto">
            <a:xfrm>
              <a:off x="845" y="1609"/>
              <a:ext cx="51" cy="51"/>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60" name="Rectangle 47"/>
            <p:cNvSpPr>
              <a:spLocks noChangeArrowheads="1"/>
            </p:cNvSpPr>
            <p:nvPr>
              <p:custDataLst>
                <p:tags r:id="rId40"/>
              </p:custDataLst>
            </p:nvPr>
          </p:nvSpPr>
          <p:spPr bwMode="auto">
            <a:xfrm>
              <a:off x="1025" y="1522"/>
              <a:ext cx="45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AFC</a:t>
              </a:r>
              <a:endParaRPr lang="en-US" sz="2500" i="1">
                <a:latin typeface="Arial" panose="020B0604020202020204"/>
                <a:cs typeface="Arial" panose="020B0604020202020204"/>
              </a:endParaRPr>
            </a:p>
          </p:txBody>
        </p:sp>
      </p:grpSp>
      <p:grpSp>
        <p:nvGrpSpPr>
          <p:cNvPr id="61" name="Group 48"/>
          <p:cNvGrpSpPr/>
          <p:nvPr/>
        </p:nvGrpSpPr>
        <p:grpSpPr bwMode="auto">
          <a:xfrm>
            <a:off x="1227138" y="2852738"/>
            <a:ext cx="1120775" cy="384175"/>
            <a:chOff x="773" y="1797"/>
            <a:chExt cx="706" cy="242"/>
          </a:xfrm>
        </p:grpSpPr>
        <p:sp>
          <p:nvSpPr>
            <p:cNvPr id="62" name="Line 49"/>
            <p:cNvSpPr>
              <a:spLocks noChangeShapeType="1"/>
            </p:cNvSpPr>
            <p:nvPr>
              <p:custDataLst>
                <p:tags r:id="rId41"/>
              </p:custDataLst>
            </p:nvPr>
          </p:nvSpPr>
          <p:spPr bwMode="auto">
            <a:xfrm>
              <a:off x="773" y="1913"/>
              <a:ext cx="202" cy="1"/>
            </a:xfrm>
            <a:prstGeom prst="line">
              <a:avLst/>
            </a:prstGeom>
            <a:noFill/>
            <a:ln w="30163">
              <a:solidFill>
                <a:srgbClr val="0000FF"/>
              </a:solidFill>
              <a:round/>
            </a:ln>
          </p:spPr>
          <p:txBody>
            <a:bodyPr/>
            <a:lstStyle/>
            <a:p>
              <a:endParaRPr lang="en-US">
                <a:latin typeface="Arial" panose="020B0604020202020204"/>
                <a:cs typeface="Arial" panose="020B0604020202020204"/>
              </a:endParaRPr>
            </a:p>
          </p:txBody>
        </p:sp>
        <p:sp>
          <p:nvSpPr>
            <p:cNvPr id="63" name="Oval 50"/>
            <p:cNvSpPr>
              <a:spLocks noChangeArrowheads="1"/>
            </p:cNvSpPr>
            <p:nvPr>
              <p:custDataLst>
                <p:tags r:id="rId42"/>
              </p:custDataLst>
            </p:nvPr>
          </p:nvSpPr>
          <p:spPr bwMode="auto">
            <a:xfrm>
              <a:off x="845" y="1884"/>
              <a:ext cx="51" cy="51"/>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64" name="Rectangle 51"/>
            <p:cNvSpPr>
              <a:spLocks noChangeArrowheads="1"/>
            </p:cNvSpPr>
            <p:nvPr>
              <p:custDataLst>
                <p:tags r:id="rId43"/>
              </p:custDataLst>
            </p:nvPr>
          </p:nvSpPr>
          <p:spPr bwMode="auto">
            <a:xfrm>
              <a:off x="1025" y="1797"/>
              <a:ext cx="45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AVC</a:t>
              </a:r>
              <a:endParaRPr lang="en-US" sz="2500" i="1">
                <a:latin typeface="Arial" panose="020B0604020202020204"/>
                <a:cs typeface="Arial" panose="020B0604020202020204"/>
              </a:endParaRPr>
            </a:p>
          </p:txBody>
        </p:sp>
      </p:grpSp>
      <p:grpSp>
        <p:nvGrpSpPr>
          <p:cNvPr id="65" name="Group 52"/>
          <p:cNvGrpSpPr/>
          <p:nvPr/>
        </p:nvGrpSpPr>
        <p:grpSpPr bwMode="auto">
          <a:xfrm>
            <a:off x="1227138" y="2414588"/>
            <a:ext cx="1096962" cy="384175"/>
            <a:chOff x="773" y="2073"/>
            <a:chExt cx="691" cy="242"/>
          </a:xfrm>
        </p:grpSpPr>
        <p:sp>
          <p:nvSpPr>
            <p:cNvPr id="66" name="Line 53"/>
            <p:cNvSpPr>
              <a:spLocks noChangeShapeType="1"/>
            </p:cNvSpPr>
            <p:nvPr>
              <p:custDataLst>
                <p:tags r:id="rId44"/>
              </p:custDataLst>
            </p:nvPr>
          </p:nvSpPr>
          <p:spPr bwMode="auto">
            <a:xfrm>
              <a:off x="773" y="2190"/>
              <a:ext cx="202" cy="1"/>
            </a:xfrm>
            <a:prstGeom prst="line">
              <a:avLst/>
            </a:prstGeom>
            <a:noFill/>
            <a:ln w="30163">
              <a:solidFill>
                <a:srgbClr val="008000"/>
              </a:solidFill>
              <a:round/>
            </a:ln>
          </p:spPr>
          <p:txBody>
            <a:bodyPr/>
            <a:lstStyle/>
            <a:p>
              <a:endParaRPr lang="en-US">
                <a:latin typeface="Arial" panose="020B0604020202020204"/>
                <a:cs typeface="Arial" panose="020B0604020202020204"/>
              </a:endParaRPr>
            </a:p>
          </p:txBody>
        </p:sp>
        <p:sp>
          <p:nvSpPr>
            <p:cNvPr id="67" name="Oval 54"/>
            <p:cNvSpPr>
              <a:spLocks noChangeArrowheads="1"/>
            </p:cNvSpPr>
            <p:nvPr>
              <p:custDataLst>
                <p:tags r:id="rId45"/>
              </p:custDataLst>
            </p:nvPr>
          </p:nvSpPr>
          <p:spPr bwMode="auto">
            <a:xfrm>
              <a:off x="845" y="2160"/>
              <a:ext cx="51" cy="51"/>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68" name="Rectangle 55"/>
            <p:cNvSpPr>
              <a:spLocks noChangeArrowheads="1"/>
            </p:cNvSpPr>
            <p:nvPr>
              <p:custDataLst>
                <p:tags r:id="rId46"/>
              </p:custDataLst>
            </p:nvPr>
          </p:nvSpPr>
          <p:spPr bwMode="auto">
            <a:xfrm>
              <a:off x="1025" y="2073"/>
              <a:ext cx="439"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ATC</a:t>
              </a:r>
              <a:endParaRPr lang="en-US" sz="2500" i="1">
                <a:latin typeface="Arial" panose="020B0604020202020204"/>
                <a:cs typeface="Arial" panose="020B0604020202020204"/>
              </a:endParaRPr>
            </a:p>
          </p:txBody>
        </p:sp>
      </p:grpSp>
      <p:grpSp>
        <p:nvGrpSpPr>
          <p:cNvPr id="69" name="Group 56"/>
          <p:cNvGrpSpPr/>
          <p:nvPr/>
        </p:nvGrpSpPr>
        <p:grpSpPr bwMode="auto">
          <a:xfrm>
            <a:off x="1227137" y="3727450"/>
            <a:ext cx="977899" cy="384175"/>
            <a:chOff x="773" y="2348"/>
            <a:chExt cx="616" cy="242"/>
          </a:xfrm>
        </p:grpSpPr>
        <p:sp>
          <p:nvSpPr>
            <p:cNvPr id="70" name="Line 57"/>
            <p:cNvSpPr>
              <a:spLocks noChangeShapeType="1"/>
            </p:cNvSpPr>
            <p:nvPr>
              <p:custDataLst>
                <p:tags r:id="rId47"/>
              </p:custDataLst>
            </p:nvPr>
          </p:nvSpPr>
          <p:spPr bwMode="auto">
            <a:xfrm>
              <a:off x="773" y="2465"/>
              <a:ext cx="202" cy="1"/>
            </a:xfrm>
            <a:prstGeom prst="line">
              <a:avLst/>
            </a:prstGeom>
            <a:noFill/>
            <a:ln w="30163">
              <a:solidFill>
                <a:srgbClr val="FF6600"/>
              </a:solidFill>
              <a:round/>
            </a:ln>
          </p:spPr>
          <p:txBody>
            <a:bodyPr/>
            <a:lstStyle/>
            <a:p>
              <a:endParaRPr lang="en-US">
                <a:latin typeface="Arial" panose="020B0604020202020204"/>
                <a:cs typeface="Arial" panose="020B0604020202020204"/>
              </a:endParaRPr>
            </a:p>
          </p:txBody>
        </p:sp>
        <p:sp>
          <p:nvSpPr>
            <p:cNvPr id="71" name="Oval 58"/>
            <p:cNvSpPr>
              <a:spLocks noChangeArrowheads="1"/>
            </p:cNvSpPr>
            <p:nvPr>
              <p:custDataLst>
                <p:tags r:id="rId48"/>
              </p:custDataLst>
            </p:nvPr>
          </p:nvSpPr>
          <p:spPr bwMode="auto">
            <a:xfrm>
              <a:off x="845" y="2436"/>
              <a:ext cx="51" cy="51"/>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72" name="Rectangle 59"/>
            <p:cNvSpPr>
              <a:spLocks noChangeArrowheads="1"/>
            </p:cNvSpPr>
            <p:nvPr>
              <p:custDataLst>
                <p:tags r:id="rId49"/>
              </p:custDataLst>
            </p:nvPr>
          </p:nvSpPr>
          <p:spPr bwMode="auto">
            <a:xfrm>
              <a:off x="1025" y="2348"/>
              <a:ext cx="36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MC</a:t>
              </a:r>
              <a:endParaRPr lang="en-US" sz="2500" i="1">
                <a:latin typeface="Arial" panose="020B0604020202020204"/>
                <a:cs typeface="Arial" panose="020B0604020202020204"/>
              </a:endParaRPr>
            </a:p>
          </p:txBody>
        </p:sp>
      </p:grpSp>
      <p:grpSp>
        <p:nvGrpSpPr>
          <p:cNvPr id="73" name="Group 60"/>
          <p:cNvGrpSpPr/>
          <p:nvPr/>
        </p:nvGrpSpPr>
        <p:grpSpPr bwMode="auto">
          <a:xfrm>
            <a:off x="3584575" y="1306830"/>
            <a:ext cx="5284788" cy="5494338"/>
            <a:chOff x="2178" y="522"/>
            <a:chExt cx="3329" cy="3461"/>
          </a:xfrm>
        </p:grpSpPr>
        <p:grpSp>
          <p:nvGrpSpPr>
            <p:cNvPr id="74" name="Group 61"/>
            <p:cNvGrpSpPr/>
            <p:nvPr/>
          </p:nvGrpSpPr>
          <p:grpSpPr bwMode="auto">
            <a:xfrm>
              <a:off x="2216" y="698"/>
              <a:ext cx="3160" cy="3247"/>
              <a:chOff x="2216" y="698"/>
              <a:chExt cx="3160" cy="3247"/>
            </a:xfrm>
          </p:grpSpPr>
          <p:sp>
            <p:nvSpPr>
              <p:cNvPr id="75" name="Line 62"/>
              <p:cNvSpPr>
                <a:spLocks noChangeShapeType="1"/>
              </p:cNvSpPr>
              <p:nvPr>
                <p:custDataLst>
                  <p:tags r:id="rId50"/>
                </p:custDataLst>
              </p:nvPr>
            </p:nvSpPr>
            <p:spPr bwMode="auto">
              <a:xfrm flipV="1">
                <a:off x="298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6" name="Line 63"/>
              <p:cNvSpPr>
                <a:spLocks noChangeShapeType="1"/>
              </p:cNvSpPr>
              <p:nvPr>
                <p:custDataLst>
                  <p:tags r:id="rId51"/>
                </p:custDataLst>
              </p:nvPr>
            </p:nvSpPr>
            <p:spPr bwMode="auto">
              <a:xfrm flipV="1">
                <a:off x="330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7" name="Line 64"/>
              <p:cNvSpPr>
                <a:spLocks noChangeShapeType="1"/>
              </p:cNvSpPr>
              <p:nvPr>
                <p:custDataLst>
                  <p:tags r:id="rId52"/>
                </p:custDataLst>
              </p:nvPr>
            </p:nvSpPr>
            <p:spPr bwMode="auto">
              <a:xfrm flipV="1">
                <a:off x="363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8" name="Line 65"/>
              <p:cNvSpPr>
                <a:spLocks noChangeShapeType="1"/>
              </p:cNvSpPr>
              <p:nvPr>
                <p:custDataLst>
                  <p:tags r:id="rId53"/>
                </p:custDataLst>
              </p:nvPr>
            </p:nvSpPr>
            <p:spPr bwMode="auto">
              <a:xfrm flipV="1">
                <a:off x="395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9" name="Line 66"/>
              <p:cNvSpPr>
                <a:spLocks noChangeShapeType="1"/>
              </p:cNvSpPr>
              <p:nvPr>
                <p:custDataLst>
                  <p:tags r:id="rId54"/>
                </p:custDataLst>
              </p:nvPr>
            </p:nvSpPr>
            <p:spPr bwMode="auto">
              <a:xfrm flipV="1">
                <a:off x="4279"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0" name="Line 67"/>
              <p:cNvSpPr>
                <a:spLocks noChangeShapeType="1"/>
              </p:cNvSpPr>
              <p:nvPr>
                <p:custDataLst>
                  <p:tags r:id="rId55"/>
                </p:custDataLst>
              </p:nvPr>
            </p:nvSpPr>
            <p:spPr bwMode="auto">
              <a:xfrm flipV="1">
                <a:off x="4598"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1" name="Line 68"/>
              <p:cNvSpPr>
                <a:spLocks noChangeShapeType="1"/>
              </p:cNvSpPr>
              <p:nvPr>
                <p:custDataLst>
                  <p:tags r:id="rId56"/>
                </p:custDataLst>
              </p:nvPr>
            </p:nvSpPr>
            <p:spPr bwMode="auto">
              <a:xfrm flipV="1">
                <a:off x="492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2" name="Line 69"/>
              <p:cNvSpPr>
                <a:spLocks noChangeShapeType="1"/>
              </p:cNvSpPr>
              <p:nvPr>
                <p:custDataLst>
                  <p:tags r:id="rId57"/>
                </p:custDataLst>
              </p:nvPr>
            </p:nvSpPr>
            <p:spPr bwMode="auto">
              <a:xfrm flipV="1">
                <a:off x="524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83" name="Group 70"/>
              <p:cNvGrpSpPr/>
              <p:nvPr/>
            </p:nvGrpSpPr>
            <p:grpSpPr bwMode="auto">
              <a:xfrm>
                <a:off x="2454" y="698"/>
                <a:ext cx="2922" cy="2749"/>
                <a:chOff x="2454" y="698"/>
                <a:chExt cx="2922" cy="2749"/>
              </a:xfrm>
            </p:grpSpPr>
            <p:sp>
              <p:nvSpPr>
                <p:cNvPr id="84" name="Line 71"/>
                <p:cNvSpPr>
                  <a:spLocks noChangeShapeType="1"/>
                </p:cNvSpPr>
                <p:nvPr>
                  <p:custDataLst>
                    <p:tags r:id="rId58"/>
                  </p:custDataLst>
                </p:nvPr>
              </p:nvSpPr>
              <p:spPr bwMode="auto">
                <a:xfrm>
                  <a:off x="2937" y="334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5" name="Line 72"/>
                <p:cNvSpPr>
                  <a:spLocks noChangeShapeType="1"/>
                </p:cNvSpPr>
                <p:nvPr>
                  <p:custDataLst>
                    <p:tags r:id="rId59"/>
                  </p:custDataLst>
                </p:nvPr>
              </p:nvSpPr>
              <p:spPr bwMode="auto">
                <a:xfrm>
                  <a:off x="2937" y="303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6" name="Line 73"/>
                <p:cNvSpPr>
                  <a:spLocks noChangeShapeType="1"/>
                </p:cNvSpPr>
                <p:nvPr>
                  <p:custDataLst>
                    <p:tags r:id="rId60"/>
                  </p:custDataLst>
                </p:nvPr>
              </p:nvSpPr>
              <p:spPr bwMode="auto">
                <a:xfrm>
                  <a:off x="2937" y="271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7" name="Line 74"/>
                <p:cNvSpPr>
                  <a:spLocks noChangeShapeType="1"/>
                </p:cNvSpPr>
                <p:nvPr>
                  <p:custDataLst>
                    <p:tags r:id="rId61"/>
                  </p:custDataLst>
                </p:nvPr>
              </p:nvSpPr>
              <p:spPr bwMode="auto">
                <a:xfrm>
                  <a:off x="2937" y="240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8" name="Line 75"/>
                <p:cNvSpPr>
                  <a:spLocks noChangeShapeType="1"/>
                </p:cNvSpPr>
                <p:nvPr>
                  <p:custDataLst>
                    <p:tags r:id="rId62"/>
                  </p:custDataLst>
                </p:nvPr>
              </p:nvSpPr>
              <p:spPr bwMode="auto">
                <a:xfrm>
                  <a:off x="2937" y="208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9" name="Line 76"/>
                <p:cNvSpPr>
                  <a:spLocks noChangeShapeType="1"/>
                </p:cNvSpPr>
                <p:nvPr>
                  <p:custDataLst>
                    <p:tags r:id="rId63"/>
                  </p:custDataLst>
                </p:nvPr>
              </p:nvSpPr>
              <p:spPr bwMode="auto">
                <a:xfrm>
                  <a:off x="2937" y="1770"/>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0" name="Line 77"/>
                <p:cNvSpPr>
                  <a:spLocks noChangeShapeType="1"/>
                </p:cNvSpPr>
                <p:nvPr>
                  <p:custDataLst>
                    <p:tags r:id="rId64"/>
                  </p:custDataLst>
                </p:nvPr>
              </p:nvSpPr>
              <p:spPr bwMode="auto">
                <a:xfrm>
                  <a:off x="2937" y="145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1" name="Line 78"/>
                <p:cNvSpPr>
                  <a:spLocks noChangeShapeType="1"/>
                </p:cNvSpPr>
                <p:nvPr>
                  <p:custDataLst>
                    <p:tags r:id="rId65"/>
                  </p:custDataLst>
                </p:nvPr>
              </p:nvSpPr>
              <p:spPr bwMode="auto">
                <a:xfrm>
                  <a:off x="2937" y="114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2" name="Line 79"/>
                <p:cNvSpPr>
                  <a:spLocks noChangeShapeType="1"/>
                </p:cNvSpPr>
                <p:nvPr>
                  <p:custDataLst>
                    <p:tags r:id="rId66"/>
                  </p:custDataLst>
                </p:nvPr>
              </p:nvSpPr>
              <p:spPr bwMode="auto">
                <a:xfrm>
                  <a:off x="2937" y="82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93" name="Group 80"/>
                <p:cNvGrpSpPr/>
                <p:nvPr/>
              </p:nvGrpSpPr>
              <p:grpSpPr bwMode="auto">
                <a:xfrm>
                  <a:off x="2987" y="698"/>
                  <a:ext cx="2389" cy="2652"/>
                  <a:chOff x="2987" y="698"/>
                  <a:chExt cx="2389" cy="2652"/>
                </a:xfrm>
              </p:grpSpPr>
              <p:sp>
                <p:nvSpPr>
                  <p:cNvPr id="94" name="Line 81"/>
                  <p:cNvSpPr>
                    <a:spLocks noChangeShapeType="1"/>
                  </p:cNvSpPr>
                  <p:nvPr>
                    <p:custDataLst>
                      <p:tags r:id="rId67"/>
                    </p:custDataLst>
                  </p:nvPr>
                </p:nvSpPr>
                <p:spPr bwMode="auto">
                  <a:xfrm>
                    <a:off x="2987" y="698"/>
                    <a:ext cx="1" cy="26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5" name="Line 82"/>
                  <p:cNvSpPr>
                    <a:spLocks noChangeShapeType="1"/>
                  </p:cNvSpPr>
                  <p:nvPr>
                    <p:custDataLst>
                      <p:tags r:id="rId68"/>
                    </p:custDataLst>
                  </p:nvPr>
                </p:nvSpPr>
                <p:spPr bwMode="auto">
                  <a:xfrm>
                    <a:off x="2987" y="3349"/>
                    <a:ext cx="2389"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sp>
              <p:nvSpPr>
                <p:cNvPr id="96" name="Rectangle 83"/>
                <p:cNvSpPr>
                  <a:spLocks noChangeArrowheads="1"/>
                </p:cNvSpPr>
                <p:nvPr>
                  <p:custDataLst>
                    <p:tags r:id="rId69"/>
                  </p:custDataLst>
                </p:nvPr>
              </p:nvSpPr>
              <p:spPr bwMode="auto">
                <a:xfrm>
                  <a:off x="2630" y="3255"/>
                  <a:ext cx="178"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97" name="Rectangle 84"/>
                <p:cNvSpPr>
                  <a:spLocks noChangeArrowheads="1"/>
                </p:cNvSpPr>
                <p:nvPr>
                  <p:custDataLst>
                    <p:tags r:id="rId70"/>
                  </p:custDataLst>
                </p:nvPr>
              </p:nvSpPr>
              <p:spPr bwMode="auto">
                <a:xfrm>
                  <a:off x="2542" y="294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$25</a:t>
                  </a:r>
                  <a:endParaRPr lang="en-US">
                    <a:latin typeface="Arial" panose="020B0604020202020204"/>
                    <a:cs typeface="Arial" panose="020B0604020202020204"/>
                  </a:endParaRPr>
                </a:p>
              </p:txBody>
            </p:sp>
            <p:sp>
              <p:nvSpPr>
                <p:cNvPr id="98" name="Rectangle 85"/>
                <p:cNvSpPr>
                  <a:spLocks noChangeArrowheads="1"/>
                </p:cNvSpPr>
                <p:nvPr>
                  <p:custDataLst>
                    <p:tags r:id="rId71"/>
                  </p:custDataLst>
                </p:nvPr>
              </p:nvSpPr>
              <p:spPr bwMode="auto">
                <a:xfrm>
                  <a:off x="2542" y="262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$50</a:t>
                  </a:r>
                  <a:endParaRPr lang="en-US">
                    <a:latin typeface="Arial" panose="020B0604020202020204"/>
                    <a:cs typeface="Arial" panose="020B0604020202020204"/>
                  </a:endParaRPr>
                </a:p>
              </p:txBody>
            </p:sp>
            <p:sp>
              <p:nvSpPr>
                <p:cNvPr id="99" name="Rectangle 86"/>
                <p:cNvSpPr>
                  <a:spLocks noChangeArrowheads="1"/>
                </p:cNvSpPr>
                <p:nvPr>
                  <p:custDataLst>
                    <p:tags r:id="rId72"/>
                  </p:custDataLst>
                </p:nvPr>
              </p:nvSpPr>
              <p:spPr bwMode="auto">
                <a:xfrm>
                  <a:off x="2542" y="2309"/>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$75</a:t>
                  </a:r>
                  <a:endParaRPr lang="en-US">
                    <a:latin typeface="Arial" panose="020B0604020202020204"/>
                    <a:cs typeface="Arial" panose="020B0604020202020204"/>
                  </a:endParaRPr>
                </a:p>
              </p:txBody>
            </p:sp>
            <p:sp>
              <p:nvSpPr>
                <p:cNvPr id="100" name="Rectangle 87"/>
                <p:cNvSpPr>
                  <a:spLocks noChangeArrowheads="1"/>
                </p:cNvSpPr>
                <p:nvPr>
                  <p:custDataLst>
                    <p:tags r:id="rId73"/>
                  </p:custDataLst>
                </p:nvPr>
              </p:nvSpPr>
              <p:spPr bwMode="auto">
                <a:xfrm>
                  <a:off x="2454" y="1995"/>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$100</a:t>
                  </a:r>
                  <a:endParaRPr lang="en-US">
                    <a:latin typeface="Arial" panose="020B0604020202020204"/>
                    <a:cs typeface="Arial" panose="020B0604020202020204"/>
                  </a:endParaRPr>
                </a:p>
              </p:txBody>
            </p:sp>
            <p:sp>
              <p:nvSpPr>
                <p:cNvPr id="101" name="Rectangle 88"/>
                <p:cNvSpPr>
                  <a:spLocks noChangeArrowheads="1"/>
                </p:cNvSpPr>
                <p:nvPr>
                  <p:custDataLst>
                    <p:tags r:id="rId74"/>
                  </p:custDataLst>
                </p:nvPr>
              </p:nvSpPr>
              <p:spPr bwMode="auto">
                <a:xfrm>
                  <a:off x="2454" y="1676"/>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$125</a:t>
                  </a:r>
                  <a:endParaRPr lang="en-US">
                    <a:latin typeface="Arial" panose="020B0604020202020204"/>
                    <a:cs typeface="Arial" panose="020B0604020202020204"/>
                  </a:endParaRPr>
                </a:p>
              </p:txBody>
            </p:sp>
            <p:sp>
              <p:nvSpPr>
                <p:cNvPr id="102" name="Rectangle 89"/>
                <p:cNvSpPr>
                  <a:spLocks noChangeArrowheads="1"/>
                </p:cNvSpPr>
                <p:nvPr>
                  <p:custDataLst>
                    <p:tags r:id="rId75"/>
                  </p:custDataLst>
                </p:nvPr>
              </p:nvSpPr>
              <p:spPr bwMode="auto">
                <a:xfrm>
                  <a:off x="2454" y="1362"/>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$150</a:t>
                  </a:r>
                  <a:endParaRPr lang="en-US">
                    <a:latin typeface="Arial" panose="020B0604020202020204"/>
                    <a:cs typeface="Arial" panose="020B0604020202020204"/>
                  </a:endParaRPr>
                </a:p>
              </p:txBody>
            </p:sp>
            <p:sp>
              <p:nvSpPr>
                <p:cNvPr id="103" name="Rectangle 90"/>
                <p:cNvSpPr>
                  <a:spLocks noChangeArrowheads="1"/>
                </p:cNvSpPr>
                <p:nvPr>
                  <p:custDataLst>
                    <p:tags r:id="rId76"/>
                  </p:custDataLst>
                </p:nvPr>
              </p:nvSpPr>
              <p:spPr bwMode="auto">
                <a:xfrm>
                  <a:off x="2454" y="104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$175</a:t>
                  </a:r>
                  <a:endParaRPr lang="en-US">
                    <a:latin typeface="Arial" panose="020B0604020202020204"/>
                    <a:cs typeface="Arial" panose="020B0604020202020204"/>
                  </a:endParaRPr>
                </a:p>
              </p:txBody>
            </p:sp>
            <p:sp>
              <p:nvSpPr>
                <p:cNvPr id="104" name="Rectangle 91"/>
                <p:cNvSpPr>
                  <a:spLocks noChangeArrowheads="1"/>
                </p:cNvSpPr>
                <p:nvPr>
                  <p:custDataLst>
                    <p:tags r:id="rId77"/>
                  </p:custDataLst>
                </p:nvPr>
              </p:nvSpPr>
              <p:spPr bwMode="auto">
                <a:xfrm>
                  <a:off x="2454" y="72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$200</a:t>
                  </a:r>
                  <a:endParaRPr lang="en-US">
                    <a:latin typeface="Arial" panose="020B0604020202020204"/>
                    <a:cs typeface="Arial" panose="020B0604020202020204"/>
                  </a:endParaRPr>
                </a:p>
              </p:txBody>
            </p:sp>
          </p:grpSp>
          <p:sp>
            <p:nvSpPr>
              <p:cNvPr id="105" name="Rectangle 92"/>
              <p:cNvSpPr>
                <a:spLocks noChangeArrowheads="1"/>
              </p:cNvSpPr>
              <p:nvPr>
                <p:custDataLst>
                  <p:tags r:id="rId78"/>
                </p:custDataLst>
              </p:nvPr>
            </p:nvSpPr>
            <p:spPr bwMode="auto">
              <a:xfrm>
                <a:off x="294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106" name="Rectangle 93"/>
              <p:cNvSpPr>
                <a:spLocks noChangeArrowheads="1"/>
              </p:cNvSpPr>
              <p:nvPr>
                <p:custDataLst>
                  <p:tags r:id="rId79"/>
                </p:custDataLst>
              </p:nvPr>
            </p:nvSpPr>
            <p:spPr bwMode="auto">
              <a:xfrm>
                <a:off x="326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107" name="Rectangle 94"/>
              <p:cNvSpPr>
                <a:spLocks noChangeArrowheads="1"/>
              </p:cNvSpPr>
              <p:nvPr>
                <p:custDataLst>
                  <p:tags r:id="rId80"/>
                </p:custDataLst>
              </p:nvPr>
            </p:nvSpPr>
            <p:spPr bwMode="auto">
              <a:xfrm>
                <a:off x="358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108" name="Rectangle 95"/>
              <p:cNvSpPr>
                <a:spLocks noChangeArrowheads="1"/>
              </p:cNvSpPr>
              <p:nvPr>
                <p:custDataLst>
                  <p:tags r:id="rId81"/>
                </p:custDataLst>
              </p:nvPr>
            </p:nvSpPr>
            <p:spPr bwMode="auto">
              <a:xfrm>
                <a:off x="390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109" name="Rectangle 96"/>
              <p:cNvSpPr>
                <a:spLocks noChangeArrowheads="1"/>
              </p:cNvSpPr>
              <p:nvPr>
                <p:custDataLst>
                  <p:tags r:id="rId82"/>
                </p:custDataLst>
              </p:nvPr>
            </p:nvSpPr>
            <p:spPr bwMode="auto">
              <a:xfrm>
                <a:off x="4235"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110" name="Rectangle 97"/>
              <p:cNvSpPr>
                <a:spLocks noChangeArrowheads="1"/>
              </p:cNvSpPr>
              <p:nvPr>
                <p:custDataLst>
                  <p:tags r:id="rId83"/>
                </p:custDataLst>
              </p:nvPr>
            </p:nvSpPr>
            <p:spPr bwMode="auto">
              <a:xfrm>
                <a:off x="4554"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111" name="Rectangle 98"/>
              <p:cNvSpPr>
                <a:spLocks noChangeArrowheads="1"/>
              </p:cNvSpPr>
              <p:nvPr>
                <p:custDataLst>
                  <p:tags r:id="rId84"/>
                </p:custDataLst>
              </p:nvPr>
            </p:nvSpPr>
            <p:spPr bwMode="auto">
              <a:xfrm>
                <a:off x="488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a:t>
                </a:r>
                <a:endParaRPr lang="en-US">
                  <a:latin typeface="Arial" panose="020B0604020202020204"/>
                  <a:cs typeface="Arial" panose="020B0604020202020204"/>
                </a:endParaRPr>
              </a:p>
            </p:txBody>
          </p:sp>
          <p:sp>
            <p:nvSpPr>
              <p:cNvPr id="112" name="Rectangle 99"/>
              <p:cNvSpPr>
                <a:spLocks noChangeArrowheads="1"/>
              </p:cNvSpPr>
              <p:nvPr>
                <p:custDataLst>
                  <p:tags r:id="rId85"/>
                </p:custDataLst>
              </p:nvPr>
            </p:nvSpPr>
            <p:spPr bwMode="auto">
              <a:xfrm>
                <a:off x="520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a:t>
                </a:r>
                <a:endParaRPr lang="en-US">
                  <a:latin typeface="Arial" panose="020B0604020202020204"/>
                  <a:cs typeface="Arial" panose="020B0604020202020204"/>
                </a:endParaRPr>
              </a:p>
            </p:txBody>
          </p:sp>
          <p:sp>
            <p:nvSpPr>
              <p:cNvPr id="113" name="Rectangle 100"/>
              <p:cNvSpPr>
                <a:spLocks noChangeArrowheads="1"/>
              </p:cNvSpPr>
              <p:nvPr>
                <p:custDataLst>
                  <p:tags r:id="rId86"/>
                </p:custDataLst>
              </p:nvPr>
            </p:nvSpPr>
            <p:spPr bwMode="auto">
              <a:xfrm>
                <a:off x="4103" y="3751"/>
                <a:ext cx="138" cy="194"/>
              </a:xfrm>
              <a:prstGeom prst="rect">
                <a:avLst/>
              </a:prstGeom>
              <a:noFill/>
              <a:ln w="9525">
                <a:noFill/>
                <a:miter lim="800000"/>
              </a:ln>
            </p:spPr>
            <p:txBody>
              <a:bodyPr wrap="none" lIns="0" tIns="0" rIns="0" bIns="0">
                <a:spAutoFit/>
              </a:bodyPr>
              <a:lstStyle/>
              <a:p>
                <a:r>
                  <a:rPr lang="en-US" sz="2000" b="1" i="1">
                    <a:solidFill>
                      <a:srgbClr val="000000"/>
                    </a:solidFill>
                    <a:latin typeface="Arial" panose="020B0604020202020204"/>
                    <a:cs typeface="Arial" panose="020B0604020202020204"/>
                  </a:rPr>
                  <a:t>Q</a:t>
                </a:r>
                <a:endParaRPr lang="en-US">
                  <a:latin typeface="Arial" panose="020B0604020202020204"/>
                  <a:cs typeface="Arial" panose="020B0604020202020204"/>
                </a:endParaRPr>
              </a:p>
            </p:txBody>
          </p:sp>
          <p:sp>
            <p:nvSpPr>
              <p:cNvPr id="114" name="Rectangle 101"/>
              <p:cNvSpPr>
                <a:spLocks noChangeArrowheads="1"/>
              </p:cNvSpPr>
              <p:nvPr>
                <p:custDataLst>
                  <p:tags r:id="rId87"/>
                </p:custDataLst>
              </p:nvPr>
            </p:nvSpPr>
            <p:spPr bwMode="auto">
              <a:xfrm rot="-5400000">
                <a:off x="2089" y="1932"/>
                <a:ext cx="445" cy="192"/>
              </a:xfrm>
              <a:prstGeom prst="rect">
                <a:avLst/>
              </a:prstGeom>
              <a:noFill/>
              <a:ln w="9525">
                <a:noFill/>
                <a:miter lim="800000"/>
              </a:ln>
            </p:spPr>
            <p:txBody>
              <a:bodyPr wrap="none" lIns="0" tIns="0" rIns="0" bIns="0">
                <a:spAutoFit/>
              </a:bodyPr>
              <a:lstStyle/>
              <a:p>
                <a:r>
                  <a:rPr lang="en-US" sz="2000" b="1">
                    <a:solidFill>
                      <a:srgbClr val="000000"/>
                    </a:solidFill>
                    <a:latin typeface="Arial" panose="020B0604020202020204"/>
                    <a:cs typeface="Arial" panose="020B0604020202020204"/>
                  </a:rPr>
                  <a:t>Costs</a:t>
                </a:r>
                <a:endParaRPr lang="en-US">
                  <a:latin typeface="Arial" panose="020B0604020202020204"/>
                  <a:cs typeface="Arial" panose="020B0604020202020204"/>
                </a:endParaRPr>
              </a:p>
            </p:txBody>
          </p:sp>
        </p:grpSp>
        <p:sp>
          <p:nvSpPr>
            <p:cNvPr id="115" name="Rectangle 102"/>
            <p:cNvSpPr>
              <a:spLocks noChangeArrowheads="1"/>
            </p:cNvSpPr>
            <p:nvPr>
              <p:custDataLst>
                <p:tags r:id="rId88"/>
              </p:custDataLst>
            </p:nvPr>
          </p:nvSpPr>
          <p:spPr bwMode="auto">
            <a:xfrm>
              <a:off x="2178" y="522"/>
              <a:ext cx="3329" cy="3461"/>
            </a:xfrm>
            <a:prstGeom prst="rect">
              <a:avLst/>
            </a:prstGeom>
            <a:noFill/>
            <a:ln w="0">
              <a:solidFill>
                <a:srgbClr val="000000"/>
              </a:solidFill>
              <a:miter lim="800000"/>
            </a:ln>
          </p:spPr>
          <p:txBody>
            <a:bodyP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500"/>
                                        <p:tgtEl>
                                          <p:spTgt spid="47"/>
                                        </p:tgtEl>
                                      </p:cBhvr>
                                    </p:animEffect>
                                  </p:childTnLst>
                                </p:cTn>
                              </p:par>
                              <p:par>
                                <p:cTn id="24" presetID="10" presetClass="entr" presetSubtype="0" fill="hold" nodeType="with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8" name="TextBox 5"/>
          <p:cNvSpPr txBox="1"/>
          <p:nvPr/>
        </p:nvSpPr>
        <p:spPr>
          <a:xfrm>
            <a:off x="415417" y="620688"/>
            <a:ext cx="3434080" cy="583565"/>
          </a:xfrm>
          <a:prstGeom prst="rect">
            <a:avLst/>
          </a:prstGeom>
          <a:noFill/>
        </p:spPr>
        <p:txBody>
          <a:bodyPr wrap="none" rtlCol="0">
            <a:spAutoFit/>
          </a:bodyPr>
          <a:lstStyle/>
          <a:p>
            <a:pPr algn="l"/>
            <a:r>
              <a:rPr lang="zh-CN" sz="3200">
                <a:solidFill>
                  <a:srgbClr val="002060"/>
                </a:solidFill>
              </a:rPr>
              <a:t>习题：</a:t>
            </a:r>
            <a:r>
              <a:rPr sz="3200">
                <a:solidFill>
                  <a:srgbClr val="002060"/>
                </a:solidFill>
              </a:rPr>
              <a:t>成本的计算</a:t>
            </a:r>
            <a:endParaRPr lang="zh-CN" sz="3200">
              <a:solidFill>
                <a:srgbClr val="002060"/>
              </a:solidFill>
            </a:endParaRPr>
          </a:p>
        </p:txBody>
      </p:sp>
      <p:sp>
        <p:nvSpPr>
          <p:cNvPr id="2" name="TextBox 4"/>
          <p:cNvSpPr txBox="1"/>
          <p:nvPr>
            <p:custDataLst>
              <p:tags r:id="rId2"/>
            </p:custDataLst>
          </p:nvPr>
        </p:nvSpPr>
        <p:spPr>
          <a:xfrm>
            <a:off x="304800" y="6500422"/>
            <a:ext cx="5649433" cy="338554"/>
          </a:xfrm>
          <a:prstGeom prst="rect">
            <a:avLst/>
          </a:prstGeom>
          <a:noFill/>
        </p:spPr>
        <p:txBody>
          <a:bodyPr wrap="square" rtlCol="0">
            <a:spAutoFit/>
          </a:bodyPr>
          <a:lstStyle/>
          <a:p>
            <a:r>
              <a:rPr lang="en-US" sz="800" i="1" dirty="0" smtClean="0">
                <a:solidFill>
                  <a:srgbClr val="777777"/>
                </a:solidFill>
                <a:latin typeface="Times New Roman" panose="02020603050405020304" pitchFamily="18" charset="0"/>
                <a:cs typeface="Times New Roman" panose="02020603050405020304" pitchFamily="18" charset="0"/>
              </a:rPr>
              <a:t>© 2015 </a:t>
            </a:r>
            <a:r>
              <a:rPr lang="en-US" sz="800" i="1" dirty="0" err="1" smtClean="0">
                <a:solidFill>
                  <a:srgbClr val="777777"/>
                </a:solidFill>
                <a:latin typeface="Times New Roman" panose="02020603050405020304" pitchFamily="18" charset="0"/>
                <a:cs typeface="Times New Roman" panose="02020603050405020304" pitchFamily="18" charset="0"/>
              </a:rPr>
              <a:t>Cengage</a:t>
            </a:r>
            <a:r>
              <a:rPr lang="en-US" sz="800" i="1" dirty="0" smtClean="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6" name="Rectangle 145"/>
          <p:cNvSpPr>
            <a:spLocks noChangeArrowheads="1"/>
          </p:cNvSpPr>
          <p:nvPr>
            <p:custDataLst>
              <p:tags r:id="rId3"/>
            </p:custDataLst>
          </p:nvPr>
        </p:nvSpPr>
        <p:spPr bwMode="auto">
          <a:xfrm>
            <a:off x="803275" y="1890713"/>
            <a:ext cx="7920038" cy="4349750"/>
          </a:xfrm>
          <a:prstGeom prst="rect">
            <a:avLst/>
          </a:prstGeom>
          <a:solidFill>
            <a:schemeClr val="bg1"/>
          </a:solidFill>
          <a:ln w="9525">
            <a:noFill/>
            <a:miter lim="800000"/>
          </a:ln>
        </p:spPr>
        <p:txBody>
          <a:bodyPr wrap="none" anchor="ctr"/>
          <a:lstStyle/>
          <a:p>
            <a:endParaRPr lang="en-US">
              <a:latin typeface="Arial" panose="020B0604020202020204"/>
              <a:cs typeface="Arial" panose="020B0604020202020204"/>
            </a:endParaRPr>
          </a:p>
        </p:txBody>
      </p:sp>
      <p:sp>
        <p:nvSpPr>
          <p:cNvPr id="3" name="Rectangle 5"/>
          <p:cNvSpPr>
            <a:spLocks noChangeArrowheads="1"/>
          </p:cNvSpPr>
          <p:nvPr>
            <p:custDataLst>
              <p:tags r:id="rId4"/>
            </p:custDataLst>
          </p:nvPr>
        </p:nvSpPr>
        <p:spPr bwMode="auto">
          <a:xfrm>
            <a:off x="2011363" y="1282700"/>
            <a:ext cx="5467350" cy="546100"/>
          </a:xfrm>
          <a:prstGeom prst="rect">
            <a:avLst/>
          </a:prstGeom>
          <a:noFill/>
          <a:ln w="9525">
            <a:noFill/>
            <a:miter lim="800000"/>
          </a:ln>
        </p:spPr>
        <p:txBody>
          <a:bodyPr/>
          <a:lstStyle/>
          <a:p>
            <a:pPr marL="342900" indent="-342900">
              <a:lnSpc>
                <a:spcPct val="105000"/>
              </a:lnSpc>
              <a:spcBef>
                <a:spcPct val="45000"/>
              </a:spcBef>
              <a:buClr>
                <a:srgbClr val="669900"/>
              </a:buClr>
              <a:buSzPct val="120000"/>
              <a:buFont typeface="Wingdings" panose="05000000000000000000" pitchFamily="2" charset="2"/>
              <a:buNone/>
            </a:pPr>
            <a:r>
              <a:rPr lang="en-US" sz="2600">
                <a:latin typeface="Arial" panose="020B0604020202020204"/>
                <a:cs typeface="Arial" panose="020B0604020202020204"/>
              </a:rPr>
              <a:t>完成下面这个表格空缺的地方 </a:t>
            </a:r>
            <a:endParaRPr lang="en-US" sz="2600">
              <a:latin typeface="Arial" panose="020B0604020202020204"/>
              <a:cs typeface="Arial" panose="020B0604020202020204"/>
            </a:endParaRPr>
          </a:p>
        </p:txBody>
      </p:sp>
      <p:sp>
        <p:nvSpPr>
          <p:cNvPr id="4" name="Rectangle 104"/>
          <p:cNvSpPr>
            <a:spLocks noChangeArrowheads="1"/>
          </p:cNvSpPr>
          <p:nvPr>
            <p:custDataLst>
              <p:tags r:id="rId5"/>
            </p:custDataLst>
          </p:nvPr>
        </p:nvSpPr>
        <p:spPr bwMode="auto">
          <a:xfrm>
            <a:off x="1600200" y="57118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210</a:t>
            </a:r>
            <a:endParaRPr lang="en-US" sz="2500">
              <a:latin typeface="Arial" panose="020B0604020202020204"/>
              <a:cs typeface="Arial" panose="020B0604020202020204"/>
            </a:endParaRPr>
          </a:p>
        </p:txBody>
      </p:sp>
      <p:sp>
        <p:nvSpPr>
          <p:cNvPr id="9" name="Rectangle 102"/>
          <p:cNvSpPr>
            <a:spLocks noChangeArrowheads="1"/>
          </p:cNvSpPr>
          <p:nvPr>
            <p:custDataLst>
              <p:tags r:id="rId6"/>
            </p:custDataLst>
          </p:nvPr>
        </p:nvSpPr>
        <p:spPr bwMode="auto">
          <a:xfrm>
            <a:off x="1600200" y="51657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150</a:t>
            </a:r>
            <a:endParaRPr lang="en-US" sz="2500">
              <a:latin typeface="Arial" panose="020B0604020202020204"/>
              <a:cs typeface="Arial" panose="020B0604020202020204"/>
            </a:endParaRPr>
          </a:p>
        </p:txBody>
      </p:sp>
      <p:sp>
        <p:nvSpPr>
          <p:cNvPr id="10" name="Rectangle 100"/>
          <p:cNvSpPr>
            <a:spLocks noChangeArrowheads="1"/>
          </p:cNvSpPr>
          <p:nvPr>
            <p:custDataLst>
              <p:tags r:id="rId7"/>
            </p:custDataLst>
          </p:nvPr>
        </p:nvSpPr>
        <p:spPr bwMode="auto">
          <a:xfrm>
            <a:off x="1600200" y="46196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100</a:t>
            </a:r>
            <a:endParaRPr lang="en-US" sz="2500">
              <a:latin typeface="Arial" panose="020B0604020202020204"/>
              <a:cs typeface="Arial" panose="020B0604020202020204"/>
            </a:endParaRPr>
          </a:p>
        </p:txBody>
      </p:sp>
      <p:sp>
        <p:nvSpPr>
          <p:cNvPr id="11" name="Rectangle 98"/>
          <p:cNvSpPr>
            <a:spLocks noChangeArrowheads="1"/>
          </p:cNvSpPr>
          <p:nvPr>
            <p:custDataLst>
              <p:tags r:id="rId8"/>
            </p:custDataLst>
          </p:nvPr>
        </p:nvSpPr>
        <p:spPr bwMode="auto">
          <a:xfrm>
            <a:off x="1600200" y="40735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endParaRPr lang="en-US" sz="2500">
              <a:latin typeface="Arial" panose="020B0604020202020204"/>
              <a:cs typeface="Arial" panose="020B0604020202020204"/>
            </a:endParaRPr>
          </a:p>
        </p:txBody>
      </p:sp>
      <p:sp>
        <p:nvSpPr>
          <p:cNvPr id="12" name="Rectangle 96"/>
          <p:cNvSpPr>
            <a:spLocks noChangeArrowheads="1"/>
          </p:cNvSpPr>
          <p:nvPr>
            <p:custDataLst>
              <p:tags r:id="rId9"/>
            </p:custDataLst>
          </p:nvPr>
        </p:nvSpPr>
        <p:spPr bwMode="auto">
          <a:xfrm>
            <a:off x="1600200" y="35274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30</a:t>
            </a:r>
            <a:endParaRPr lang="en-US" sz="2500">
              <a:latin typeface="Arial" panose="020B0604020202020204"/>
              <a:cs typeface="Arial" panose="020B0604020202020204"/>
            </a:endParaRPr>
          </a:p>
        </p:txBody>
      </p:sp>
      <p:sp>
        <p:nvSpPr>
          <p:cNvPr id="13" name="Rectangle 94"/>
          <p:cNvSpPr>
            <a:spLocks noChangeArrowheads="1"/>
          </p:cNvSpPr>
          <p:nvPr>
            <p:custDataLst>
              <p:tags r:id="rId10"/>
            </p:custDataLst>
          </p:nvPr>
        </p:nvSpPr>
        <p:spPr bwMode="auto">
          <a:xfrm>
            <a:off x="1600200" y="29813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14" name="Rectangle 90"/>
          <p:cNvSpPr>
            <a:spLocks noChangeArrowheads="1"/>
          </p:cNvSpPr>
          <p:nvPr>
            <p:custDataLst>
              <p:tags r:id="rId11"/>
            </p:custDataLst>
          </p:nvPr>
        </p:nvSpPr>
        <p:spPr bwMode="auto">
          <a:xfrm>
            <a:off x="1600200" y="18891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VC</a:t>
            </a:r>
            <a:endParaRPr lang="en-US" sz="2500" i="1">
              <a:latin typeface="Arial" panose="020B0604020202020204"/>
              <a:cs typeface="Arial" panose="020B0604020202020204"/>
            </a:endParaRPr>
          </a:p>
        </p:txBody>
      </p:sp>
      <p:sp>
        <p:nvSpPr>
          <p:cNvPr id="15" name="Rectangle 54"/>
          <p:cNvSpPr>
            <a:spLocks noChangeArrowheads="1"/>
          </p:cNvSpPr>
          <p:nvPr>
            <p:custDataLst>
              <p:tags r:id="rId12"/>
            </p:custDataLst>
          </p:nvPr>
        </p:nvSpPr>
        <p:spPr bwMode="auto">
          <a:xfrm>
            <a:off x="6286500" y="57118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43.33</a:t>
            </a:r>
            <a:endParaRPr lang="en-US" sz="2500">
              <a:latin typeface="Arial" panose="020B0604020202020204"/>
              <a:cs typeface="Arial" panose="020B0604020202020204"/>
            </a:endParaRPr>
          </a:p>
        </p:txBody>
      </p:sp>
      <p:sp>
        <p:nvSpPr>
          <p:cNvPr id="16" name="Rectangle 53"/>
          <p:cNvSpPr>
            <a:spLocks noChangeArrowheads="1"/>
          </p:cNvSpPr>
          <p:nvPr>
            <p:custDataLst>
              <p:tags r:id="rId13"/>
            </p:custDataLst>
          </p:nvPr>
        </p:nvSpPr>
        <p:spPr bwMode="auto">
          <a:xfrm>
            <a:off x="5143500" y="57118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35</a:t>
            </a:r>
            <a:endParaRPr lang="en-US" sz="2500">
              <a:latin typeface="Arial" panose="020B0604020202020204"/>
              <a:cs typeface="Arial" panose="020B0604020202020204"/>
            </a:endParaRPr>
          </a:p>
        </p:txBody>
      </p:sp>
      <p:sp>
        <p:nvSpPr>
          <p:cNvPr id="17" name="Rectangle 52"/>
          <p:cNvSpPr>
            <a:spLocks noChangeArrowheads="1"/>
          </p:cNvSpPr>
          <p:nvPr>
            <p:custDataLst>
              <p:tags r:id="rId14"/>
            </p:custDataLst>
          </p:nvPr>
        </p:nvSpPr>
        <p:spPr bwMode="auto">
          <a:xfrm>
            <a:off x="3771900" y="57118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8.33</a:t>
            </a:r>
            <a:endParaRPr lang="en-US" sz="2500">
              <a:latin typeface="Arial" panose="020B0604020202020204"/>
              <a:cs typeface="Arial" panose="020B0604020202020204"/>
            </a:endParaRPr>
          </a:p>
        </p:txBody>
      </p:sp>
      <p:sp>
        <p:nvSpPr>
          <p:cNvPr id="18" name="Rectangle 51"/>
          <p:cNvSpPr>
            <a:spLocks noChangeArrowheads="1"/>
          </p:cNvSpPr>
          <p:nvPr>
            <p:custDataLst>
              <p:tags r:id="rId15"/>
            </p:custDataLst>
          </p:nvPr>
        </p:nvSpPr>
        <p:spPr bwMode="auto">
          <a:xfrm>
            <a:off x="2667000" y="57118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260</a:t>
            </a:r>
            <a:endParaRPr lang="en-US" sz="2500">
              <a:latin typeface="Arial" panose="020B0604020202020204"/>
              <a:cs typeface="Arial" panose="020B0604020202020204"/>
            </a:endParaRPr>
          </a:p>
        </p:txBody>
      </p:sp>
      <p:sp>
        <p:nvSpPr>
          <p:cNvPr id="19" name="Rectangle 50"/>
          <p:cNvSpPr>
            <a:spLocks noChangeArrowheads="1"/>
          </p:cNvSpPr>
          <p:nvPr>
            <p:custDataLst>
              <p:tags r:id="rId16"/>
            </p:custDataLst>
          </p:nvPr>
        </p:nvSpPr>
        <p:spPr bwMode="auto">
          <a:xfrm>
            <a:off x="798513" y="57118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6</a:t>
            </a:r>
            <a:endParaRPr lang="en-US" sz="2500">
              <a:latin typeface="Arial" panose="020B0604020202020204"/>
              <a:cs typeface="Arial" panose="020B0604020202020204"/>
            </a:endParaRPr>
          </a:p>
        </p:txBody>
      </p:sp>
      <p:sp>
        <p:nvSpPr>
          <p:cNvPr id="20" name="Rectangle 47"/>
          <p:cNvSpPr>
            <a:spLocks noChangeArrowheads="1"/>
          </p:cNvSpPr>
          <p:nvPr>
            <p:custDataLst>
              <p:tags r:id="rId17"/>
            </p:custDataLst>
          </p:nvPr>
        </p:nvSpPr>
        <p:spPr bwMode="auto">
          <a:xfrm>
            <a:off x="5143500" y="51657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30</a:t>
            </a:r>
            <a:endParaRPr lang="en-US" sz="2500">
              <a:latin typeface="Arial" panose="020B0604020202020204"/>
              <a:cs typeface="Arial" panose="020B0604020202020204"/>
            </a:endParaRPr>
          </a:p>
        </p:txBody>
      </p:sp>
      <p:sp>
        <p:nvSpPr>
          <p:cNvPr id="21" name="Rectangle 44"/>
          <p:cNvSpPr>
            <a:spLocks noChangeArrowheads="1"/>
          </p:cNvSpPr>
          <p:nvPr>
            <p:custDataLst>
              <p:tags r:id="rId18"/>
            </p:custDataLst>
          </p:nvPr>
        </p:nvSpPr>
        <p:spPr bwMode="auto">
          <a:xfrm>
            <a:off x="798513" y="51657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5</a:t>
            </a:r>
            <a:endParaRPr lang="en-US" sz="2500">
              <a:latin typeface="Arial" panose="020B0604020202020204"/>
              <a:cs typeface="Arial" panose="020B0604020202020204"/>
            </a:endParaRPr>
          </a:p>
        </p:txBody>
      </p:sp>
      <p:sp>
        <p:nvSpPr>
          <p:cNvPr id="22" name="Rectangle 42"/>
          <p:cNvSpPr>
            <a:spLocks noChangeArrowheads="1"/>
          </p:cNvSpPr>
          <p:nvPr>
            <p:custDataLst>
              <p:tags r:id="rId19"/>
            </p:custDataLst>
          </p:nvPr>
        </p:nvSpPr>
        <p:spPr bwMode="auto">
          <a:xfrm>
            <a:off x="6286500" y="46196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37.50</a:t>
            </a:r>
            <a:endParaRPr lang="en-US" sz="2500">
              <a:latin typeface="Arial" panose="020B0604020202020204"/>
              <a:cs typeface="Arial" panose="020B0604020202020204"/>
            </a:endParaRPr>
          </a:p>
        </p:txBody>
      </p:sp>
      <p:sp>
        <p:nvSpPr>
          <p:cNvPr id="23" name="Rectangle 40"/>
          <p:cNvSpPr>
            <a:spLocks noChangeArrowheads="1"/>
          </p:cNvSpPr>
          <p:nvPr>
            <p:custDataLst>
              <p:tags r:id="rId20"/>
            </p:custDataLst>
          </p:nvPr>
        </p:nvSpPr>
        <p:spPr bwMode="auto">
          <a:xfrm>
            <a:off x="3771900" y="46196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12.50</a:t>
            </a:r>
            <a:endParaRPr lang="en-US" sz="2500">
              <a:latin typeface="Arial" panose="020B0604020202020204"/>
              <a:cs typeface="Arial" panose="020B0604020202020204"/>
            </a:endParaRPr>
          </a:p>
        </p:txBody>
      </p:sp>
      <p:sp>
        <p:nvSpPr>
          <p:cNvPr id="24" name="Rectangle 39"/>
          <p:cNvSpPr>
            <a:spLocks noChangeArrowheads="1"/>
          </p:cNvSpPr>
          <p:nvPr>
            <p:custDataLst>
              <p:tags r:id="rId21"/>
            </p:custDataLst>
          </p:nvPr>
        </p:nvSpPr>
        <p:spPr bwMode="auto">
          <a:xfrm>
            <a:off x="2667000" y="46196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150</a:t>
            </a:r>
            <a:endParaRPr lang="en-US" sz="2500">
              <a:latin typeface="Arial" panose="020B0604020202020204"/>
              <a:cs typeface="Arial" panose="020B0604020202020204"/>
            </a:endParaRPr>
          </a:p>
        </p:txBody>
      </p:sp>
      <p:sp>
        <p:nvSpPr>
          <p:cNvPr id="25" name="Rectangle 38"/>
          <p:cNvSpPr>
            <a:spLocks noChangeArrowheads="1"/>
          </p:cNvSpPr>
          <p:nvPr>
            <p:custDataLst>
              <p:tags r:id="rId22"/>
            </p:custDataLst>
          </p:nvPr>
        </p:nvSpPr>
        <p:spPr bwMode="auto">
          <a:xfrm>
            <a:off x="798513" y="46196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4</a:t>
            </a:r>
            <a:endParaRPr lang="en-US" sz="2500">
              <a:latin typeface="Arial" panose="020B0604020202020204"/>
              <a:cs typeface="Arial" panose="020B0604020202020204"/>
            </a:endParaRPr>
          </a:p>
        </p:txBody>
      </p:sp>
      <p:sp>
        <p:nvSpPr>
          <p:cNvPr id="26" name="Rectangle 36"/>
          <p:cNvSpPr>
            <a:spLocks noChangeArrowheads="1"/>
          </p:cNvSpPr>
          <p:nvPr>
            <p:custDataLst>
              <p:tags r:id="rId23"/>
            </p:custDataLst>
          </p:nvPr>
        </p:nvSpPr>
        <p:spPr bwMode="auto">
          <a:xfrm>
            <a:off x="6286500" y="40735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36.67</a:t>
            </a:r>
            <a:endParaRPr lang="en-US" sz="2500">
              <a:latin typeface="Arial" panose="020B0604020202020204"/>
              <a:cs typeface="Arial" panose="020B0604020202020204"/>
            </a:endParaRPr>
          </a:p>
        </p:txBody>
      </p:sp>
      <p:sp>
        <p:nvSpPr>
          <p:cNvPr id="27" name="Rectangle 35"/>
          <p:cNvSpPr>
            <a:spLocks noChangeArrowheads="1"/>
          </p:cNvSpPr>
          <p:nvPr>
            <p:custDataLst>
              <p:tags r:id="rId24"/>
            </p:custDataLst>
          </p:nvPr>
        </p:nvSpPr>
        <p:spPr bwMode="auto">
          <a:xfrm>
            <a:off x="5143500" y="40735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20</a:t>
            </a:r>
            <a:endParaRPr lang="en-US" sz="2500">
              <a:latin typeface="Arial" panose="020B0604020202020204"/>
              <a:cs typeface="Arial" panose="020B0604020202020204"/>
            </a:endParaRPr>
          </a:p>
        </p:txBody>
      </p:sp>
      <p:sp>
        <p:nvSpPr>
          <p:cNvPr id="28" name="Rectangle 34"/>
          <p:cNvSpPr>
            <a:spLocks noChangeArrowheads="1"/>
          </p:cNvSpPr>
          <p:nvPr>
            <p:custDataLst>
              <p:tags r:id="rId25"/>
            </p:custDataLst>
          </p:nvPr>
        </p:nvSpPr>
        <p:spPr bwMode="auto">
          <a:xfrm>
            <a:off x="3771900" y="40735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16.67</a:t>
            </a:r>
            <a:endParaRPr lang="en-US" sz="2500">
              <a:latin typeface="Arial" panose="020B0604020202020204"/>
              <a:cs typeface="Arial" panose="020B0604020202020204"/>
            </a:endParaRPr>
          </a:p>
        </p:txBody>
      </p:sp>
      <p:sp>
        <p:nvSpPr>
          <p:cNvPr id="29" name="Rectangle 32"/>
          <p:cNvSpPr>
            <a:spLocks noChangeArrowheads="1"/>
          </p:cNvSpPr>
          <p:nvPr>
            <p:custDataLst>
              <p:tags r:id="rId26"/>
            </p:custDataLst>
          </p:nvPr>
        </p:nvSpPr>
        <p:spPr bwMode="auto">
          <a:xfrm>
            <a:off x="798513" y="40735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a:t>
            </a:r>
            <a:endParaRPr lang="en-US" sz="2500">
              <a:latin typeface="Arial" panose="020B0604020202020204"/>
              <a:cs typeface="Arial" panose="020B0604020202020204"/>
            </a:endParaRPr>
          </a:p>
        </p:txBody>
      </p:sp>
      <p:sp>
        <p:nvSpPr>
          <p:cNvPr id="30" name="Rectangle 27"/>
          <p:cNvSpPr>
            <a:spLocks noChangeArrowheads="1"/>
          </p:cNvSpPr>
          <p:nvPr>
            <p:custDataLst>
              <p:tags r:id="rId27"/>
            </p:custDataLst>
          </p:nvPr>
        </p:nvSpPr>
        <p:spPr bwMode="auto">
          <a:xfrm>
            <a:off x="2667000" y="35274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80</a:t>
            </a:r>
            <a:endParaRPr lang="en-US" sz="2500">
              <a:latin typeface="Arial" panose="020B0604020202020204"/>
              <a:cs typeface="Arial" panose="020B0604020202020204"/>
            </a:endParaRPr>
          </a:p>
        </p:txBody>
      </p:sp>
      <p:sp>
        <p:nvSpPr>
          <p:cNvPr id="31" name="Rectangle 26"/>
          <p:cNvSpPr>
            <a:spLocks noChangeArrowheads="1"/>
          </p:cNvSpPr>
          <p:nvPr>
            <p:custDataLst>
              <p:tags r:id="rId28"/>
            </p:custDataLst>
          </p:nvPr>
        </p:nvSpPr>
        <p:spPr bwMode="auto">
          <a:xfrm>
            <a:off x="798513" y="35274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a:t>
            </a:r>
            <a:endParaRPr lang="en-US" sz="2500">
              <a:latin typeface="Arial" panose="020B0604020202020204"/>
              <a:cs typeface="Arial" panose="020B0604020202020204"/>
            </a:endParaRPr>
          </a:p>
        </p:txBody>
      </p:sp>
      <p:sp>
        <p:nvSpPr>
          <p:cNvPr id="32" name="Rectangle 24"/>
          <p:cNvSpPr>
            <a:spLocks noChangeArrowheads="1"/>
          </p:cNvSpPr>
          <p:nvPr>
            <p:custDataLst>
              <p:tags r:id="rId29"/>
            </p:custDataLst>
          </p:nvPr>
        </p:nvSpPr>
        <p:spPr bwMode="auto">
          <a:xfrm>
            <a:off x="6286500" y="29813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60.00</a:t>
            </a:r>
            <a:endParaRPr lang="en-US" sz="2500">
              <a:latin typeface="Arial" panose="020B0604020202020204"/>
              <a:cs typeface="Arial" panose="020B0604020202020204"/>
            </a:endParaRPr>
          </a:p>
        </p:txBody>
      </p:sp>
      <p:sp>
        <p:nvSpPr>
          <p:cNvPr id="33" name="Rectangle 23"/>
          <p:cNvSpPr>
            <a:spLocks noChangeArrowheads="1"/>
          </p:cNvSpPr>
          <p:nvPr>
            <p:custDataLst>
              <p:tags r:id="rId30"/>
            </p:custDataLst>
          </p:nvPr>
        </p:nvSpPr>
        <p:spPr bwMode="auto">
          <a:xfrm>
            <a:off x="5143500" y="29813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34" name="Rectangle 20"/>
          <p:cNvSpPr>
            <a:spLocks noChangeArrowheads="1"/>
          </p:cNvSpPr>
          <p:nvPr>
            <p:custDataLst>
              <p:tags r:id="rId31"/>
            </p:custDataLst>
          </p:nvPr>
        </p:nvSpPr>
        <p:spPr bwMode="auto">
          <a:xfrm>
            <a:off x="798513" y="29813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a:t>
            </a:r>
            <a:endParaRPr lang="en-US" sz="2500">
              <a:latin typeface="Arial" panose="020B0604020202020204"/>
              <a:cs typeface="Arial" panose="020B0604020202020204"/>
            </a:endParaRPr>
          </a:p>
        </p:txBody>
      </p:sp>
      <p:sp>
        <p:nvSpPr>
          <p:cNvPr id="35" name="Rectangle 18"/>
          <p:cNvSpPr>
            <a:spLocks noChangeArrowheads="1"/>
          </p:cNvSpPr>
          <p:nvPr>
            <p:custDataLst>
              <p:tags r:id="rId32"/>
            </p:custDataLst>
          </p:nvPr>
        </p:nvSpPr>
        <p:spPr bwMode="auto">
          <a:xfrm>
            <a:off x="6286500" y="24352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n/a</a:t>
            </a:r>
            <a:endParaRPr lang="en-US" sz="2500" i="1">
              <a:latin typeface="Arial" panose="020B0604020202020204"/>
              <a:cs typeface="Arial" panose="020B0604020202020204"/>
            </a:endParaRPr>
          </a:p>
        </p:txBody>
      </p:sp>
      <p:sp>
        <p:nvSpPr>
          <p:cNvPr id="36" name="Rectangle 17"/>
          <p:cNvSpPr>
            <a:spLocks noChangeArrowheads="1"/>
          </p:cNvSpPr>
          <p:nvPr>
            <p:custDataLst>
              <p:tags r:id="rId33"/>
            </p:custDataLst>
          </p:nvPr>
        </p:nvSpPr>
        <p:spPr bwMode="auto">
          <a:xfrm>
            <a:off x="5143500" y="24352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n/a</a:t>
            </a:r>
            <a:endParaRPr lang="en-US" sz="2500" i="1">
              <a:latin typeface="Arial" panose="020B0604020202020204"/>
              <a:cs typeface="Arial" panose="020B0604020202020204"/>
            </a:endParaRPr>
          </a:p>
        </p:txBody>
      </p:sp>
      <p:sp>
        <p:nvSpPr>
          <p:cNvPr id="37" name="Rectangle 16"/>
          <p:cNvSpPr>
            <a:spLocks noChangeArrowheads="1"/>
          </p:cNvSpPr>
          <p:nvPr>
            <p:custDataLst>
              <p:tags r:id="rId34"/>
            </p:custDataLst>
          </p:nvPr>
        </p:nvSpPr>
        <p:spPr bwMode="auto">
          <a:xfrm>
            <a:off x="3771900" y="24352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n/a</a:t>
            </a:r>
            <a:endParaRPr lang="en-US" sz="2500" i="1">
              <a:latin typeface="Arial" panose="020B0604020202020204"/>
              <a:cs typeface="Arial" panose="020B0604020202020204"/>
            </a:endParaRPr>
          </a:p>
        </p:txBody>
      </p:sp>
      <p:sp>
        <p:nvSpPr>
          <p:cNvPr id="38" name="Rectangle 15"/>
          <p:cNvSpPr>
            <a:spLocks noChangeArrowheads="1"/>
          </p:cNvSpPr>
          <p:nvPr>
            <p:custDataLst>
              <p:tags r:id="rId35"/>
            </p:custDataLst>
          </p:nvPr>
        </p:nvSpPr>
        <p:spPr bwMode="auto">
          <a:xfrm>
            <a:off x="2667000" y="24352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50</a:t>
            </a:r>
            <a:endParaRPr lang="en-US" sz="2500">
              <a:latin typeface="Arial" panose="020B0604020202020204"/>
              <a:cs typeface="Arial" panose="020B0604020202020204"/>
            </a:endParaRPr>
          </a:p>
        </p:txBody>
      </p:sp>
      <p:sp>
        <p:nvSpPr>
          <p:cNvPr id="39" name="Rectangle 14"/>
          <p:cNvSpPr>
            <a:spLocks noChangeArrowheads="1"/>
          </p:cNvSpPr>
          <p:nvPr>
            <p:custDataLst>
              <p:tags r:id="rId36"/>
            </p:custDataLst>
          </p:nvPr>
        </p:nvSpPr>
        <p:spPr bwMode="auto">
          <a:xfrm>
            <a:off x="798513" y="24352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0</a:t>
            </a:r>
            <a:endParaRPr lang="en-US" sz="2500">
              <a:latin typeface="Arial" panose="020B0604020202020204"/>
              <a:cs typeface="Arial" panose="020B0604020202020204"/>
            </a:endParaRPr>
          </a:p>
        </p:txBody>
      </p:sp>
      <p:sp>
        <p:nvSpPr>
          <p:cNvPr id="40" name="Rectangle 13"/>
          <p:cNvSpPr>
            <a:spLocks noChangeArrowheads="1"/>
          </p:cNvSpPr>
          <p:nvPr>
            <p:custDataLst>
              <p:tags r:id="rId37"/>
            </p:custDataLst>
          </p:nvPr>
        </p:nvSpPr>
        <p:spPr bwMode="auto">
          <a:xfrm>
            <a:off x="7721600" y="1889125"/>
            <a:ext cx="10033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MC</a:t>
            </a:r>
            <a:endParaRPr lang="en-US" sz="2500" i="1">
              <a:latin typeface="Arial" panose="020B0604020202020204"/>
              <a:cs typeface="Arial" panose="020B0604020202020204"/>
            </a:endParaRPr>
          </a:p>
        </p:txBody>
      </p:sp>
      <p:sp>
        <p:nvSpPr>
          <p:cNvPr id="41" name="Rectangle 12"/>
          <p:cNvSpPr>
            <a:spLocks noChangeArrowheads="1"/>
          </p:cNvSpPr>
          <p:nvPr>
            <p:custDataLst>
              <p:tags r:id="rId38"/>
            </p:custDataLst>
          </p:nvPr>
        </p:nvSpPr>
        <p:spPr bwMode="auto">
          <a:xfrm>
            <a:off x="6286500" y="18891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ATC</a:t>
            </a:r>
            <a:endParaRPr lang="en-US" sz="2500" i="1">
              <a:latin typeface="Arial" panose="020B0604020202020204"/>
              <a:cs typeface="Arial" panose="020B0604020202020204"/>
            </a:endParaRPr>
          </a:p>
        </p:txBody>
      </p:sp>
      <p:sp>
        <p:nvSpPr>
          <p:cNvPr id="42" name="Rectangle 11"/>
          <p:cNvSpPr>
            <a:spLocks noChangeArrowheads="1"/>
          </p:cNvSpPr>
          <p:nvPr>
            <p:custDataLst>
              <p:tags r:id="rId39"/>
            </p:custDataLst>
          </p:nvPr>
        </p:nvSpPr>
        <p:spPr bwMode="auto">
          <a:xfrm>
            <a:off x="5143500" y="18891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AVC</a:t>
            </a:r>
            <a:endParaRPr lang="en-US" sz="2500" i="1">
              <a:latin typeface="Arial" panose="020B0604020202020204"/>
              <a:cs typeface="Arial" panose="020B0604020202020204"/>
            </a:endParaRPr>
          </a:p>
        </p:txBody>
      </p:sp>
      <p:sp>
        <p:nvSpPr>
          <p:cNvPr id="43" name="Rectangle 10"/>
          <p:cNvSpPr>
            <a:spLocks noChangeArrowheads="1"/>
          </p:cNvSpPr>
          <p:nvPr>
            <p:custDataLst>
              <p:tags r:id="rId40"/>
            </p:custDataLst>
          </p:nvPr>
        </p:nvSpPr>
        <p:spPr bwMode="auto">
          <a:xfrm>
            <a:off x="3771900" y="18891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AFC</a:t>
            </a:r>
            <a:endParaRPr lang="en-US" sz="2500" i="1">
              <a:latin typeface="Arial" panose="020B0604020202020204"/>
              <a:cs typeface="Arial" panose="020B0604020202020204"/>
            </a:endParaRPr>
          </a:p>
        </p:txBody>
      </p:sp>
      <p:sp>
        <p:nvSpPr>
          <p:cNvPr id="44" name="Rectangle 9"/>
          <p:cNvSpPr>
            <a:spLocks noChangeArrowheads="1"/>
          </p:cNvSpPr>
          <p:nvPr>
            <p:custDataLst>
              <p:tags r:id="rId41"/>
            </p:custDataLst>
          </p:nvPr>
        </p:nvSpPr>
        <p:spPr bwMode="auto">
          <a:xfrm>
            <a:off x="2667000" y="18891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TC</a:t>
            </a:r>
            <a:endParaRPr lang="en-US" sz="2500" i="1">
              <a:latin typeface="Arial" panose="020B0604020202020204"/>
              <a:cs typeface="Arial" panose="020B0604020202020204"/>
            </a:endParaRPr>
          </a:p>
        </p:txBody>
      </p:sp>
      <p:sp>
        <p:nvSpPr>
          <p:cNvPr id="45" name="Rectangle 8"/>
          <p:cNvSpPr>
            <a:spLocks noChangeArrowheads="1"/>
          </p:cNvSpPr>
          <p:nvPr>
            <p:custDataLst>
              <p:tags r:id="rId42"/>
            </p:custDataLst>
          </p:nvPr>
        </p:nvSpPr>
        <p:spPr bwMode="auto">
          <a:xfrm>
            <a:off x="798513" y="18891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46" name="Line 68"/>
          <p:cNvSpPr>
            <a:spLocks noChangeShapeType="1"/>
          </p:cNvSpPr>
          <p:nvPr>
            <p:custDataLst>
              <p:tags r:id="rId43"/>
            </p:custDataLst>
          </p:nvPr>
        </p:nvSpPr>
        <p:spPr bwMode="auto">
          <a:xfrm>
            <a:off x="798513" y="1889125"/>
            <a:ext cx="7926387" cy="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47" name="Line 69"/>
          <p:cNvSpPr>
            <a:spLocks noChangeShapeType="1"/>
          </p:cNvSpPr>
          <p:nvPr>
            <p:custDataLst>
              <p:tags r:id="rId44"/>
            </p:custDataLst>
          </p:nvPr>
        </p:nvSpPr>
        <p:spPr bwMode="auto">
          <a:xfrm>
            <a:off x="798513" y="24352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48" name="Line 70"/>
          <p:cNvSpPr>
            <a:spLocks noChangeShapeType="1"/>
          </p:cNvSpPr>
          <p:nvPr>
            <p:custDataLst>
              <p:tags r:id="rId45"/>
            </p:custDataLst>
          </p:nvPr>
        </p:nvSpPr>
        <p:spPr bwMode="auto">
          <a:xfrm>
            <a:off x="798513" y="29813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49" name="Line 71"/>
          <p:cNvSpPr>
            <a:spLocks noChangeShapeType="1"/>
          </p:cNvSpPr>
          <p:nvPr>
            <p:custDataLst>
              <p:tags r:id="rId46"/>
            </p:custDataLst>
          </p:nvPr>
        </p:nvSpPr>
        <p:spPr bwMode="auto">
          <a:xfrm>
            <a:off x="798513" y="35274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0" name="Line 72"/>
          <p:cNvSpPr>
            <a:spLocks noChangeShapeType="1"/>
          </p:cNvSpPr>
          <p:nvPr>
            <p:custDataLst>
              <p:tags r:id="rId47"/>
            </p:custDataLst>
          </p:nvPr>
        </p:nvSpPr>
        <p:spPr bwMode="auto">
          <a:xfrm>
            <a:off x="798513" y="40735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1" name="Line 73"/>
          <p:cNvSpPr>
            <a:spLocks noChangeShapeType="1"/>
          </p:cNvSpPr>
          <p:nvPr>
            <p:custDataLst>
              <p:tags r:id="rId48"/>
            </p:custDataLst>
          </p:nvPr>
        </p:nvSpPr>
        <p:spPr bwMode="auto">
          <a:xfrm>
            <a:off x="798513" y="46196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2" name="Line 74"/>
          <p:cNvSpPr>
            <a:spLocks noChangeShapeType="1"/>
          </p:cNvSpPr>
          <p:nvPr>
            <p:custDataLst>
              <p:tags r:id="rId49"/>
            </p:custDataLst>
          </p:nvPr>
        </p:nvSpPr>
        <p:spPr bwMode="auto">
          <a:xfrm>
            <a:off x="798513" y="51657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3" name="Line 75"/>
          <p:cNvSpPr>
            <a:spLocks noChangeShapeType="1"/>
          </p:cNvSpPr>
          <p:nvPr>
            <p:custDataLst>
              <p:tags r:id="rId50"/>
            </p:custDataLst>
          </p:nvPr>
        </p:nvSpPr>
        <p:spPr bwMode="auto">
          <a:xfrm>
            <a:off x="798513" y="57118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4" name="Line 78"/>
          <p:cNvSpPr>
            <a:spLocks noChangeShapeType="1"/>
          </p:cNvSpPr>
          <p:nvPr>
            <p:custDataLst>
              <p:tags r:id="rId51"/>
            </p:custDataLst>
          </p:nvPr>
        </p:nvSpPr>
        <p:spPr bwMode="auto">
          <a:xfrm>
            <a:off x="798513" y="6257925"/>
            <a:ext cx="7926387" cy="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55" name="Line 79"/>
          <p:cNvSpPr>
            <a:spLocks noChangeShapeType="1"/>
          </p:cNvSpPr>
          <p:nvPr>
            <p:custDataLst>
              <p:tags r:id="rId52"/>
            </p:custDataLst>
          </p:nvPr>
        </p:nvSpPr>
        <p:spPr bwMode="auto">
          <a:xfrm>
            <a:off x="798513" y="1889125"/>
            <a:ext cx="0" cy="436880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56" name="Line 80"/>
          <p:cNvSpPr>
            <a:spLocks noChangeShapeType="1"/>
          </p:cNvSpPr>
          <p:nvPr>
            <p:custDataLst>
              <p:tags r:id="rId53"/>
            </p:custDataLst>
          </p:nvPr>
        </p:nvSpPr>
        <p:spPr bwMode="auto">
          <a:xfrm>
            <a:off x="16002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7" name="Line 81"/>
          <p:cNvSpPr>
            <a:spLocks noChangeShapeType="1"/>
          </p:cNvSpPr>
          <p:nvPr>
            <p:custDataLst>
              <p:tags r:id="rId54"/>
            </p:custDataLst>
          </p:nvPr>
        </p:nvSpPr>
        <p:spPr bwMode="auto">
          <a:xfrm>
            <a:off x="37719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8" name="Line 82"/>
          <p:cNvSpPr>
            <a:spLocks noChangeShapeType="1"/>
          </p:cNvSpPr>
          <p:nvPr>
            <p:custDataLst>
              <p:tags r:id="rId55"/>
            </p:custDataLst>
          </p:nvPr>
        </p:nvSpPr>
        <p:spPr bwMode="auto">
          <a:xfrm>
            <a:off x="51435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59" name="Line 83"/>
          <p:cNvSpPr>
            <a:spLocks noChangeShapeType="1"/>
          </p:cNvSpPr>
          <p:nvPr>
            <p:custDataLst>
              <p:tags r:id="rId56"/>
            </p:custDataLst>
          </p:nvPr>
        </p:nvSpPr>
        <p:spPr bwMode="auto">
          <a:xfrm>
            <a:off x="62865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0" name="Line 84"/>
          <p:cNvSpPr>
            <a:spLocks noChangeShapeType="1"/>
          </p:cNvSpPr>
          <p:nvPr>
            <p:custDataLst>
              <p:tags r:id="rId57"/>
            </p:custDataLst>
          </p:nvPr>
        </p:nvSpPr>
        <p:spPr bwMode="auto">
          <a:xfrm>
            <a:off x="77216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1" name="Line 85"/>
          <p:cNvSpPr>
            <a:spLocks noChangeShapeType="1"/>
          </p:cNvSpPr>
          <p:nvPr>
            <p:custDataLst>
              <p:tags r:id="rId58"/>
            </p:custDataLst>
          </p:nvPr>
        </p:nvSpPr>
        <p:spPr bwMode="auto">
          <a:xfrm>
            <a:off x="8724900" y="1889125"/>
            <a:ext cx="0" cy="436880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62" name="Line 91"/>
          <p:cNvSpPr>
            <a:spLocks noChangeShapeType="1"/>
          </p:cNvSpPr>
          <p:nvPr>
            <p:custDataLst>
              <p:tags r:id="rId59"/>
            </p:custDataLst>
          </p:nvPr>
        </p:nvSpPr>
        <p:spPr bwMode="auto">
          <a:xfrm>
            <a:off x="2667000" y="1889125"/>
            <a:ext cx="0" cy="436880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63" name="Rectangle 55"/>
          <p:cNvSpPr>
            <a:spLocks noChangeArrowheads="1"/>
          </p:cNvSpPr>
          <p:nvPr>
            <p:custDataLst>
              <p:tags r:id="rId60"/>
            </p:custDataLst>
          </p:nvPr>
        </p:nvSpPr>
        <p:spPr bwMode="auto">
          <a:xfrm>
            <a:off x="7721600" y="54229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60</a:t>
            </a:r>
            <a:endParaRPr lang="en-US" sz="2500">
              <a:latin typeface="Arial" panose="020B0604020202020204"/>
              <a:cs typeface="Arial" panose="020B0604020202020204"/>
            </a:endParaRPr>
          </a:p>
        </p:txBody>
      </p:sp>
      <p:sp>
        <p:nvSpPr>
          <p:cNvPr id="64" name="Rectangle 49"/>
          <p:cNvSpPr>
            <a:spLocks noChangeArrowheads="1"/>
          </p:cNvSpPr>
          <p:nvPr>
            <p:custDataLst>
              <p:tags r:id="rId61"/>
            </p:custDataLst>
          </p:nvPr>
        </p:nvSpPr>
        <p:spPr bwMode="auto">
          <a:xfrm>
            <a:off x="7721600" y="48768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endParaRPr lang="en-US" sz="2500">
              <a:latin typeface="Arial" panose="020B0604020202020204"/>
              <a:cs typeface="Arial" panose="020B0604020202020204"/>
            </a:endParaRPr>
          </a:p>
        </p:txBody>
      </p:sp>
      <p:sp>
        <p:nvSpPr>
          <p:cNvPr id="65" name="Rectangle 43"/>
          <p:cNvSpPr>
            <a:spLocks noChangeArrowheads="1"/>
          </p:cNvSpPr>
          <p:nvPr>
            <p:custDataLst>
              <p:tags r:id="rId62"/>
            </p:custDataLst>
          </p:nvPr>
        </p:nvSpPr>
        <p:spPr bwMode="auto">
          <a:xfrm>
            <a:off x="7721600" y="43307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endParaRPr lang="en-US" sz="2500">
              <a:latin typeface="Arial" panose="020B0604020202020204"/>
              <a:cs typeface="Arial" panose="020B0604020202020204"/>
            </a:endParaRPr>
          </a:p>
        </p:txBody>
      </p:sp>
      <p:sp>
        <p:nvSpPr>
          <p:cNvPr id="66" name="Rectangle 37"/>
          <p:cNvSpPr>
            <a:spLocks noChangeArrowheads="1"/>
          </p:cNvSpPr>
          <p:nvPr>
            <p:custDataLst>
              <p:tags r:id="rId63"/>
            </p:custDataLst>
          </p:nvPr>
        </p:nvSpPr>
        <p:spPr bwMode="auto">
          <a:xfrm>
            <a:off x="7721600" y="37846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30</a:t>
            </a:r>
            <a:endParaRPr lang="en-US" sz="2500">
              <a:latin typeface="Arial" panose="020B0604020202020204"/>
              <a:cs typeface="Arial" panose="020B0604020202020204"/>
            </a:endParaRPr>
          </a:p>
        </p:txBody>
      </p:sp>
      <p:sp>
        <p:nvSpPr>
          <p:cNvPr id="67" name="Rectangle 31"/>
          <p:cNvSpPr>
            <a:spLocks noChangeArrowheads="1"/>
          </p:cNvSpPr>
          <p:nvPr>
            <p:custDataLst>
              <p:tags r:id="rId64"/>
            </p:custDataLst>
          </p:nvPr>
        </p:nvSpPr>
        <p:spPr bwMode="auto">
          <a:xfrm>
            <a:off x="7721600" y="32385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endParaRPr lang="en-US" sz="2500">
              <a:latin typeface="Arial" panose="020B0604020202020204"/>
              <a:cs typeface="Arial" panose="020B0604020202020204"/>
            </a:endParaRPr>
          </a:p>
        </p:txBody>
      </p:sp>
      <p:sp>
        <p:nvSpPr>
          <p:cNvPr id="68" name="Rectangle 25"/>
          <p:cNvSpPr>
            <a:spLocks noChangeArrowheads="1"/>
          </p:cNvSpPr>
          <p:nvPr>
            <p:custDataLst>
              <p:tags r:id="rId65"/>
            </p:custDataLst>
          </p:nvPr>
        </p:nvSpPr>
        <p:spPr bwMode="auto">
          <a:xfrm>
            <a:off x="7721600" y="26924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69" name="Rectangle 140"/>
          <p:cNvSpPr>
            <a:spLocks noChangeArrowheads="1"/>
          </p:cNvSpPr>
          <p:nvPr>
            <p:custDataLst>
              <p:tags r:id="rId66"/>
            </p:custDataLst>
          </p:nvPr>
        </p:nvSpPr>
        <p:spPr bwMode="auto">
          <a:xfrm>
            <a:off x="7732713" y="5978525"/>
            <a:ext cx="982662" cy="266700"/>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70" name="Rectangle 141"/>
          <p:cNvSpPr>
            <a:spLocks noChangeArrowheads="1"/>
          </p:cNvSpPr>
          <p:nvPr>
            <p:custDataLst>
              <p:tags r:id="rId67"/>
            </p:custDataLst>
          </p:nvPr>
        </p:nvSpPr>
        <p:spPr bwMode="auto">
          <a:xfrm>
            <a:off x="7734300" y="2446338"/>
            <a:ext cx="977900" cy="238125"/>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5417" y="620688"/>
            <a:ext cx="3027680" cy="583565"/>
          </a:xfrm>
          <a:prstGeom prst="rect">
            <a:avLst/>
          </a:prstGeom>
          <a:noFill/>
        </p:spPr>
        <p:txBody>
          <a:bodyPr wrap="none" rtlCol="0">
            <a:spAutoFit/>
          </a:bodyPr>
          <a:lstStyle/>
          <a:p>
            <a:pPr algn="l"/>
            <a:r>
              <a:rPr lang="zh-CN" sz="3200" dirty="0">
                <a:solidFill>
                  <a:srgbClr val="002060"/>
                </a:solidFill>
                <a:latin typeface="华光中雅_CNKI" panose="02000500000000000000" pitchFamily="2" charset="-122"/>
                <a:ea typeface="华光中雅_CNKI" panose="02000500000000000000" pitchFamily="2" charset="-122"/>
              </a:rPr>
              <a:t>习题：</a:t>
            </a:r>
            <a:r>
              <a:rPr sz="3200" dirty="0">
                <a:solidFill>
                  <a:srgbClr val="002060"/>
                </a:solidFill>
                <a:latin typeface="华光中雅_CNKI" panose="02000500000000000000" pitchFamily="2" charset="-122"/>
                <a:ea typeface="华光中雅_CNKI" panose="02000500000000000000" pitchFamily="2" charset="-122"/>
              </a:rPr>
              <a:t>参考答案</a:t>
            </a:r>
            <a:endParaRPr lang="zh-CN"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81"/>
          <p:cNvSpPr>
            <a:spLocks noChangeArrowheads="1"/>
          </p:cNvSpPr>
          <p:nvPr>
            <p:custDataLst>
              <p:tags r:id="rId2"/>
            </p:custDataLst>
          </p:nvPr>
        </p:nvSpPr>
        <p:spPr bwMode="auto">
          <a:xfrm>
            <a:off x="925513" y="1357960"/>
            <a:ext cx="2808287" cy="494665"/>
          </a:xfrm>
          <a:prstGeom prst="rect">
            <a:avLst/>
          </a:prstGeom>
          <a:solidFill>
            <a:srgbClr val="FFCCCC"/>
          </a:solidFill>
          <a:ln w="9525">
            <a:noFill/>
            <a:miter lim="800000"/>
          </a:ln>
        </p:spPr>
        <p:txBody>
          <a:bodyPr>
            <a:spAutoFit/>
          </a:bodyPr>
          <a:lstStyle/>
          <a:p>
            <a:pPr>
              <a:lnSpc>
                <a:spcPct val="105000"/>
              </a:lnSpc>
              <a:spcBef>
                <a:spcPct val="45000"/>
              </a:spcBef>
              <a:buClr>
                <a:srgbClr val="669900"/>
              </a:buClr>
              <a:buSzPct val="120000"/>
              <a:buFont typeface="Wingdings" panose="05000000000000000000" pitchFamily="2" charset="2"/>
              <a:buNone/>
            </a:pPr>
            <a:r>
              <a:rPr lang="zh-CN" altLang="en-US" sz="2500" dirty="0">
                <a:latin typeface="Arial" panose="020B0604020202020204"/>
                <a:cs typeface="Arial" panose="020B0604020202020204"/>
              </a:rPr>
              <a:t>利用</a:t>
            </a:r>
            <a:r>
              <a:rPr lang="en-US" sz="2500" dirty="0">
                <a:latin typeface="Arial" panose="020B0604020202020204"/>
                <a:cs typeface="Arial" panose="020B0604020202020204"/>
              </a:rPr>
              <a:t>  </a:t>
            </a:r>
            <a:r>
              <a:rPr lang="en-US" sz="2500" i="1" dirty="0">
                <a:latin typeface="Arial" panose="020B0604020202020204"/>
                <a:cs typeface="Arial" panose="020B0604020202020204"/>
              </a:rPr>
              <a:t>AFC</a:t>
            </a:r>
            <a:r>
              <a:rPr lang="en-US" sz="2500" dirty="0">
                <a:latin typeface="Arial" panose="020B0604020202020204"/>
                <a:cs typeface="Arial" panose="020B0604020202020204"/>
              </a:rPr>
              <a:t> = </a:t>
            </a:r>
            <a:r>
              <a:rPr lang="en-US" sz="2500" i="1" dirty="0">
                <a:latin typeface="Arial" panose="020B0604020202020204"/>
                <a:cs typeface="Arial" panose="020B0604020202020204"/>
              </a:rPr>
              <a:t>FC</a:t>
            </a:r>
            <a:r>
              <a:rPr lang="en-US" sz="2500" dirty="0">
                <a:latin typeface="Arial" panose="020B0604020202020204"/>
                <a:cs typeface="Arial" panose="020B0604020202020204"/>
              </a:rPr>
              <a:t>/</a:t>
            </a:r>
            <a:r>
              <a:rPr lang="en-US" sz="2500" b="1" i="1" dirty="0">
                <a:latin typeface="Arial" panose="020B0604020202020204"/>
                <a:cs typeface="Arial" panose="020B0604020202020204"/>
              </a:rPr>
              <a:t>Q</a:t>
            </a:r>
            <a:endParaRPr lang="en-US" sz="2500" b="1" i="1" dirty="0">
              <a:latin typeface="Arial" panose="020B0604020202020204"/>
              <a:cs typeface="Arial" panose="020B0604020202020204"/>
            </a:endParaRPr>
          </a:p>
        </p:txBody>
      </p:sp>
      <p:sp>
        <p:nvSpPr>
          <p:cNvPr id="3" name="Rectangle 82"/>
          <p:cNvSpPr>
            <a:spLocks noChangeArrowheads="1"/>
          </p:cNvSpPr>
          <p:nvPr>
            <p:custDataLst>
              <p:tags r:id="rId3"/>
            </p:custDataLst>
          </p:nvPr>
        </p:nvSpPr>
        <p:spPr bwMode="auto">
          <a:xfrm>
            <a:off x="1000352" y="1357960"/>
            <a:ext cx="2771775" cy="494665"/>
          </a:xfrm>
          <a:prstGeom prst="rect">
            <a:avLst/>
          </a:prstGeom>
          <a:solidFill>
            <a:srgbClr val="FFCCCC"/>
          </a:solidFill>
          <a:ln w="9525">
            <a:noFill/>
            <a:miter lim="800000"/>
          </a:ln>
        </p:spPr>
        <p:txBody>
          <a:bodyPr>
            <a:spAutoFit/>
          </a:bodyPr>
          <a:lstStyle/>
          <a:p>
            <a:pPr>
              <a:lnSpc>
                <a:spcPct val="105000"/>
              </a:lnSpc>
              <a:spcBef>
                <a:spcPct val="45000"/>
              </a:spcBef>
              <a:buClr>
                <a:srgbClr val="669900"/>
              </a:buClr>
              <a:buSzPct val="120000"/>
              <a:buFont typeface="Wingdings" panose="05000000000000000000" pitchFamily="2" charset="2"/>
              <a:buNone/>
            </a:pPr>
            <a:r>
              <a:rPr lang="zh-CN" altLang="en-US" sz="2500" dirty="0">
                <a:latin typeface="Arial" panose="020B0604020202020204"/>
                <a:cs typeface="Arial" panose="020B0604020202020204"/>
              </a:rPr>
              <a:t>利用</a:t>
            </a:r>
            <a:r>
              <a:rPr lang="en-US" sz="2500" dirty="0">
                <a:latin typeface="Arial" panose="020B0604020202020204"/>
                <a:cs typeface="Arial" panose="020B0604020202020204"/>
              </a:rPr>
              <a:t>  </a:t>
            </a:r>
            <a:r>
              <a:rPr lang="en-US" sz="2500" i="1" dirty="0">
                <a:latin typeface="Arial" panose="020B0604020202020204"/>
                <a:cs typeface="Arial" panose="020B0604020202020204"/>
              </a:rPr>
              <a:t>AVC</a:t>
            </a:r>
            <a:r>
              <a:rPr lang="en-US" sz="2500" dirty="0">
                <a:latin typeface="Arial" panose="020B0604020202020204"/>
                <a:cs typeface="Arial" panose="020B0604020202020204"/>
              </a:rPr>
              <a:t> = </a:t>
            </a:r>
            <a:r>
              <a:rPr lang="en-US" sz="2500" i="1" dirty="0">
                <a:latin typeface="Arial" panose="020B0604020202020204"/>
                <a:cs typeface="Arial" panose="020B0604020202020204"/>
              </a:rPr>
              <a:t>VC</a:t>
            </a:r>
            <a:r>
              <a:rPr lang="en-US" sz="2500" dirty="0">
                <a:latin typeface="Arial" panose="020B0604020202020204"/>
                <a:cs typeface="Arial" panose="020B0604020202020204"/>
              </a:rPr>
              <a:t>/</a:t>
            </a:r>
            <a:r>
              <a:rPr lang="en-US" sz="2500" b="1" i="1" dirty="0">
                <a:latin typeface="Arial" panose="020B0604020202020204"/>
                <a:cs typeface="Arial" panose="020B0604020202020204"/>
              </a:rPr>
              <a:t>Q</a:t>
            </a:r>
            <a:endParaRPr lang="en-US" sz="2500" b="1" i="1" dirty="0">
              <a:latin typeface="Arial" panose="020B0604020202020204"/>
              <a:cs typeface="Arial" panose="020B0604020202020204"/>
            </a:endParaRPr>
          </a:p>
        </p:txBody>
      </p:sp>
      <p:sp>
        <p:nvSpPr>
          <p:cNvPr id="8" name="Rectangle 83"/>
          <p:cNvSpPr>
            <a:spLocks noChangeArrowheads="1"/>
          </p:cNvSpPr>
          <p:nvPr>
            <p:custDataLst>
              <p:tags r:id="rId4"/>
            </p:custDataLst>
          </p:nvPr>
        </p:nvSpPr>
        <p:spPr bwMode="auto">
          <a:xfrm>
            <a:off x="925694" y="1357960"/>
            <a:ext cx="5570537" cy="494665"/>
          </a:xfrm>
          <a:prstGeom prst="rect">
            <a:avLst/>
          </a:prstGeom>
          <a:solidFill>
            <a:srgbClr val="FFCCCC"/>
          </a:solidFill>
          <a:ln w="9525">
            <a:noFill/>
            <a:miter lim="800000"/>
          </a:ln>
        </p:spPr>
        <p:txBody>
          <a:bodyPr>
            <a:spAutoFit/>
          </a:bodyPr>
          <a:lstStyle/>
          <a:p>
            <a:pPr>
              <a:lnSpc>
                <a:spcPct val="105000"/>
              </a:lnSpc>
              <a:spcBef>
                <a:spcPct val="45000"/>
              </a:spcBef>
              <a:buClr>
                <a:srgbClr val="669900"/>
              </a:buClr>
              <a:buSzPct val="120000"/>
              <a:buFont typeface="Wingdings" panose="05000000000000000000" pitchFamily="2" charset="2"/>
              <a:buNone/>
            </a:pPr>
            <a:r>
              <a:rPr lang="zh-CN" altLang="en-US" sz="2500" dirty="0">
                <a:latin typeface="Arial" panose="020B0604020202020204"/>
                <a:cs typeface="Arial" panose="020B0604020202020204"/>
              </a:rPr>
              <a:t>利用</a:t>
            </a:r>
            <a:r>
              <a:rPr lang="en-US" sz="2500" dirty="0">
                <a:latin typeface="Arial" panose="020B0604020202020204"/>
                <a:cs typeface="Arial" panose="020B0604020202020204"/>
              </a:rPr>
              <a:t> </a:t>
            </a:r>
            <a:r>
              <a:rPr lang="en-US" sz="2500" i="1" dirty="0">
                <a:latin typeface="Arial" panose="020B0604020202020204"/>
                <a:cs typeface="Arial" panose="020B0604020202020204"/>
              </a:rPr>
              <a:t>MC</a:t>
            </a:r>
            <a:r>
              <a:rPr lang="zh-CN" altLang="en-US" sz="2500" i="1" dirty="0">
                <a:latin typeface="Arial" panose="020B0604020202020204"/>
                <a:cs typeface="Arial" panose="020B0604020202020204"/>
              </a:rPr>
              <a:t>和</a:t>
            </a:r>
            <a:r>
              <a:rPr lang="en-US" sz="2500" i="1" dirty="0">
                <a:latin typeface="Arial" panose="020B0604020202020204"/>
                <a:cs typeface="Arial" panose="020B0604020202020204"/>
              </a:rPr>
              <a:t>TC</a:t>
            </a:r>
            <a:r>
              <a:rPr lang="zh-CN" altLang="en-US" sz="2500" i="1" dirty="0">
                <a:latin typeface="Arial" panose="020B0604020202020204"/>
                <a:cs typeface="Arial" panose="020B0604020202020204"/>
              </a:rPr>
              <a:t>关系式</a:t>
            </a:r>
            <a:endParaRPr lang="zh-CN" altLang="en-US" sz="2500" i="1" dirty="0">
              <a:latin typeface="Arial" panose="020B0604020202020204"/>
              <a:cs typeface="Arial" panose="020B0604020202020204"/>
            </a:endParaRPr>
          </a:p>
        </p:txBody>
      </p:sp>
      <p:sp>
        <p:nvSpPr>
          <p:cNvPr id="9" name="Rectangle 84"/>
          <p:cNvSpPr>
            <a:spLocks noChangeArrowheads="1"/>
          </p:cNvSpPr>
          <p:nvPr>
            <p:custDataLst>
              <p:tags r:id="rId5"/>
            </p:custDataLst>
          </p:nvPr>
        </p:nvSpPr>
        <p:spPr bwMode="auto">
          <a:xfrm>
            <a:off x="798694" y="2348560"/>
            <a:ext cx="2741612" cy="494665"/>
          </a:xfrm>
          <a:prstGeom prst="rect">
            <a:avLst/>
          </a:prstGeom>
          <a:solidFill>
            <a:srgbClr val="FFCCCC"/>
          </a:solidFill>
          <a:ln w="9525">
            <a:noFill/>
            <a:miter lim="800000"/>
          </a:ln>
        </p:spPr>
        <p:txBody>
          <a:bodyPr>
            <a:spAutoFit/>
          </a:bodyPr>
          <a:lstStyle/>
          <a:p>
            <a:pPr>
              <a:lnSpc>
                <a:spcPct val="105000"/>
              </a:lnSpc>
              <a:spcBef>
                <a:spcPct val="45000"/>
              </a:spcBef>
              <a:buClr>
                <a:srgbClr val="669900"/>
              </a:buClr>
              <a:buSzPct val="120000"/>
              <a:buFont typeface="Wingdings" panose="05000000000000000000" pitchFamily="2" charset="2"/>
              <a:buNone/>
            </a:pPr>
            <a:r>
              <a:rPr lang="zh-CN" altLang="en-US" sz="2500">
                <a:latin typeface="Arial" panose="020B0604020202020204"/>
                <a:cs typeface="Arial" panose="020B0604020202020204"/>
              </a:rPr>
              <a:t>利用</a:t>
            </a:r>
            <a:r>
              <a:rPr lang="en-US" sz="2500">
                <a:latin typeface="Arial" panose="020B0604020202020204"/>
                <a:cs typeface="Arial" panose="020B0604020202020204"/>
              </a:rPr>
              <a:t> </a:t>
            </a:r>
            <a:r>
              <a:rPr lang="en-US" sz="2500" i="1">
                <a:latin typeface="Arial" panose="020B0604020202020204"/>
                <a:cs typeface="Arial" panose="020B0604020202020204"/>
              </a:rPr>
              <a:t>ATC</a:t>
            </a:r>
            <a:r>
              <a:rPr lang="en-US" sz="2500">
                <a:latin typeface="Arial" panose="020B0604020202020204"/>
                <a:cs typeface="Arial" panose="020B0604020202020204"/>
              </a:rPr>
              <a:t> = </a:t>
            </a:r>
            <a:r>
              <a:rPr lang="en-US" sz="2500" i="1">
                <a:latin typeface="Arial" panose="020B0604020202020204"/>
                <a:cs typeface="Arial" panose="020B0604020202020204"/>
              </a:rPr>
              <a:t>TC</a:t>
            </a:r>
            <a:r>
              <a:rPr lang="en-US" sz="2500">
                <a:latin typeface="Arial" panose="020B0604020202020204"/>
                <a:cs typeface="Arial" panose="020B0604020202020204"/>
              </a:rPr>
              <a:t>/</a:t>
            </a:r>
            <a:r>
              <a:rPr lang="en-US" sz="2500" i="1">
                <a:latin typeface="Arial" panose="020B0604020202020204"/>
                <a:cs typeface="Arial" panose="020B0604020202020204"/>
              </a:rPr>
              <a:t>Q</a:t>
            </a:r>
            <a:endParaRPr lang="en-US" sz="2500" i="1">
              <a:latin typeface="Arial" panose="020B0604020202020204"/>
              <a:cs typeface="Arial" panose="020B0604020202020204"/>
            </a:endParaRPr>
          </a:p>
        </p:txBody>
      </p:sp>
      <p:sp>
        <p:nvSpPr>
          <p:cNvPr id="10" name="Rectangle 5"/>
          <p:cNvSpPr>
            <a:spLocks noChangeArrowheads="1"/>
          </p:cNvSpPr>
          <p:nvPr>
            <p:custDataLst>
              <p:tags r:id="rId6"/>
            </p:custDataLst>
          </p:nvPr>
        </p:nvSpPr>
        <p:spPr bwMode="auto">
          <a:xfrm>
            <a:off x="925694" y="1358278"/>
            <a:ext cx="7002462" cy="494665"/>
          </a:xfrm>
          <a:prstGeom prst="rect">
            <a:avLst/>
          </a:prstGeom>
          <a:solidFill>
            <a:srgbClr val="FFCCCC"/>
          </a:solidFill>
          <a:ln w="9525">
            <a:noFill/>
            <a:miter lim="800000"/>
          </a:ln>
        </p:spPr>
        <p:txBody>
          <a:bodyPr>
            <a:spAutoFit/>
          </a:bodyPr>
          <a:lstStyle/>
          <a:p>
            <a:pPr>
              <a:lnSpc>
                <a:spcPct val="105000"/>
              </a:lnSpc>
              <a:spcBef>
                <a:spcPct val="45000"/>
              </a:spcBef>
              <a:buClr>
                <a:srgbClr val="669900"/>
              </a:buClr>
              <a:buSzPct val="120000"/>
              <a:buFont typeface="Wingdings" panose="05000000000000000000" pitchFamily="2" charset="2"/>
              <a:buNone/>
            </a:pPr>
            <a:r>
              <a:rPr lang="zh-CN" altLang="en-US" sz="2500" dirty="0">
                <a:latin typeface="Arial" panose="020B0604020202020204"/>
                <a:cs typeface="Arial" panose="020B0604020202020204"/>
              </a:rPr>
              <a:t>首先</a:t>
            </a:r>
            <a:r>
              <a:rPr lang="en-US" sz="2500" dirty="0">
                <a:latin typeface="Arial" panose="020B0604020202020204"/>
                <a:cs typeface="Arial" panose="020B0604020202020204"/>
              </a:rPr>
              <a:t>, </a:t>
            </a:r>
            <a:r>
              <a:rPr lang="zh-CN" altLang="en-US" sz="2500" dirty="0">
                <a:latin typeface="Arial" panose="020B0604020202020204"/>
                <a:cs typeface="Arial" panose="020B0604020202020204"/>
              </a:rPr>
              <a:t>推出</a:t>
            </a:r>
            <a:r>
              <a:rPr lang="en-US" sz="2500" dirty="0">
                <a:latin typeface="Arial" panose="020B0604020202020204"/>
                <a:cs typeface="Arial" panose="020B0604020202020204"/>
              </a:rPr>
              <a:t> </a:t>
            </a:r>
            <a:r>
              <a:rPr lang="en-US" sz="2500" i="1" dirty="0">
                <a:latin typeface="Arial" panose="020B0604020202020204"/>
                <a:cs typeface="Arial" panose="020B0604020202020204"/>
              </a:rPr>
              <a:t>FC</a:t>
            </a:r>
            <a:r>
              <a:rPr lang="en-US" sz="2500" dirty="0">
                <a:latin typeface="Arial" panose="020B0604020202020204"/>
                <a:cs typeface="Arial" panose="020B0604020202020204"/>
              </a:rPr>
              <a:t> = 50</a:t>
            </a:r>
            <a:r>
              <a:rPr lang="zh-CN" altLang="en-US" sz="2500" dirty="0">
                <a:latin typeface="Arial" panose="020B0604020202020204"/>
                <a:cs typeface="Arial" panose="020B0604020202020204"/>
              </a:rPr>
              <a:t>并利用</a:t>
            </a:r>
            <a:r>
              <a:rPr lang="en-US" sz="2500" i="1" dirty="0">
                <a:latin typeface="Arial" panose="020B0604020202020204"/>
                <a:cs typeface="Arial" panose="020B0604020202020204"/>
              </a:rPr>
              <a:t>FC</a:t>
            </a:r>
            <a:r>
              <a:rPr lang="en-US" sz="2500" dirty="0">
                <a:latin typeface="Arial" panose="020B0604020202020204"/>
                <a:cs typeface="Arial" panose="020B0604020202020204"/>
              </a:rPr>
              <a:t> + </a:t>
            </a:r>
            <a:r>
              <a:rPr lang="en-US" sz="2500" i="1" dirty="0">
                <a:latin typeface="Arial" panose="020B0604020202020204"/>
                <a:cs typeface="Arial" panose="020B0604020202020204"/>
              </a:rPr>
              <a:t>VC</a:t>
            </a:r>
            <a:r>
              <a:rPr lang="en-US" sz="2500" dirty="0">
                <a:latin typeface="Arial" panose="020B0604020202020204"/>
                <a:cs typeface="Arial" panose="020B0604020202020204"/>
              </a:rPr>
              <a:t> = </a:t>
            </a:r>
            <a:r>
              <a:rPr lang="en-US" sz="2500" i="1" dirty="0">
                <a:latin typeface="Arial" panose="020B0604020202020204"/>
                <a:cs typeface="Arial" panose="020B0604020202020204"/>
              </a:rPr>
              <a:t>TC</a:t>
            </a:r>
            <a:r>
              <a:rPr lang="en-US" sz="2500" dirty="0">
                <a:latin typeface="Arial" panose="020B0604020202020204"/>
                <a:cs typeface="Arial" panose="020B0604020202020204"/>
              </a:rPr>
              <a:t>. </a:t>
            </a:r>
            <a:endParaRPr lang="en-US" sz="2500" dirty="0">
              <a:latin typeface="Arial" panose="020B0604020202020204"/>
              <a:cs typeface="Arial" panose="020B0604020202020204"/>
            </a:endParaRPr>
          </a:p>
        </p:txBody>
      </p:sp>
      <p:sp>
        <p:nvSpPr>
          <p:cNvPr id="11" name="Rectangle 88"/>
          <p:cNvSpPr>
            <a:spLocks noChangeArrowheads="1"/>
          </p:cNvSpPr>
          <p:nvPr>
            <p:custDataLst>
              <p:tags r:id="rId7"/>
            </p:custDataLst>
          </p:nvPr>
        </p:nvSpPr>
        <p:spPr bwMode="auto">
          <a:xfrm>
            <a:off x="803275" y="1890713"/>
            <a:ext cx="7920038" cy="4349750"/>
          </a:xfrm>
          <a:prstGeom prst="rect">
            <a:avLst/>
          </a:prstGeom>
          <a:solidFill>
            <a:schemeClr val="bg1"/>
          </a:solidFill>
          <a:ln w="9525">
            <a:noFill/>
            <a:miter lim="800000"/>
          </a:ln>
        </p:spPr>
        <p:txBody>
          <a:bodyPr wrap="none" anchor="ctr"/>
          <a:lstStyle/>
          <a:p>
            <a:endParaRPr lang="en-US">
              <a:latin typeface="Arial" panose="020B0604020202020204"/>
              <a:cs typeface="Arial" panose="020B0604020202020204"/>
            </a:endParaRPr>
          </a:p>
        </p:txBody>
      </p:sp>
      <p:sp>
        <p:nvSpPr>
          <p:cNvPr id="12" name="Rectangle 7"/>
          <p:cNvSpPr>
            <a:spLocks noChangeArrowheads="1"/>
          </p:cNvSpPr>
          <p:nvPr>
            <p:custDataLst>
              <p:tags r:id="rId8"/>
            </p:custDataLst>
          </p:nvPr>
        </p:nvSpPr>
        <p:spPr bwMode="auto">
          <a:xfrm>
            <a:off x="1600200" y="57118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210</a:t>
            </a:r>
            <a:endParaRPr lang="en-US" sz="2500">
              <a:latin typeface="Arial" panose="020B0604020202020204"/>
              <a:cs typeface="Arial" panose="020B0604020202020204"/>
            </a:endParaRPr>
          </a:p>
        </p:txBody>
      </p:sp>
      <p:sp>
        <p:nvSpPr>
          <p:cNvPr id="13" name="Rectangle 8"/>
          <p:cNvSpPr>
            <a:spLocks noChangeArrowheads="1"/>
          </p:cNvSpPr>
          <p:nvPr>
            <p:custDataLst>
              <p:tags r:id="rId9"/>
            </p:custDataLst>
          </p:nvPr>
        </p:nvSpPr>
        <p:spPr bwMode="auto">
          <a:xfrm>
            <a:off x="1600200" y="51657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150</a:t>
            </a:r>
            <a:endParaRPr lang="en-US" sz="2500">
              <a:latin typeface="Arial" panose="020B0604020202020204"/>
              <a:cs typeface="Arial" panose="020B0604020202020204"/>
            </a:endParaRPr>
          </a:p>
        </p:txBody>
      </p:sp>
      <p:sp>
        <p:nvSpPr>
          <p:cNvPr id="14" name="Rectangle 9"/>
          <p:cNvSpPr>
            <a:spLocks noChangeArrowheads="1"/>
          </p:cNvSpPr>
          <p:nvPr>
            <p:custDataLst>
              <p:tags r:id="rId10"/>
            </p:custDataLst>
          </p:nvPr>
        </p:nvSpPr>
        <p:spPr bwMode="auto">
          <a:xfrm>
            <a:off x="1600200" y="46196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100</a:t>
            </a:r>
            <a:endParaRPr lang="en-US" sz="2500">
              <a:latin typeface="Arial" panose="020B0604020202020204"/>
              <a:cs typeface="Arial" panose="020B0604020202020204"/>
            </a:endParaRPr>
          </a:p>
        </p:txBody>
      </p:sp>
      <p:sp>
        <p:nvSpPr>
          <p:cNvPr id="15" name="Rectangle 10"/>
          <p:cNvSpPr>
            <a:spLocks noChangeArrowheads="1"/>
          </p:cNvSpPr>
          <p:nvPr>
            <p:custDataLst>
              <p:tags r:id="rId11"/>
            </p:custDataLst>
          </p:nvPr>
        </p:nvSpPr>
        <p:spPr bwMode="auto">
          <a:xfrm>
            <a:off x="1600200" y="40735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60</a:t>
            </a:r>
            <a:endParaRPr lang="en-US" sz="2500">
              <a:solidFill>
                <a:srgbClr val="FF0000"/>
              </a:solidFill>
              <a:latin typeface="Arial" panose="020B0604020202020204"/>
              <a:cs typeface="Arial" panose="020B0604020202020204"/>
            </a:endParaRPr>
          </a:p>
        </p:txBody>
      </p:sp>
      <p:sp>
        <p:nvSpPr>
          <p:cNvPr id="16" name="Rectangle 11"/>
          <p:cNvSpPr>
            <a:spLocks noChangeArrowheads="1"/>
          </p:cNvSpPr>
          <p:nvPr>
            <p:custDataLst>
              <p:tags r:id="rId12"/>
            </p:custDataLst>
          </p:nvPr>
        </p:nvSpPr>
        <p:spPr bwMode="auto">
          <a:xfrm>
            <a:off x="1600200" y="35274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30</a:t>
            </a:r>
            <a:endParaRPr lang="en-US" sz="2500">
              <a:latin typeface="Arial" panose="020B0604020202020204"/>
              <a:cs typeface="Arial" panose="020B0604020202020204"/>
            </a:endParaRPr>
          </a:p>
        </p:txBody>
      </p:sp>
      <p:sp>
        <p:nvSpPr>
          <p:cNvPr id="17" name="Rectangle 12"/>
          <p:cNvSpPr>
            <a:spLocks noChangeArrowheads="1"/>
          </p:cNvSpPr>
          <p:nvPr>
            <p:custDataLst>
              <p:tags r:id="rId13"/>
            </p:custDataLst>
          </p:nvPr>
        </p:nvSpPr>
        <p:spPr bwMode="auto">
          <a:xfrm>
            <a:off x="1600200" y="29813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18" name="Rectangle 13"/>
          <p:cNvSpPr>
            <a:spLocks noChangeArrowheads="1"/>
          </p:cNvSpPr>
          <p:nvPr>
            <p:custDataLst>
              <p:tags r:id="rId14"/>
            </p:custDataLst>
          </p:nvPr>
        </p:nvSpPr>
        <p:spPr bwMode="auto">
          <a:xfrm>
            <a:off x="1600200" y="24352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0</a:t>
            </a:r>
            <a:endParaRPr lang="en-US" sz="2500">
              <a:solidFill>
                <a:srgbClr val="FF0000"/>
              </a:solidFill>
              <a:latin typeface="Arial" panose="020B0604020202020204"/>
              <a:cs typeface="Arial" panose="020B0604020202020204"/>
            </a:endParaRPr>
          </a:p>
        </p:txBody>
      </p:sp>
      <p:sp>
        <p:nvSpPr>
          <p:cNvPr id="19" name="Rectangle 14"/>
          <p:cNvSpPr>
            <a:spLocks noChangeArrowheads="1"/>
          </p:cNvSpPr>
          <p:nvPr>
            <p:custDataLst>
              <p:tags r:id="rId15"/>
            </p:custDataLst>
          </p:nvPr>
        </p:nvSpPr>
        <p:spPr bwMode="auto">
          <a:xfrm>
            <a:off x="1600200" y="1889125"/>
            <a:ext cx="10668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VC</a:t>
            </a:r>
            <a:endParaRPr lang="en-US" sz="2500" i="1">
              <a:latin typeface="Arial" panose="020B0604020202020204"/>
              <a:cs typeface="Arial" panose="020B0604020202020204"/>
            </a:endParaRPr>
          </a:p>
        </p:txBody>
      </p:sp>
      <p:sp>
        <p:nvSpPr>
          <p:cNvPr id="20" name="Rectangle 15"/>
          <p:cNvSpPr>
            <a:spLocks noChangeArrowheads="1"/>
          </p:cNvSpPr>
          <p:nvPr>
            <p:custDataLst>
              <p:tags r:id="rId16"/>
            </p:custDataLst>
          </p:nvPr>
        </p:nvSpPr>
        <p:spPr bwMode="auto">
          <a:xfrm>
            <a:off x="6286500" y="57118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43.33</a:t>
            </a:r>
            <a:endParaRPr lang="en-US" sz="2500">
              <a:latin typeface="Arial" panose="020B0604020202020204"/>
              <a:cs typeface="Arial" panose="020B0604020202020204"/>
            </a:endParaRPr>
          </a:p>
        </p:txBody>
      </p:sp>
      <p:sp>
        <p:nvSpPr>
          <p:cNvPr id="21" name="Rectangle 16"/>
          <p:cNvSpPr>
            <a:spLocks noChangeArrowheads="1"/>
          </p:cNvSpPr>
          <p:nvPr>
            <p:custDataLst>
              <p:tags r:id="rId17"/>
            </p:custDataLst>
          </p:nvPr>
        </p:nvSpPr>
        <p:spPr bwMode="auto">
          <a:xfrm>
            <a:off x="5143500" y="57118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35</a:t>
            </a:r>
            <a:endParaRPr lang="en-US" sz="2500">
              <a:latin typeface="Arial" panose="020B0604020202020204"/>
              <a:cs typeface="Arial" panose="020B0604020202020204"/>
            </a:endParaRPr>
          </a:p>
        </p:txBody>
      </p:sp>
      <p:sp>
        <p:nvSpPr>
          <p:cNvPr id="22" name="Rectangle 17"/>
          <p:cNvSpPr>
            <a:spLocks noChangeArrowheads="1"/>
          </p:cNvSpPr>
          <p:nvPr>
            <p:custDataLst>
              <p:tags r:id="rId18"/>
            </p:custDataLst>
          </p:nvPr>
        </p:nvSpPr>
        <p:spPr bwMode="auto">
          <a:xfrm>
            <a:off x="3771900" y="57118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8.33</a:t>
            </a:r>
            <a:endParaRPr lang="en-US" sz="2500">
              <a:latin typeface="Arial" panose="020B0604020202020204"/>
              <a:cs typeface="Arial" panose="020B0604020202020204"/>
            </a:endParaRPr>
          </a:p>
        </p:txBody>
      </p:sp>
      <p:sp>
        <p:nvSpPr>
          <p:cNvPr id="23" name="Rectangle 18"/>
          <p:cNvSpPr>
            <a:spLocks noChangeArrowheads="1"/>
          </p:cNvSpPr>
          <p:nvPr>
            <p:custDataLst>
              <p:tags r:id="rId19"/>
            </p:custDataLst>
          </p:nvPr>
        </p:nvSpPr>
        <p:spPr bwMode="auto">
          <a:xfrm>
            <a:off x="2667000" y="57118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260</a:t>
            </a:r>
            <a:endParaRPr lang="en-US" sz="2500">
              <a:latin typeface="Arial" panose="020B0604020202020204"/>
              <a:cs typeface="Arial" panose="020B0604020202020204"/>
            </a:endParaRPr>
          </a:p>
        </p:txBody>
      </p:sp>
      <p:sp>
        <p:nvSpPr>
          <p:cNvPr id="24" name="Rectangle 19"/>
          <p:cNvSpPr>
            <a:spLocks noChangeArrowheads="1"/>
          </p:cNvSpPr>
          <p:nvPr>
            <p:custDataLst>
              <p:tags r:id="rId20"/>
            </p:custDataLst>
          </p:nvPr>
        </p:nvSpPr>
        <p:spPr bwMode="auto">
          <a:xfrm>
            <a:off x="798513" y="57118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6</a:t>
            </a:r>
            <a:endParaRPr lang="en-US" sz="2500">
              <a:latin typeface="Arial" panose="020B0604020202020204"/>
              <a:cs typeface="Arial" panose="020B0604020202020204"/>
            </a:endParaRPr>
          </a:p>
        </p:txBody>
      </p:sp>
      <p:sp>
        <p:nvSpPr>
          <p:cNvPr id="25" name="Rectangle 20"/>
          <p:cNvSpPr>
            <a:spLocks noChangeArrowheads="1"/>
          </p:cNvSpPr>
          <p:nvPr>
            <p:custDataLst>
              <p:tags r:id="rId21"/>
            </p:custDataLst>
          </p:nvPr>
        </p:nvSpPr>
        <p:spPr bwMode="auto">
          <a:xfrm>
            <a:off x="6286500" y="51657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40.00</a:t>
            </a:r>
            <a:endParaRPr lang="en-US" sz="2500">
              <a:solidFill>
                <a:srgbClr val="FF0000"/>
              </a:solidFill>
              <a:latin typeface="Arial" panose="020B0604020202020204"/>
              <a:cs typeface="Arial" panose="020B0604020202020204"/>
            </a:endParaRPr>
          </a:p>
        </p:txBody>
      </p:sp>
      <p:sp>
        <p:nvSpPr>
          <p:cNvPr id="26" name="Rectangle 21"/>
          <p:cNvSpPr>
            <a:spLocks noChangeArrowheads="1"/>
          </p:cNvSpPr>
          <p:nvPr>
            <p:custDataLst>
              <p:tags r:id="rId22"/>
            </p:custDataLst>
          </p:nvPr>
        </p:nvSpPr>
        <p:spPr bwMode="auto">
          <a:xfrm>
            <a:off x="5143500" y="51657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30</a:t>
            </a:r>
            <a:endParaRPr lang="en-US" sz="2500">
              <a:latin typeface="Arial" panose="020B0604020202020204"/>
              <a:cs typeface="Arial" panose="020B0604020202020204"/>
            </a:endParaRPr>
          </a:p>
        </p:txBody>
      </p:sp>
      <p:sp>
        <p:nvSpPr>
          <p:cNvPr id="27" name="Rectangle 22"/>
          <p:cNvSpPr>
            <a:spLocks noChangeArrowheads="1"/>
          </p:cNvSpPr>
          <p:nvPr>
            <p:custDataLst>
              <p:tags r:id="rId23"/>
            </p:custDataLst>
          </p:nvPr>
        </p:nvSpPr>
        <p:spPr bwMode="auto">
          <a:xfrm>
            <a:off x="3771900" y="51657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10.00</a:t>
            </a:r>
            <a:endParaRPr lang="en-US" sz="2500">
              <a:solidFill>
                <a:srgbClr val="FF0000"/>
              </a:solidFill>
              <a:latin typeface="Arial" panose="020B0604020202020204"/>
              <a:cs typeface="Arial" panose="020B0604020202020204"/>
            </a:endParaRPr>
          </a:p>
        </p:txBody>
      </p:sp>
      <p:sp>
        <p:nvSpPr>
          <p:cNvPr id="28" name="Rectangle 23"/>
          <p:cNvSpPr>
            <a:spLocks noChangeArrowheads="1"/>
          </p:cNvSpPr>
          <p:nvPr>
            <p:custDataLst>
              <p:tags r:id="rId24"/>
            </p:custDataLst>
          </p:nvPr>
        </p:nvSpPr>
        <p:spPr bwMode="auto">
          <a:xfrm>
            <a:off x="2667000" y="51657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200</a:t>
            </a:r>
            <a:endParaRPr lang="en-US" sz="2500">
              <a:solidFill>
                <a:srgbClr val="FF0000"/>
              </a:solidFill>
              <a:latin typeface="Arial" panose="020B0604020202020204"/>
              <a:cs typeface="Arial" panose="020B0604020202020204"/>
            </a:endParaRPr>
          </a:p>
        </p:txBody>
      </p:sp>
      <p:sp>
        <p:nvSpPr>
          <p:cNvPr id="29" name="Rectangle 24"/>
          <p:cNvSpPr>
            <a:spLocks noChangeArrowheads="1"/>
          </p:cNvSpPr>
          <p:nvPr>
            <p:custDataLst>
              <p:tags r:id="rId25"/>
            </p:custDataLst>
          </p:nvPr>
        </p:nvSpPr>
        <p:spPr bwMode="auto">
          <a:xfrm>
            <a:off x="798513" y="51657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5</a:t>
            </a:r>
            <a:endParaRPr lang="en-US" sz="2500">
              <a:latin typeface="Arial" panose="020B0604020202020204"/>
              <a:cs typeface="Arial" panose="020B0604020202020204"/>
            </a:endParaRPr>
          </a:p>
        </p:txBody>
      </p:sp>
      <p:sp>
        <p:nvSpPr>
          <p:cNvPr id="30" name="Rectangle 25"/>
          <p:cNvSpPr>
            <a:spLocks noChangeArrowheads="1"/>
          </p:cNvSpPr>
          <p:nvPr>
            <p:custDataLst>
              <p:tags r:id="rId26"/>
            </p:custDataLst>
          </p:nvPr>
        </p:nvSpPr>
        <p:spPr bwMode="auto">
          <a:xfrm>
            <a:off x="6286500" y="46196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37.50</a:t>
            </a:r>
            <a:endParaRPr lang="en-US" sz="2500">
              <a:latin typeface="Arial" panose="020B0604020202020204"/>
              <a:cs typeface="Arial" panose="020B0604020202020204"/>
            </a:endParaRPr>
          </a:p>
        </p:txBody>
      </p:sp>
      <p:sp>
        <p:nvSpPr>
          <p:cNvPr id="31" name="Rectangle 26"/>
          <p:cNvSpPr>
            <a:spLocks noChangeArrowheads="1"/>
          </p:cNvSpPr>
          <p:nvPr>
            <p:custDataLst>
              <p:tags r:id="rId27"/>
            </p:custDataLst>
          </p:nvPr>
        </p:nvSpPr>
        <p:spPr bwMode="auto">
          <a:xfrm>
            <a:off x="5143500" y="46196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25</a:t>
            </a:r>
            <a:endParaRPr lang="en-US" sz="2500">
              <a:solidFill>
                <a:srgbClr val="FF0000"/>
              </a:solidFill>
              <a:latin typeface="Arial" panose="020B0604020202020204"/>
              <a:cs typeface="Arial" panose="020B0604020202020204"/>
            </a:endParaRPr>
          </a:p>
        </p:txBody>
      </p:sp>
      <p:sp>
        <p:nvSpPr>
          <p:cNvPr id="32" name="Rectangle 27"/>
          <p:cNvSpPr>
            <a:spLocks noChangeArrowheads="1"/>
          </p:cNvSpPr>
          <p:nvPr>
            <p:custDataLst>
              <p:tags r:id="rId28"/>
            </p:custDataLst>
          </p:nvPr>
        </p:nvSpPr>
        <p:spPr bwMode="auto">
          <a:xfrm>
            <a:off x="3771900" y="46196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12.50</a:t>
            </a:r>
            <a:endParaRPr lang="en-US" sz="2500">
              <a:latin typeface="Arial" panose="020B0604020202020204"/>
              <a:cs typeface="Arial" panose="020B0604020202020204"/>
            </a:endParaRPr>
          </a:p>
        </p:txBody>
      </p:sp>
      <p:sp>
        <p:nvSpPr>
          <p:cNvPr id="33" name="Rectangle 28"/>
          <p:cNvSpPr>
            <a:spLocks noChangeArrowheads="1"/>
          </p:cNvSpPr>
          <p:nvPr>
            <p:custDataLst>
              <p:tags r:id="rId29"/>
            </p:custDataLst>
          </p:nvPr>
        </p:nvSpPr>
        <p:spPr bwMode="auto">
          <a:xfrm>
            <a:off x="2667000" y="46196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150</a:t>
            </a:r>
            <a:endParaRPr lang="en-US" sz="2500">
              <a:latin typeface="Arial" panose="020B0604020202020204"/>
              <a:cs typeface="Arial" panose="020B0604020202020204"/>
            </a:endParaRPr>
          </a:p>
        </p:txBody>
      </p:sp>
      <p:sp>
        <p:nvSpPr>
          <p:cNvPr id="34" name="Rectangle 29"/>
          <p:cNvSpPr>
            <a:spLocks noChangeArrowheads="1"/>
          </p:cNvSpPr>
          <p:nvPr>
            <p:custDataLst>
              <p:tags r:id="rId30"/>
            </p:custDataLst>
          </p:nvPr>
        </p:nvSpPr>
        <p:spPr bwMode="auto">
          <a:xfrm>
            <a:off x="798513" y="46196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4</a:t>
            </a:r>
            <a:endParaRPr lang="en-US" sz="2500">
              <a:latin typeface="Arial" panose="020B0604020202020204"/>
              <a:cs typeface="Arial" panose="020B0604020202020204"/>
            </a:endParaRPr>
          </a:p>
        </p:txBody>
      </p:sp>
      <p:sp>
        <p:nvSpPr>
          <p:cNvPr id="35" name="Rectangle 30"/>
          <p:cNvSpPr>
            <a:spLocks noChangeArrowheads="1"/>
          </p:cNvSpPr>
          <p:nvPr>
            <p:custDataLst>
              <p:tags r:id="rId31"/>
            </p:custDataLst>
          </p:nvPr>
        </p:nvSpPr>
        <p:spPr bwMode="auto">
          <a:xfrm>
            <a:off x="6286500" y="40735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36.67</a:t>
            </a:r>
            <a:endParaRPr lang="en-US" sz="2500">
              <a:latin typeface="Arial" panose="020B0604020202020204"/>
              <a:cs typeface="Arial" panose="020B0604020202020204"/>
            </a:endParaRPr>
          </a:p>
        </p:txBody>
      </p:sp>
      <p:sp>
        <p:nvSpPr>
          <p:cNvPr id="36" name="Rectangle 31"/>
          <p:cNvSpPr>
            <a:spLocks noChangeArrowheads="1"/>
          </p:cNvSpPr>
          <p:nvPr>
            <p:custDataLst>
              <p:tags r:id="rId32"/>
            </p:custDataLst>
          </p:nvPr>
        </p:nvSpPr>
        <p:spPr bwMode="auto">
          <a:xfrm>
            <a:off x="5143500" y="40735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20</a:t>
            </a:r>
            <a:endParaRPr lang="en-US" sz="2500">
              <a:latin typeface="Arial" panose="020B0604020202020204"/>
              <a:cs typeface="Arial" panose="020B0604020202020204"/>
            </a:endParaRPr>
          </a:p>
        </p:txBody>
      </p:sp>
      <p:sp>
        <p:nvSpPr>
          <p:cNvPr id="37" name="Rectangle 32"/>
          <p:cNvSpPr>
            <a:spLocks noChangeArrowheads="1"/>
          </p:cNvSpPr>
          <p:nvPr>
            <p:custDataLst>
              <p:tags r:id="rId33"/>
            </p:custDataLst>
          </p:nvPr>
        </p:nvSpPr>
        <p:spPr bwMode="auto">
          <a:xfrm>
            <a:off x="3771900" y="40735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16.67</a:t>
            </a:r>
            <a:endParaRPr lang="en-US" sz="2500">
              <a:latin typeface="Arial" panose="020B0604020202020204"/>
              <a:cs typeface="Arial" panose="020B0604020202020204"/>
            </a:endParaRPr>
          </a:p>
        </p:txBody>
      </p:sp>
      <p:sp>
        <p:nvSpPr>
          <p:cNvPr id="38" name="Rectangle 33"/>
          <p:cNvSpPr>
            <a:spLocks noChangeArrowheads="1"/>
          </p:cNvSpPr>
          <p:nvPr>
            <p:custDataLst>
              <p:tags r:id="rId34"/>
            </p:custDataLst>
          </p:nvPr>
        </p:nvSpPr>
        <p:spPr bwMode="auto">
          <a:xfrm>
            <a:off x="2667000" y="40735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110</a:t>
            </a:r>
            <a:endParaRPr lang="en-US" sz="2500">
              <a:solidFill>
                <a:srgbClr val="FF0000"/>
              </a:solidFill>
              <a:latin typeface="Arial" panose="020B0604020202020204"/>
              <a:cs typeface="Arial" panose="020B0604020202020204"/>
            </a:endParaRPr>
          </a:p>
        </p:txBody>
      </p:sp>
      <p:sp>
        <p:nvSpPr>
          <p:cNvPr id="39" name="Rectangle 34"/>
          <p:cNvSpPr>
            <a:spLocks noChangeArrowheads="1"/>
          </p:cNvSpPr>
          <p:nvPr>
            <p:custDataLst>
              <p:tags r:id="rId35"/>
            </p:custDataLst>
          </p:nvPr>
        </p:nvSpPr>
        <p:spPr bwMode="auto">
          <a:xfrm>
            <a:off x="798513" y="40735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a:t>
            </a:r>
            <a:endParaRPr lang="en-US" sz="2500">
              <a:latin typeface="Arial" panose="020B0604020202020204"/>
              <a:cs typeface="Arial" panose="020B0604020202020204"/>
            </a:endParaRPr>
          </a:p>
        </p:txBody>
      </p:sp>
      <p:sp>
        <p:nvSpPr>
          <p:cNvPr id="40" name="Rectangle 35"/>
          <p:cNvSpPr>
            <a:spLocks noChangeArrowheads="1"/>
          </p:cNvSpPr>
          <p:nvPr>
            <p:custDataLst>
              <p:tags r:id="rId36"/>
            </p:custDataLst>
          </p:nvPr>
        </p:nvSpPr>
        <p:spPr bwMode="auto">
          <a:xfrm>
            <a:off x="6286500" y="35274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40.00</a:t>
            </a:r>
            <a:endParaRPr lang="en-US" sz="2500">
              <a:solidFill>
                <a:srgbClr val="FF0000"/>
              </a:solidFill>
              <a:latin typeface="Arial" panose="020B0604020202020204"/>
              <a:cs typeface="Arial" panose="020B0604020202020204"/>
            </a:endParaRPr>
          </a:p>
        </p:txBody>
      </p:sp>
      <p:sp>
        <p:nvSpPr>
          <p:cNvPr id="41" name="Rectangle 36"/>
          <p:cNvSpPr>
            <a:spLocks noChangeArrowheads="1"/>
          </p:cNvSpPr>
          <p:nvPr>
            <p:custDataLst>
              <p:tags r:id="rId37"/>
            </p:custDataLst>
          </p:nvPr>
        </p:nvSpPr>
        <p:spPr bwMode="auto">
          <a:xfrm>
            <a:off x="5143500" y="35274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15</a:t>
            </a:r>
            <a:endParaRPr lang="en-US" sz="2500">
              <a:solidFill>
                <a:srgbClr val="FF0000"/>
              </a:solidFill>
              <a:latin typeface="Arial" panose="020B0604020202020204"/>
              <a:cs typeface="Arial" panose="020B0604020202020204"/>
            </a:endParaRPr>
          </a:p>
        </p:txBody>
      </p:sp>
      <p:sp>
        <p:nvSpPr>
          <p:cNvPr id="42" name="Rectangle 37"/>
          <p:cNvSpPr>
            <a:spLocks noChangeArrowheads="1"/>
          </p:cNvSpPr>
          <p:nvPr>
            <p:custDataLst>
              <p:tags r:id="rId38"/>
            </p:custDataLst>
          </p:nvPr>
        </p:nvSpPr>
        <p:spPr bwMode="auto">
          <a:xfrm>
            <a:off x="3771900" y="35274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25.00</a:t>
            </a:r>
            <a:endParaRPr lang="en-US" sz="2500">
              <a:solidFill>
                <a:srgbClr val="FF0000"/>
              </a:solidFill>
              <a:latin typeface="Arial" panose="020B0604020202020204"/>
              <a:cs typeface="Arial" panose="020B0604020202020204"/>
            </a:endParaRPr>
          </a:p>
        </p:txBody>
      </p:sp>
      <p:sp>
        <p:nvSpPr>
          <p:cNvPr id="43" name="Rectangle 38"/>
          <p:cNvSpPr>
            <a:spLocks noChangeArrowheads="1"/>
          </p:cNvSpPr>
          <p:nvPr>
            <p:custDataLst>
              <p:tags r:id="rId39"/>
            </p:custDataLst>
          </p:nvPr>
        </p:nvSpPr>
        <p:spPr bwMode="auto">
          <a:xfrm>
            <a:off x="2667000" y="35274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80</a:t>
            </a:r>
            <a:endParaRPr lang="en-US" sz="2500">
              <a:latin typeface="Arial" panose="020B0604020202020204"/>
              <a:cs typeface="Arial" panose="020B0604020202020204"/>
            </a:endParaRPr>
          </a:p>
        </p:txBody>
      </p:sp>
      <p:sp>
        <p:nvSpPr>
          <p:cNvPr id="44" name="Rectangle 39"/>
          <p:cNvSpPr>
            <a:spLocks noChangeArrowheads="1"/>
          </p:cNvSpPr>
          <p:nvPr>
            <p:custDataLst>
              <p:tags r:id="rId40"/>
            </p:custDataLst>
          </p:nvPr>
        </p:nvSpPr>
        <p:spPr bwMode="auto">
          <a:xfrm>
            <a:off x="798513" y="35274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2</a:t>
            </a:r>
            <a:endParaRPr lang="en-US" sz="2500">
              <a:latin typeface="Arial" panose="020B0604020202020204"/>
              <a:cs typeface="Arial" panose="020B0604020202020204"/>
            </a:endParaRPr>
          </a:p>
        </p:txBody>
      </p:sp>
      <p:sp>
        <p:nvSpPr>
          <p:cNvPr id="45" name="Rectangle 40"/>
          <p:cNvSpPr>
            <a:spLocks noChangeArrowheads="1"/>
          </p:cNvSpPr>
          <p:nvPr>
            <p:custDataLst>
              <p:tags r:id="rId41"/>
            </p:custDataLst>
          </p:nvPr>
        </p:nvSpPr>
        <p:spPr bwMode="auto">
          <a:xfrm>
            <a:off x="6286500" y="29813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60.00</a:t>
            </a:r>
            <a:endParaRPr lang="en-US" sz="2500">
              <a:latin typeface="Arial" panose="020B0604020202020204"/>
              <a:cs typeface="Arial" panose="020B0604020202020204"/>
            </a:endParaRPr>
          </a:p>
        </p:txBody>
      </p:sp>
      <p:sp>
        <p:nvSpPr>
          <p:cNvPr id="46" name="Rectangle 41"/>
          <p:cNvSpPr>
            <a:spLocks noChangeArrowheads="1"/>
          </p:cNvSpPr>
          <p:nvPr>
            <p:custDataLst>
              <p:tags r:id="rId42"/>
            </p:custDataLst>
          </p:nvPr>
        </p:nvSpPr>
        <p:spPr bwMode="auto">
          <a:xfrm>
            <a:off x="5143500" y="29813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47" name="Rectangle 42"/>
          <p:cNvSpPr>
            <a:spLocks noChangeArrowheads="1"/>
          </p:cNvSpPr>
          <p:nvPr>
            <p:custDataLst>
              <p:tags r:id="rId43"/>
            </p:custDataLst>
          </p:nvPr>
        </p:nvSpPr>
        <p:spPr bwMode="auto">
          <a:xfrm>
            <a:off x="3771900" y="29813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50.00</a:t>
            </a:r>
            <a:endParaRPr lang="en-US" sz="2500">
              <a:solidFill>
                <a:srgbClr val="FF0000"/>
              </a:solidFill>
              <a:latin typeface="Arial" panose="020B0604020202020204"/>
              <a:cs typeface="Arial" panose="020B0604020202020204"/>
            </a:endParaRPr>
          </a:p>
        </p:txBody>
      </p:sp>
      <p:sp>
        <p:nvSpPr>
          <p:cNvPr id="48" name="Rectangle 43"/>
          <p:cNvSpPr>
            <a:spLocks noChangeArrowheads="1"/>
          </p:cNvSpPr>
          <p:nvPr>
            <p:custDataLst>
              <p:tags r:id="rId44"/>
            </p:custDataLst>
          </p:nvPr>
        </p:nvSpPr>
        <p:spPr bwMode="auto">
          <a:xfrm>
            <a:off x="2667000" y="29813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60</a:t>
            </a:r>
            <a:endParaRPr lang="en-US" sz="2500">
              <a:solidFill>
                <a:srgbClr val="FF0000"/>
              </a:solidFill>
              <a:latin typeface="Arial" panose="020B0604020202020204"/>
              <a:cs typeface="Arial" panose="020B0604020202020204"/>
            </a:endParaRPr>
          </a:p>
        </p:txBody>
      </p:sp>
      <p:sp>
        <p:nvSpPr>
          <p:cNvPr id="49" name="Rectangle 44"/>
          <p:cNvSpPr>
            <a:spLocks noChangeArrowheads="1"/>
          </p:cNvSpPr>
          <p:nvPr>
            <p:custDataLst>
              <p:tags r:id="rId45"/>
            </p:custDataLst>
          </p:nvPr>
        </p:nvSpPr>
        <p:spPr bwMode="auto">
          <a:xfrm>
            <a:off x="798513" y="29813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a:t>
            </a:r>
            <a:endParaRPr lang="en-US" sz="2500">
              <a:latin typeface="Arial" panose="020B0604020202020204"/>
              <a:cs typeface="Arial" panose="020B0604020202020204"/>
            </a:endParaRPr>
          </a:p>
        </p:txBody>
      </p:sp>
      <p:sp>
        <p:nvSpPr>
          <p:cNvPr id="50" name="Rectangle 45"/>
          <p:cNvSpPr>
            <a:spLocks noChangeArrowheads="1"/>
          </p:cNvSpPr>
          <p:nvPr>
            <p:custDataLst>
              <p:tags r:id="rId46"/>
            </p:custDataLst>
          </p:nvPr>
        </p:nvSpPr>
        <p:spPr bwMode="auto">
          <a:xfrm>
            <a:off x="6286500" y="24352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n/a</a:t>
            </a:r>
            <a:endParaRPr lang="en-US" sz="2500" i="1">
              <a:latin typeface="Arial" panose="020B0604020202020204"/>
              <a:cs typeface="Arial" panose="020B0604020202020204"/>
            </a:endParaRPr>
          </a:p>
        </p:txBody>
      </p:sp>
      <p:sp>
        <p:nvSpPr>
          <p:cNvPr id="51" name="Rectangle 46"/>
          <p:cNvSpPr>
            <a:spLocks noChangeArrowheads="1"/>
          </p:cNvSpPr>
          <p:nvPr>
            <p:custDataLst>
              <p:tags r:id="rId47"/>
            </p:custDataLst>
          </p:nvPr>
        </p:nvSpPr>
        <p:spPr bwMode="auto">
          <a:xfrm>
            <a:off x="5143500" y="24352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n/a</a:t>
            </a:r>
            <a:endParaRPr lang="en-US" sz="2500" i="1">
              <a:latin typeface="Arial" panose="020B0604020202020204"/>
              <a:cs typeface="Arial" panose="020B0604020202020204"/>
            </a:endParaRPr>
          </a:p>
        </p:txBody>
      </p:sp>
      <p:sp>
        <p:nvSpPr>
          <p:cNvPr id="52" name="Rectangle 47"/>
          <p:cNvSpPr>
            <a:spLocks noChangeArrowheads="1"/>
          </p:cNvSpPr>
          <p:nvPr>
            <p:custDataLst>
              <p:tags r:id="rId48"/>
            </p:custDataLst>
          </p:nvPr>
        </p:nvSpPr>
        <p:spPr bwMode="auto">
          <a:xfrm>
            <a:off x="3771900" y="24352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n/a</a:t>
            </a:r>
            <a:endParaRPr lang="en-US" sz="2500" i="1">
              <a:latin typeface="Arial" panose="020B0604020202020204"/>
              <a:cs typeface="Arial" panose="020B0604020202020204"/>
            </a:endParaRPr>
          </a:p>
        </p:txBody>
      </p:sp>
      <p:sp>
        <p:nvSpPr>
          <p:cNvPr id="53" name="Rectangle 48"/>
          <p:cNvSpPr>
            <a:spLocks noChangeArrowheads="1"/>
          </p:cNvSpPr>
          <p:nvPr>
            <p:custDataLst>
              <p:tags r:id="rId49"/>
            </p:custDataLst>
          </p:nvPr>
        </p:nvSpPr>
        <p:spPr bwMode="auto">
          <a:xfrm>
            <a:off x="2667000" y="24352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50</a:t>
            </a:r>
            <a:endParaRPr lang="en-US" sz="2500">
              <a:latin typeface="Arial" panose="020B0604020202020204"/>
              <a:cs typeface="Arial" panose="020B0604020202020204"/>
            </a:endParaRPr>
          </a:p>
        </p:txBody>
      </p:sp>
      <p:sp>
        <p:nvSpPr>
          <p:cNvPr id="54" name="Rectangle 49"/>
          <p:cNvSpPr>
            <a:spLocks noChangeArrowheads="1"/>
          </p:cNvSpPr>
          <p:nvPr>
            <p:custDataLst>
              <p:tags r:id="rId50"/>
            </p:custDataLst>
          </p:nvPr>
        </p:nvSpPr>
        <p:spPr bwMode="auto">
          <a:xfrm>
            <a:off x="798513" y="24352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0</a:t>
            </a:r>
            <a:endParaRPr lang="en-US" sz="2500">
              <a:latin typeface="Arial" panose="020B0604020202020204"/>
              <a:cs typeface="Arial" panose="020B0604020202020204"/>
            </a:endParaRPr>
          </a:p>
        </p:txBody>
      </p:sp>
      <p:sp>
        <p:nvSpPr>
          <p:cNvPr id="55" name="Rectangle 50"/>
          <p:cNvSpPr>
            <a:spLocks noChangeArrowheads="1"/>
          </p:cNvSpPr>
          <p:nvPr>
            <p:custDataLst>
              <p:tags r:id="rId51"/>
            </p:custDataLst>
          </p:nvPr>
        </p:nvSpPr>
        <p:spPr bwMode="auto">
          <a:xfrm>
            <a:off x="7721600" y="1889125"/>
            <a:ext cx="10033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MC</a:t>
            </a:r>
            <a:endParaRPr lang="en-US" sz="2500" i="1">
              <a:latin typeface="Arial" panose="020B0604020202020204"/>
              <a:cs typeface="Arial" panose="020B0604020202020204"/>
            </a:endParaRPr>
          </a:p>
        </p:txBody>
      </p:sp>
      <p:sp>
        <p:nvSpPr>
          <p:cNvPr id="56" name="Rectangle 51"/>
          <p:cNvSpPr>
            <a:spLocks noChangeArrowheads="1"/>
          </p:cNvSpPr>
          <p:nvPr>
            <p:custDataLst>
              <p:tags r:id="rId52"/>
            </p:custDataLst>
          </p:nvPr>
        </p:nvSpPr>
        <p:spPr bwMode="auto">
          <a:xfrm>
            <a:off x="6286500" y="1889125"/>
            <a:ext cx="14351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ATC</a:t>
            </a:r>
            <a:endParaRPr lang="en-US" sz="2500" i="1">
              <a:latin typeface="Arial" panose="020B0604020202020204"/>
              <a:cs typeface="Arial" panose="020B0604020202020204"/>
            </a:endParaRPr>
          </a:p>
        </p:txBody>
      </p:sp>
      <p:sp>
        <p:nvSpPr>
          <p:cNvPr id="57" name="Rectangle 52"/>
          <p:cNvSpPr>
            <a:spLocks noChangeArrowheads="1"/>
          </p:cNvSpPr>
          <p:nvPr>
            <p:custDataLst>
              <p:tags r:id="rId53"/>
            </p:custDataLst>
          </p:nvPr>
        </p:nvSpPr>
        <p:spPr bwMode="auto">
          <a:xfrm>
            <a:off x="5143500" y="1889125"/>
            <a:ext cx="11430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AVC</a:t>
            </a:r>
            <a:endParaRPr lang="en-US" sz="2500" i="1">
              <a:latin typeface="Arial" panose="020B0604020202020204"/>
              <a:cs typeface="Arial" panose="020B0604020202020204"/>
            </a:endParaRPr>
          </a:p>
        </p:txBody>
      </p:sp>
      <p:sp>
        <p:nvSpPr>
          <p:cNvPr id="58" name="Rectangle 53"/>
          <p:cNvSpPr>
            <a:spLocks noChangeArrowheads="1"/>
          </p:cNvSpPr>
          <p:nvPr>
            <p:custDataLst>
              <p:tags r:id="rId54"/>
            </p:custDataLst>
          </p:nvPr>
        </p:nvSpPr>
        <p:spPr bwMode="auto">
          <a:xfrm>
            <a:off x="3771900" y="1889125"/>
            <a:ext cx="13716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AFC</a:t>
            </a:r>
            <a:endParaRPr lang="en-US" sz="2500" i="1">
              <a:latin typeface="Arial" panose="020B0604020202020204"/>
              <a:cs typeface="Arial" panose="020B0604020202020204"/>
            </a:endParaRPr>
          </a:p>
        </p:txBody>
      </p:sp>
      <p:sp>
        <p:nvSpPr>
          <p:cNvPr id="59" name="Rectangle 54"/>
          <p:cNvSpPr>
            <a:spLocks noChangeArrowheads="1"/>
          </p:cNvSpPr>
          <p:nvPr>
            <p:custDataLst>
              <p:tags r:id="rId55"/>
            </p:custDataLst>
          </p:nvPr>
        </p:nvSpPr>
        <p:spPr bwMode="auto">
          <a:xfrm>
            <a:off x="2667000" y="1889125"/>
            <a:ext cx="1104900"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i="1">
                <a:latin typeface="Arial" panose="020B0604020202020204"/>
                <a:cs typeface="Arial" panose="020B0604020202020204"/>
              </a:rPr>
              <a:t>TC</a:t>
            </a:r>
            <a:endParaRPr lang="en-US" sz="2500" i="1">
              <a:latin typeface="Arial" panose="020B0604020202020204"/>
              <a:cs typeface="Arial" panose="020B0604020202020204"/>
            </a:endParaRPr>
          </a:p>
        </p:txBody>
      </p:sp>
      <p:sp>
        <p:nvSpPr>
          <p:cNvPr id="60" name="Rectangle 55"/>
          <p:cNvSpPr>
            <a:spLocks noChangeArrowheads="1"/>
          </p:cNvSpPr>
          <p:nvPr>
            <p:custDataLst>
              <p:tags r:id="rId56"/>
            </p:custDataLst>
          </p:nvPr>
        </p:nvSpPr>
        <p:spPr bwMode="auto">
          <a:xfrm>
            <a:off x="798513" y="1889125"/>
            <a:ext cx="801687" cy="546100"/>
          </a:xfrm>
          <a:prstGeom prst="rect">
            <a:avLst/>
          </a:prstGeom>
          <a:noFill/>
          <a:ln w="9525">
            <a:no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61" name="Line 56"/>
          <p:cNvSpPr>
            <a:spLocks noChangeShapeType="1"/>
          </p:cNvSpPr>
          <p:nvPr>
            <p:custDataLst>
              <p:tags r:id="rId57"/>
            </p:custDataLst>
          </p:nvPr>
        </p:nvSpPr>
        <p:spPr bwMode="auto">
          <a:xfrm>
            <a:off x="798513" y="1889125"/>
            <a:ext cx="7926387" cy="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62" name="Line 57"/>
          <p:cNvSpPr>
            <a:spLocks noChangeShapeType="1"/>
          </p:cNvSpPr>
          <p:nvPr>
            <p:custDataLst>
              <p:tags r:id="rId58"/>
            </p:custDataLst>
          </p:nvPr>
        </p:nvSpPr>
        <p:spPr bwMode="auto">
          <a:xfrm>
            <a:off x="798513" y="24352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3" name="Line 58"/>
          <p:cNvSpPr>
            <a:spLocks noChangeShapeType="1"/>
          </p:cNvSpPr>
          <p:nvPr>
            <p:custDataLst>
              <p:tags r:id="rId59"/>
            </p:custDataLst>
          </p:nvPr>
        </p:nvSpPr>
        <p:spPr bwMode="auto">
          <a:xfrm>
            <a:off x="798513" y="29813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4" name="Line 59"/>
          <p:cNvSpPr>
            <a:spLocks noChangeShapeType="1"/>
          </p:cNvSpPr>
          <p:nvPr>
            <p:custDataLst>
              <p:tags r:id="rId60"/>
            </p:custDataLst>
          </p:nvPr>
        </p:nvSpPr>
        <p:spPr bwMode="auto">
          <a:xfrm>
            <a:off x="798513" y="35274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5" name="Line 60"/>
          <p:cNvSpPr>
            <a:spLocks noChangeShapeType="1"/>
          </p:cNvSpPr>
          <p:nvPr>
            <p:custDataLst>
              <p:tags r:id="rId61"/>
            </p:custDataLst>
          </p:nvPr>
        </p:nvSpPr>
        <p:spPr bwMode="auto">
          <a:xfrm>
            <a:off x="798513" y="40735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6" name="Line 61"/>
          <p:cNvSpPr>
            <a:spLocks noChangeShapeType="1"/>
          </p:cNvSpPr>
          <p:nvPr>
            <p:custDataLst>
              <p:tags r:id="rId62"/>
            </p:custDataLst>
          </p:nvPr>
        </p:nvSpPr>
        <p:spPr bwMode="auto">
          <a:xfrm>
            <a:off x="798513" y="46196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7" name="Line 62"/>
          <p:cNvSpPr>
            <a:spLocks noChangeShapeType="1"/>
          </p:cNvSpPr>
          <p:nvPr>
            <p:custDataLst>
              <p:tags r:id="rId63"/>
            </p:custDataLst>
          </p:nvPr>
        </p:nvSpPr>
        <p:spPr bwMode="auto">
          <a:xfrm>
            <a:off x="798513" y="51657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8" name="Line 63"/>
          <p:cNvSpPr>
            <a:spLocks noChangeShapeType="1"/>
          </p:cNvSpPr>
          <p:nvPr>
            <p:custDataLst>
              <p:tags r:id="rId64"/>
            </p:custDataLst>
          </p:nvPr>
        </p:nvSpPr>
        <p:spPr bwMode="auto">
          <a:xfrm>
            <a:off x="798513" y="5711825"/>
            <a:ext cx="7926387" cy="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69" name="Line 64"/>
          <p:cNvSpPr>
            <a:spLocks noChangeShapeType="1"/>
          </p:cNvSpPr>
          <p:nvPr>
            <p:custDataLst>
              <p:tags r:id="rId65"/>
            </p:custDataLst>
          </p:nvPr>
        </p:nvSpPr>
        <p:spPr bwMode="auto">
          <a:xfrm>
            <a:off x="798513" y="6257925"/>
            <a:ext cx="7926387" cy="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70" name="Line 65"/>
          <p:cNvSpPr>
            <a:spLocks noChangeShapeType="1"/>
          </p:cNvSpPr>
          <p:nvPr>
            <p:custDataLst>
              <p:tags r:id="rId66"/>
            </p:custDataLst>
          </p:nvPr>
        </p:nvSpPr>
        <p:spPr bwMode="auto">
          <a:xfrm>
            <a:off x="798513" y="1889125"/>
            <a:ext cx="0" cy="436880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71" name="Line 66"/>
          <p:cNvSpPr>
            <a:spLocks noChangeShapeType="1"/>
          </p:cNvSpPr>
          <p:nvPr>
            <p:custDataLst>
              <p:tags r:id="rId67"/>
            </p:custDataLst>
          </p:nvPr>
        </p:nvSpPr>
        <p:spPr bwMode="auto">
          <a:xfrm>
            <a:off x="16002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72" name="Line 67"/>
          <p:cNvSpPr>
            <a:spLocks noChangeShapeType="1"/>
          </p:cNvSpPr>
          <p:nvPr>
            <p:custDataLst>
              <p:tags r:id="rId68"/>
            </p:custDataLst>
          </p:nvPr>
        </p:nvSpPr>
        <p:spPr bwMode="auto">
          <a:xfrm>
            <a:off x="37719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73" name="Line 68"/>
          <p:cNvSpPr>
            <a:spLocks noChangeShapeType="1"/>
          </p:cNvSpPr>
          <p:nvPr>
            <p:custDataLst>
              <p:tags r:id="rId69"/>
            </p:custDataLst>
          </p:nvPr>
        </p:nvSpPr>
        <p:spPr bwMode="auto">
          <a:xfrm>
            <a:off x="51435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74" name="Line 69"/>
          <p:cNvSpPr>
            <a:spLocks noChangeShapeType="1"/>
          </p:cNvSpPr>
          <p:nvPr>
            <p:custDataLst>
              <p:tags r:id="rId70"/>
            </p:custDataLst>
          </p:nvPr>
        </p:nvSpPr>
        <p:spPr bwMode="auto">
          <a:xfrm>
            <a:off x="62865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75" name="Line 70"/>
          <p:cNvSpPr>
            <a:spLocks noChangeShapeType="1"/>
          </p:cNvSpPr>
          <p:nvPr>
            <p:custDataLst>
              <p:tags r:id="rId71"/>
            </p:custDataLst>
          </p:nvPr>
        </p:nvSpPr>
        <p:spPr bwMode="auto">
          <a:xfrm>
            <a:off x="7721600" y="1889125"/>
            <a:ext cx="0" cy="4368800"/>
          </a:xfrm>
          <a:prstGeom prst="line">
            <a:avLst/>
          </a:prstGeom>
          <a:noFill/>
          <a:ln w="12700">
            <a:solidFill>
              <a:schemeClr val="tx1"/>
            </a:solidFill>
            <a:round/>
          </a:ln>
        </p:spPr>
        <p:txBody>
          <a:bodyPr anchor="ctr" anchorCtr="1"/>
          <a:lstStyle/>
          <a:p>
            <a:endParaRPr lang="en-US">
              <a:latin typeface="Arial" panose="020B0604020202020204"/>
              <a:cs typeface="Arial" panose="020B0604020202020204"/>
            </a:endParaRPr>
          </a:p>
        </p:txBody>
      </p:sp>
      <p:sp>
        <p:nvSpPr>
          <p:cNvPr id="76" name="Line 71"/>
          <p:cNvSpPr>
            <a:spLocks noChangeShapeType="1"/>
          </p:cNvSpPr>
          <p:nvPr>
            <p:custDataLst>
              <p:tags r:id="rId72"/>
            </p:custDataLst>
          </p:nvPr>
        </p:nvSpPr>
        <p:spPr bwMode="auto">
          <a:xfrm>
            <a:off x="8724900" y="1889125"/>
            <a:ext cx="0" cy="4368800"/>
          </a:xfrm>
          <a:prstGeom prst="line">
            <a:avLst/>
          </a:prstGeom>
          <a:noFill/>
          <a:ln w="28575" cap="sq">
            <a:solidFill>
              <a:schemeClr val="tx1"/>
            </a:solidFill>
            <a:round/>
          </a:ln>
        </p:spPr>
        <p:txBody>
          <a:bodyPr anchor="ctr" anchorCtr="1"/>
          <a:lstStyle/>
          <a:p>
            <a:endParaRPr lang="en-US">
              <a:latin typeface="Arial" panose="020B0604020202020204"/>
              <a:cs typeface="Arial" panose="020B0604020202020204"/>
            </a:endParaRPr>
          </a:p>
        </p:txBody>
      </p:sp>
      <p:sp>
        <p:nvSpPr>
          <p:cNvPr id="77" name="Line 72"/>
          <p:cNvSpPr>
            <a:spLocks noChangeShapeType="1"/>
          </p:cNvSpPr>
          <p:nvPr>
            <p:custDataLst>
              <p:tags r:id="rId73"/>
            </p:custDataLst>
          </p:nvPr>
        </p:nvSpPr>
        <p:spPr bwMode="auto">
          <a:xfrm>
            <a:off x="2667000" y="1889125"/>
            <a:ext cx="0" cy="436880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78" name="Rectangle 73"/>
          <p:cNvSpPr>
            <a:spLocks noChangeArrowheads="1"/>
          </p:cNvSpPr>
          <p:nvPr>
            <p:custDataLst>
              <p:tags r:id="rId74"/>
            </p:custDataLst>
          </p:nvPr>
        </p:nvSpPr>
        <p:spPr bwMode="auto">
          <a:xfrm>
            <a:off x="7721600" y="54229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60</a:t>
            </a:r>
            <a:endParaRPr lang="en-US" sz="2500">
              <a:latin typeface="Arial" panose="020B0604020202020204"/>
              <a:cs typeface="Arial" panose="020B0604020202020204"/>
            </a:endParaRPr>
          </a:p>
        </p:txBody>
      </p:sp>
      <p:sp>
        <p:nvSpPr>
          <p:cNvPr id="79" name="Rectangle 74"/>
          <p:cNvSpPr>
            <a:spLocks noChangeArrowheads="1"/>
          </p:cNvSpPr>
          <p:nvPr>
            <p:custDataLst>
              <p:tags r:id="rId75"/>
            </p:custDataLst>
          </p:nvPr>
        </p:nvSpPr>
        <p:spPr bwMode="auto">
          <a:xfrm>
            <a:off x="7721600" y="48768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50</a:t>
            </a:r>
            <a:endParaRPr lang="en-US" sz="2500">
              <a:solidFill>
                <a:srgbClr val="FF0000"/>
              </a:solidFill>
              <a:latin typeface="Arial" panose="020B0604020202020204"/>
              <a:cs typeface="Arial" panose="020B0604020202020204"/>
            </a:endParaRPr>
          </a:p>
        </p:txBody>
      </p:sp>
      <p:sp>
        <p:nvSpPr>
          <p:cNvPr id="80" name="Rectangle 75"/>
          <p:cNvSpPr>
            <a:spLocks noChangeArrowheads="1"/>
          </p:cNvSpPr>
          <p:nvPr>
            <p:custDataLst>
              <p:tags r:id="rId76"/>
            </p:custDataLst>
          </p:nvPr>
        </p:nvSpPr>
        <p:spPr bwMode="auto">
          <a:xfrm>
            <a:off x="7721600" y="43307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40</a:t>
            </a:r>
            <a:endParaRPr lang="en-US" sz="2500">
              <a:solidFill>
                <a:srgbClr val="FF0000"/>
              </a:solidFill>
              <a:latin typeface="Arial" panose="020B0604020202020204"/>
              <a:cs typeface="Arial" panose="020B0604020202020204"/>
            </a:endParaRPr>
          </a:p>
        </p:txBody>
      </p:sp>
      <p:sp>
        <p:nvSpPr>
          <p:cNvPr id="81" name="Rectangle 76"/>
          <p:cNvSpPr>
            <a:spLocks noChangeArrowheads="1"/>
          </p:cNvSpPr>
          <p:nvPr>
            <p:custDataLst>
              <p:tags r:id="rId77"/>
            </p:custDataLst>
          </p:nvPr>
        </p:nvSpPr>
        <p:spPr bwMode="auto">
          <a:xfrm>
            <a:off x="7721600" y="37846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30</a:t>
            </a:r>
            <a:endParaRPr lang="en-US" sz="2500">
              <a:latin typeface="Arial" panose="020B0604020202020204"/>
              <a:cs typeface="Arial" panose="020B0604020202020204"/>
            </a:endParaRPr>
          </a:p>
        </p:txBody>
      </p:sp>
      <p:sp>
        <p:nvSpPr>
          <p:cNvPr id="82" name="Rectangle 77"/>
          <p:cNvSpPr>
            <a:spLocks noChangeArrowheads="1"/>
          </p:cNvSpPr>
          <p:nvPr>
            <p:custDataLst>
              <p:tags r:id="rId78"/>
            </p:custDataLst>
          </p:nvPr>
        </p:nvSpPr>
        <p:spPr bwMode="auto">
          <a:xfrm>
            <a:off x="7721600" y="32385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solidFill>
                  <a:srgbClr val="FF0000"/>
                </a:solidFill>
                <a:latin typeface="Arial" panose="020B0604020202020204"/>
                <a:cs typeface="Arial" panose="020B0604020202020204"/>
              </a:rPr>
              <a:t>20</a:t>
            </a:r>
            <a:endParaRPr lang="en-US" sz="2500">
              <a:solidFill>
                <a:srgbClr val="FF0000"/>
              </a:solidFill>
              <a:latin typeface="Arial" panose="020B0604020202020204"/>
              <a:cs typeface="Arial" panose="020B0604020202020204"/>
            </a:endParaRPr>
          </a:p>
        </p:txBody>
      </p:sp>
      <p:sp>
        <p:nvSpPr>
          <p:cNvPr id="83" name="Rectangle 78"/>
          <p:cNvSpPr>
            <a:spLocks noChangeArrowheads="1"/>
          </p:cNvSpPr>
          <p:nvPr>
            <p:custDataLst>
              <p:tags r:id="rId79"/>
            </p:custDataLst>
          </p:nvPr>
        </p:nvSpPr>
        <p:spPr bwMode="auto">
          <a:xfrm>
            <a:off x="7721600" y="2692400"/>
            <a:ext cx="1003300" cy="546100"/>
          </a:xfrm>
          <a:prstGeom prst="rect">
            <a:avLst/>
          </a:prstGeom>
          <a:solidFill>
            <a:schemeClr val="bg1"/>
          </a:solidFill>
          <a:ln w="12700">
            <a:solidFill>
              <a:schemeClr val="tx1"/>
            </a:solidFill>
            <a:miter lim="800000"/>
          </a:ln>
        </p:spPr>
        <p:txBody>
          <a:bodyPr anchor="ctr" anchorCtr="1"/>
          <a:lstStyle/>
          <a:p>
            <a:pPr>
              <a:lnSpc>
                <a:spcPct val="105000"/>
              </a:lnSpc>
              <a:spcBef>
                <a:spcPct val="45000"/>
              </a:spcBef>
              <a:buClr>
                <a:srgbClr val="00B85C"/>
              </a:buClr>
              <a:buSzPct val="120000"/>
              <a:buFont typeface="Wingdings" panose="05000000000000000000" pitchFamily="2" charset="2"/>
              <a:buNone/>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84" name="Rectangle 89"/>
          <p:cNvSpPr>
            <a:spLocks noChangeArrowheads="1"/>
          </p:cNvSpPr>
          <p:nvPr>
            <p:custDataLst>
              <p:tags r:id="rId80"/>
            </p:custDataLst>
          </p:nvPr>
        </p:nvSpPr>
        <p:spPr bwMode="auto">
          <a:xfrm>
            <a:off x="7732713" y="5978525"/>
            <a:ext cx="982662" cy="266700"/>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85" name="Rectangle 90"/>
          <p:cNvSpPr>
            <a:spLocks noChangeArrowheads="1"/>
          </p:cNvSpPr>
          <p:nvPr>
            <p:custDataLst>
              <p:tags r:id="rId81"/>
            </p:custDataLst>
          </p:nvPr>
        </p:nvSpPr>
        <p:spPr bwMode="auto">
          <a:xfrm>
            <a:off x="7734300" y="2446338"/>
            <a:ext cx="977900" cy="238125"/>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subTnLst>
                                    <p:animClr clrSpc="rgb" dir="cw">
                                      <p:cBhvr override="childStyle">
                                        <p:cTn dur="1" fill="hold" display="0" masterRel="nextClick" afterEffect="1"/>
                                        <p:tgtEl>
                                          <p:spTgt spid="18"/>
                                        </p:tgtEl>
                                        <p:attrNameLst>
                                          <p:attrName>ppt_c</p:attrName>
                                        </p:attrNameLst>
                                      </p:cBhvr>
                                      <p:to>
                                        <a:srgbClr val="CC990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00"/>
                                        <p:tgtEl>
                                          <p:spTgt spid="48"/>
                                        </p:tgtEl>
                                      </p:cBhvr>
                                    </p:animEffect>
                                  </p:childTnLst>
                                  <p:subTnLst>
                                    <p:animClr clrSpc="rgb" dir="cw">
                                      <p:cBhvr override="childStyle">
                                        <p:cTn dur="1" fill="hold" display="0" masterRel="nextClick" afterEffect="1"/>
                                        <p:tgtEl>
                                          <p:spTgt spid="48"/>
                                        </p:tgtEl>
                                        <p:attrNameLst>
                                          <p:attrName>ppt_c</p:attrName>
                                        </p:attrNameLst>
                                      </p:cBhvr>
                                      <p:to>
                                        <a:srgbClr val="CC9900"/>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subTnLst>
                                    <p:animClr clrSpc="rgb" dir="cw">
                                      <p:cBhvr override="childStyle">
                                        <p:cTn dur="1" fill="hold" display="0" masterRel="nextClick" afterEffect="1"/>
                                        <p:tgtEl>
                                          <p:spTgt spid="28"/>
                                        </p:tgtEl>
                                        <p:attrNameLst>
                                          <p:attrName>ppt_c</p:attrName>
                                        </p:attrNameLst>
                                      </p:cBhvr>
                                      <p:to>
                                        <a:srgbClr val="CC9900"/>
                                      </p:to>
                                    </p:animClr>
                                  </p:sub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childTnLst>
                                  <p:subTnLst>
                                    <p:animClr clrSpc="rgb" dir="cw">
                                      <p:cBhvr override="childStyle">
                                        <p:cTn dur="1" fill="hold" display="0" masterRel="nextClick" afterEffect="1"/>
                                        <p:tgtEl>
                                          <p:spTgt spid="47"/>
                                        </p:tgtEl>
                                        <p:attrNameLst>
                                          <p:attrName>ppt_c</p:attrName>
                                        </p:attrNameLst>
                                      </p:cBhvr>
                                      <p:to>
                                        <a:srgbClr val="CC9900"/>
                                      </p:to>
                                    </p:animClr>
                                  </p:sub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subTnLst>
                                    <p:animClr clrSpc="rgb" dir="cw">
                                      <p:cBhvr override="childStyle">
                                        <p:cTn dur="1" fill="hold" display="0" masterRel="nextClick" afterEffect="1"/>
                                        <p:tgtEl>
                                          <p:spTgt spid="42"/>
                                        </p:tgtEl>
                                        <p:attrNameLst>
                                          <p:attrName>ppt_c</p:attrName>
                                        </p:attrNameLst>
                                      </p:cBhvr>
                                      <p:to>
                                        <a:srgbClr val="CC9900"/>
                                      </p:to>
                                    </p:animClr>
                                  </p:sub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subTnLst>
                                    <p:animClr clrSpc="rgb" dir="cw">
                                      <p:cBhvr override="childStyle">
                                        <p:cTn dur="1" fill="hold" display="0" masterRel="nextClick" afterEffect="1"/>
                                        <p:tgtEl>
                                          <p:spTgt spid="27"/>
                                        </p:tgtEl>
                                        <p:attrNameLst>
                                          <p:attrName>ppt_c</p:attrName>
                                        </p:attrNameLst>
                                      </p:cBhvr>
                                      <p:to>
                                        <a:srgbClr val="CC9900"/>
                                      </p:to>
                                    </p:animClr>
                                  </p:sub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2"/>
                                        </p:tgtEl>
                                      </p:cBhvr>
                                    </p:animEffect>
                                    <p:set>
                                      <p:cBhvr>
                                        <p:cTn id="52" dur="1" fill="hold">
                                          <p:stCondLst>
                                            <p:cond delay="499"/>
                                          </p:stCondLst>
                                        </p:cTn>
                                        <p:tgtEl>
                                          <p:spTgt spid="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subTnLst>
                                    <p:animClr clrSpc="rgb" dir="cw">
                                      <p:cBhvr override="childStyle">
                                        <p:cTn dur="1" fill="hold" display="0" masterRel="nextClick" afterEffect="1"/>
                                        <p:tgtEl>
                                          <p:spTgt spid="41"/>
                                        </p:tgtEl>
                                        <p:attrNameLst>
                                          <p:attrName>ppt_c</p:attrName>
                                        </p:attrNameLst>
                                      </p:cBhvr>
                                      <p:to>
                                        <a:srgbClr val="CC9900"/>
                                      </p:to>
                                    </p:animClr>
                                  </p:sub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subTnLst>
                                    <p:animClr clrSpc="rgb" dir="cw">
                                      <p:cBhvr override="childStyle">
                                        <p:cTn dur="1" fill="hold" display="0" masterRel="nextClick" afterEffect="1"/>
                                        <p:tgtEl>
                                          <p:spTgt spid="31"/>
                                        </p:tgtEl>
                                        <p:attrNameLst>
                                          <p:attrName>ppt_c</p:attrName>
                                        </p:attrNameLst>
                                      </p:cBhvr>
                                      <p:to>
                                        <a:srgbClr val="CC9900"/>
                                      </p:to>
                                    </p:animClr>
                                  </p:sub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500"/>
                                        <p:tgtEl>
                                          <p:spTgt spid="15"/>
                                        </p:tgtEl>
                                      </p:cBhvr>
                                    </p:animEffect>
                                  </p:childTnLst>
                                  <p:subTnLst>
                                    <p:animClr clrSpc="rgb" dir="cw">
                                      <p:cBhvr override="childStyle">
                                        <p:cTn dur="1" fill="hold" display="0" masterRel="nextClick" afterEffect="1"/>
                                        <p:tgtEl>
                                          <p:spTgt spid="15"/>
                                        </p:tgtEl>
                                        <p:attrNameLst>
                                          <p:attrName>ppt_c</p:attrName>
                                        </p:attrNameLst>
                                      </p:cBhvr>
                                      <p:to>
                                        <a:srgbClr val="CC9900"/>
                                      </p:to>
                                    </p:animClr>
                                  </p:sub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1" nodeType="clickEffect">
                                  <p:stCondLst>
                                    <p:cond delay="0"/>
                                  </p:stCondLst>
                                  <p:childTnLst>
                                    <p:animEffect transition="out" filter="fade">
                                      <p:cBhvr>
                                        <p:cTn id="76" dur="500"/>
                                        <p:tgtEl>
                                          <p:spTgt spid="3"/>
                                        </p:tgtEl>
                                      </p:cBhvr>
                                    </p:animEffect>
                                    <p:set>
                                      <p:cBhvr>
                                        <p:cTn id="77" dur="1" fill="hold">
                                          <p:stCondLst>
                                            <p:cond delay="499"/>
                                          </p:stCondLst>
                                        </p:cTn>
                                        <p:tgtEl>
                                          <p:spTgt spid="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5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82">
                                            <p:txEl>
                                              <p:pRg st="0" end="0"/>
                                            </p:txEl>
                                          </p:spTgt>
                                        </p:tgtEl>
                                        <p:attrNameLst>
                                          <p:attrName>style.visibility</p:attrName>
                                        </p:attrNameLst>
                                      </p:cBhvr>
                                      <p:to>
                                        <p:strVal val="visible"/>
                                      </p:to>
                                    </p:set>
                                    <p:animEffect transition="in" filter="fade">
                                      <p:cBhvr>
                                        <p:cTn id="87" dur="500"/>
                                        <p:tgtEl>
                                          <p:spTgt spid="82">
                                            <p:txEl>
                                              <p:pRg st="0" end="0"/>
                                            </p:txEl>
                                          </p:spTgt>
                                        </p:tgtEl>
                                      </p:cBhvr>
                                    </p:animEffect>
                                  </p:childTnLst>
                                  <p:subTnLst>
                                    <p:animClr clrSpc="rgb" dir="cw">
                                      <p:cBhvr override="childStyle">
                                        <p:cTn dur="1" fill="hold" display="0" masterRel="nextClick" afterEffect="1"/>
                                        <p:tgtEl>
                                          <p:spTgt spid="82">
                                            <p:txEl>
                                              <p:pRg st="0" end="0"/>
                                            </p:txEl>
                                          </p:spTgt>
                                        </p:tgtEl>
                                        <p:attrNameLst>
                                          <p:attrName>ppt_c</p:attrName>
                                        </p:attrNameLst>
                                      </p:cBhvr>
                                      <p:to>
                                        <a:srgbClr val="CC9900"/>
                                      </p:to>
                                    </p:animClr>
                                  </p:sub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500"/>
                                        <p:tgtEl>
                                          <p:spTgt spid="38"/>
                                        </p:tgtEl>
                                      </p:cBhvr>
                                    </p:animEffect>
                                  </p:childTnLst>
                                  <p:subTnLst>
                                    <p:animClr clrSpc="rgb" dir="cw">
                                      <p:cBhvr override="childStyle">
                                        <p:cTn dur="1" fill="hold" display="0" masterRel="nextClick" afterEffect="1"/>
                                        <p:tgtEl>
                                          <p:spTgt spid="38"/>
                                        </p:tgtEl>
                                        <p:attrNameLst>
                                          <p:attrName>ppt_c</p:attrName>
                                        </p:attrNameLst>
                                      </p:cBhvr>
                                      <p:to>
                                        <a:srgbClr val="CC9900"/>
                                      </p:to>
                                    </p:animClr>
                                  </p:sub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80">
                                            <p:txEl>
                                              <p:pRg st="0" end="0"/>
                                            </p:txEl>
                                          </p:spTgt>
                                        </p:tgtEl>
                                        <p:attrNameLst>
                                          <p:attrName>style.visibility</p:attrName>
                                        </p:attrNameLst>
                                      </p:cBhvr>
                                      <p:to>
                                        <p:strVal val="visible"/>
                                      </p:to>
                                    </p:set>
                                    <p:animEffect transition="in" filter="fade">
                                      <p:cBhvr>
                                        <p:cTn id="97" dur="500"/>
                                        <p:tgtEl>
                                          <p:spTgt spid="80">
                                            <p:txEl>
                                              <p:pRg st="0" end="0"/>
                                            </p:txEl>
                                          </p:spTgt>
                                        </p:tgtEl>
                                      </p:cBhvr>
                                    </p:animEffect>
                                  </p:childTnLst>
                                  <p:subTnLst>
                                    <p:animClr clrSpc="rgb" dir="cw">
                                      <p:cBhvr override="childStyle">
                                        <p:cTn dur="1" fill="hold" display="0" masterRel="nextClick" afterEffect="1"/>
                                        <p:tgtEl>
                                          <p:spTgt spid="80">
                                            <p:txEl>
                                              <p:pRg st="0" end="0"/>
                                            </p:txEl>
                                          </p:spTgt>
                                        </p:tgtEl>
                                        <p:attrNameLst>
                                          <p:attrName>ppt_c</p:attrName>
                                        </p:attrNameLst>
                                      </p:cBhvr>
                                      <p:to>
                                        <a:srgbClr val="CC9900"/>
                                      </p:to>
                                    </p:animClr>
                                  </p:sub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79">
                                            <p:txEl>
                                              <p:pRg st="0" end="0"/>
                                            </p:txEl>
                                          </p:spTgt>
                                        </p:tgtEl>
                                        <p:attrNameLst>
                                          <p:attrName>style.visibility</p:attrName>
                                        </p:attrNameLst>
                                      </p:cBhvr>
                                      <p:to>
                                        <p:strVal val="visible"/>
                                      </p:to>
                                    </p:set>
                                    <p:animEffect transition="in" filter="fade">
                                      <p:cBhvr>
                                        <p:cTn id="102" dur="500"/>
                                        <p:tgtEl>
                                          <p:spTgt spid="79">
                                            <p:txEl>
                                              <p:pRg st="0" end="0"/>
                                            </p:txEl>
                                          </p:spTgt>
                                        </p:tgtEl>
                                      </p:cBhvr>
                                    </p:animEffect>
                                  </p:childTnLst>
                                  <p:subTnLst>
                                    <p:animClr clrSpc="rgb" dir="cw">
                                      <p:cBhvr override="childStyle">
                                        <p:cTn dur="1" fill="hold" display="0" masterRel="nextClick" afterEffect="1"/>
                                        <p:tgtEl>
                                          <p:spTgt spid="79">
                                            <p:txEl>
                                              <p:pRg st="0" end="0"/>
                                            </p:txEl>
                                          </p:spTgt>
                                        </p:tgtEl>
                                        <p:attrNameLst>
                                          <p:attrName>ppt_c</p:attrName>
                                        </p:attrNameLst>
                                      </p:cBhvr>
                                      <p:to>
                                        <a:srgbClr val="CC9900"/>
                                      </p:to>
                                    </p:animClr>
                                  </p:subTnLst>
                                </p:cTn>
                              </p:par>
                            </p:childTnLst>
                          </p:cTn>
                        </p:par>
                      </p:childTnLst>
                    </p:cTn>
                  </p:par>
                  <p:par>
                    <p:cTn id="103" fill="hold">
                      <p:stCondLst>
                        <p:cond delay="indefinite"/>
                      </p:stCondLst>
                      <p:childTnLst>
                        <p:par>
                          <p:cTn id="104" fill="hold">
                            <p:stCondLst>
                              <p:cond delay="0"/>
                            </p:stCondLst>
                            <p:childTnLst>
                              <p:par>
                                <p:cTn id="105" presetID="10" presetClass="exit" presetSubtype="0" fill="hold" grpId="1" nodeType="clickEffect">
                                  <p:stCondLst>
                                    <p:cond delay="0"/>
                                  </p:stCondLst>
                                  <p:childTnLst>
                                    <p:animEffect transition="out" filter="fade">
                                      <p:cBhvr>
                                        <p:cTn id="106" dur="500"/>
                                        <p:tgtEl>
                                          <p:spTgt spid="8"/>
                                        </p:tgtEl>
                                      </p:cBhvr>
                                    </p:animEffect>
                                    <p:set>
                                      <p:cBhvr>
                                        <p:cTn id="107" dur="1" fill="hold">
                                          <p:stCondLst>
                                            <p:cond delay="499"/>
                                          </p:stCondLst>
                                        </p:cTn>
                                        <p:tgtEl>
                                          <p:spTgt spid="8"/>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500"/>
                                        <p:tgtEl>
                                          <p:spTgt spid="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subTnLst>
                                    <p:animClr clrSpc="rgb" dir="cw">
                                      <p:cBhvr override="childStyle">
                                        <p:cTn dur="1" fill="hold" display="0" masterRel="nextClick" afterEffect="1"/>
                                        <p:tgtEl>
                                          <p:spTgt spid="40"/>
                                        </p:tgtEl>
                                        <p:attrNameLst>
                                          <p:attrName>ppt_c</p:attrName>
                                        </p:attrNameLst>
                                      </p:cBhvr>
                                      <p:to>
                                        <a:srgbClr val="CC9900"/>
                                      </p:to>
                                    </p:animClr>
                                  </p:sub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500"/>
                                        <p:tgtEl>
                                          <p:spTgt spid="25"/>
                                        </p:tgtEl>
                                      </p:cBhvr>
                                    </p:animEffect>
                                  </p:childTnLst>
                                  <p:subTnLst>
                                    <p:animClr clrSpc="rgb" dir="cw">
                                      <p:cBhvr override="childStyle">
                                        <p:cTn dur="1" fill="hold" display="0" masterRel="nextClick" afterEffect="1"/>
                                        <p:tgtEl>
                                          <p:spTgt spid="25"/>
                                        </p:tgtEl>
                                        <p:attrNameLst>
                                          <p:attrName>ppt_c</p:attrName>
                                        </p:attrNameLst>
                                      </p:cBhvr>
                                      <p:to>
                                        <a:srgbClr val="CC9900"/>
                                      </p:to>
                                    </p:animClr>
                                  </p:subTnLst>
                                </p:cTn>
                              </p:par>
                            </p:childTnLst>
                          </p:cTn>
                        </p:par>
                      </p:childTnLst>
                    </p:cTn>
                  </p:par>
                  <p:par>
                    <p:cTn id="123" fill="hold">
                      <p:stCondLst>
                        <p:cond delay="indefinite"/>
                      </p:stCondLst>
                      <p:childTnLst>
                        <p:par>
                          <p:cTn id="124" fill="hold">
                            <p:stCondLst>
                              <p:cond delay="0"/>
                            </p:stCondLst>
                            <p:childTnLst>
                              <p:par>
                                <p:cTn id="125" presetID="10" presetClass="exit" presetSubtype="0" fill="hold" grpId="1" nodeType="clickEffect">
                                  <p:stCondLst>
                                    <p:cond delay="0"/>
                                  </p:stCondLst>
                                  <p:childTnLst>
                                    <p:animEffect transition="out" filter="fade">
                                      <p:cBhvr>
                                        <p:cTn id="126" dur="500"/>
                                        <p:tgtEl>
                                          <p:spTgt spid="9"/>
                                        </p:tgtEl>
                                      </p:cBhvr>
                                    </p:animEffect>
                                    <p:set>
                                      <p:cBhvr>
                                        <p:cTn id="1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P spid="3" grpId="0" bldLvl="0" animBg="1"/>
      <p:bldP spid="3" grpId="1" bldLvl="0" animBg="1"/>
      <p:bldP spid="8" grpId="0" bldLvl="0" animBg="1"/>
      <p:bldP spid="8" grpId="1" bldLvl="0" animBg="1"/>
      <p:bldP spid="9" grpId="0" bldLvl="0" animBg="1"/>
      <p:bldP spid="9" grpId="1" bldLvl="0" animBg="1"/>
      <p:bldP spid="10" grpId="0" bldLvl="0" animBg="1"/>
      <p:bldP spid="10" grpId="1" bldLvl="0" animBg="1"/>
      <p:bldP spid="18" grpId="0"/>
      <p:bldP spid="27" grpId="0"/>
      <p:bldP spid="28" grpId="0"/>
      <p:bldP spid="31" grpId="0"/>
      <p:bldP spid="38" grpId="0"/>
      <p:bldP spid="40" grpId="0"/>
      <p:bldP spid="41" grpId="0"/>
      <p:bldP spid="42" grpId="0"/>
      <p:bldP spid="47" grpId="0"/>
      <p:bldP spid="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33197" y="620688"/>
            <a:ext cx="5581650" cy="583565"/>
          </a:xfrm>
          <a:prstGeom prst="rect">
            <a:avLst/>
          </a:prstGeom>
          <a:noFill/>
        </p:spPr>
        <p:txBody>
          <a:bodyPr wrap="none" rtlCol="0">
            <a:spAutoFit/>
          </a:bodyPr>
          <a:lstStyle/>
          <a:p>
            <a:pPr algn="l"/>
            <a:r>
              <a:rPr sz="3200">
                <a:solidFill>
                  <a:srgbClr val="002060"/>
                </a:solidFill>
                <a:sym typeface="+mn-ea"/>
              </a:rPr>
              <a:t>例 2: 为什么ATC 通常是 U型的?</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17" name="AutoShape 4"/>
          <p:cNvSpPr>
            <a:spLocks noChangeAspect="1" noChangeArrowheads="1" noTextEdit="1"/>
          </p:cNvSpPr>
          <p:nvPr>
            <p:custDataLst>
              <p:tags r:id="rId2"/>
            </p:custDataLst>
          </p:nvPr>
        </p:nvSpPr>
        <p:spPr bwMode="auto">
          <a:xfrm>
            <a:off x="3408363" y="1130618"/>
            <a:ext cx="5394325" cy="5592762"/>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18" name="Rectangle 5"/>
          <p:cNvSpPr>
            <a:spLocks noChangeArrowheads="1"/>
          </p:cNvSpPr>
          <p:nvPr>
            <p:custDataLst>
              <p:tags r:id="rId3"/>
            </p:custDataLst>
          </p:nvPr>
        </p:nvSpPr>
        <p:spPr bwMode="auto">
          <a:xfrm>
            <a:off x="3584575" y="1306830"/>
            <a:ext cx="5284788" cy="5494338"/>
          </a:xfrm>
          <a:prstGeom prst="rect">
            <a:avLst/>
          </a:prstGeom>
          <a:solidFill>
            <a:srgbClr val="CC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19" name="Rectangle 6"/>
          <p:cNvSpPr>
            <a:spLocks noChangeArrowheads="1"/>
          </p:cNvSpPr>
          <p:nvPr>
            <p:custDataLst>
              <p:tags r:id="rId4"/>
            </p:custDataLst>
          </p:nvPr>
        </p:nvSpPr>
        <p:spPr bwMode="auto">
          <a:xfrm>
            <a:off x="4741863" y="1459230"/>
            <a:ext cx="3792537" cy="4208463"/>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grpSp>
        <p:nvGrpSpPr>
          <p:cNvPr id="20" name="Group 7"/>
          <p:cNvGrpSpPr/>
          <p:nvPr/>
        </p:nvGrpSpPr>
        <p:grpSpPr bwMode="auto">
          <a:xfrm>
            <a:off x="5210175" y="3627755"/>
            <a:ext cx="3632200" cy="1792288"/>
            <a:chOff x="3282" y="2064"/>
            <a:chExt cx="2288" cy="1129"/>
          </a:xfrm>
        </p:grpSpPr>
        <p:sp>
          <p:nvSpPr>
            <p:cNvPr id="21" name="Freeform 8"/>
            <p:cNvSpPr/>
            <p:nvPr>
              <p:custDataLst>
                <p:tags r:id="rId5"/>
              </p:custDataLst>
            </p:nvPr>
          </p:nvSpPr>
          <p:spPr bwMode="auto">
            <a:xfrm>
              <a:off x="3307" y="2089"/>
              <a:ext cx="2263" cy="1104"/>
            </a:xfrm>
            <a:custGeom>
              <a:avLst/>
              <a:gdLst>
                <a:gd name="T0" fmla="*/ 0 w 361"/>
                <a:gd name="T1" fmla="*/ 0 h 176"/>
                <a:gd name="T2" fmla="*/ 503508 w 361"/>
                <a:gd name="T3" fmla="*/ 970730 h 176"/>
                <a:gd name="T4" fmla="*/ 997663 w 361"/>
                <a:gd name="T5" fmla="*/ 1301955 h 176"/>
                <a:gd name="T6" fmla="*/ 1500933 w 361"/>
                <a:gd name="T7" fmla="*/ 1466074 h 176"/>
                <a:gd name="T8" fmla="*/ 1993634 w 361"/>
                <a:gd name="T9" fmla="*/ 1563577 h 176"/>
                <a:gd name="T10" fmla="*/ 2496904 w 361"/>
                <a:gd name="T11" fmla="*/ 1622554 h 176"/>
                <a:gd name="T12" fmla="*/ 2991059 w 361"/>
                <a:gd name="T13" fmla="*/ 1670440 h 176"/>
                <a:gd name="T14" fmla="*/ 3494568 w 361"/>
                <a:gd name="T15" fmla="*/ 1709199 h 176"/>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76"/>
                <a:gd name="T26" fmla="*/ 361 w 361"/>
                <a:gd name="T27" fmla="*/ 176 h 1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76">
                  <a:moveTo>
                    <a:pt x="0" y="0"/>
                  </a:moveTo>
                  <a:lnTo>
                    <a:pt x="52" y="100"/>
                  </a:lnTo>
                  <a:lnTo>
                    <a:pt x="103" y="134"/>
                  </a:lnTo>
                  <a:lnTo>
                    <a:pt x="155" y="151"/>
                  </a:lnTo>
                  <a:lnTo>
                    <a:pt x="206" y="161"/>
                  </a:lnTo>
                  <a:lnTo>
                    <a:pt x="258" y="167"/>
                  </a:lnTo>
                  <a:lnTo>
                    <a:pt x="309" y="172"/>
                  </a:lnTo>
                  <a:lnTo>
                    <a:pt x="361" y="176"/>
                  </a:lnTo>
                </a:path>
              </a:pathLst>
            </a:custGeom>
            <a:noFill/>
            <a:ln w="30163">
              <a:solidFill>
                <a:srgbClr val="003366"/>
              </a:solidFill>
              <a:round/>
            </a:ln>
          </p:spPr>
          <p:txBody>
            <a:bodyPr/>
            <a:lstStyle/>
            <a:p>
              <a:endParaRPr lang="en-US">
                <a:latin typeface="Arial" panose="020B0604020202020204"/>
                <a:cs typeface="Arial" panose="020B0604020202020204"/>
              </a:endParaRPr>
            </a:p>
          </p:txBody>
        </p:sp>
        <p:sp>
          <p:nvSpPr>
            <p:cNvPr id="22" name="Oval 9"/>
            <p:cNvSpPr>
              <a:spLocks noChangeArrowheads="1"/>
            </p:cNvSpPr>
            <p:nvPr>
              <p:custDataLst>
                <p:tags r:id="rId6"/>
              </p:custDataLst>
            </p:nvPr>
          </p:nvSpPr>
          <p:spPr bwMode="auto">
            <a:xfrm>
              <a:off x="3282" y="2064"/>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3" name="Oval 10"/>
            <p:cNvSpPr>
              <a:spLocks noChangeArrowheads="1"/>
            </p:cNvSpPr>
            <p:nvPr>
              <p:custDataLst>
                <p:tags r:id="rId7"/>
              </p:custDataLst>
            </p:nvPr>
          </p:nvSpPr>
          <p:spPr bwMode="auto">
            <a:xfrm>
              <a:off x="3608" y="2691"/>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4" name="Oval 11"/>
            <p:cNvSpPr>
              <a:spLocks noChangeArrowheads="1"/>
            </p:cNvSpPr>
            <p:nvPr>
              <p:custDataLst>
                <p:tags r:id="rId8"/>
              </p:custDataLst>
            </p:nvPr>
          </p:nvSpPr>
          <p:spPr bwMode="auto">
            <a:xfrm>
              <a:off x="3927" y="2904"/>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5" name="Oval 12"/>
            <p:cNvSpPr>
              <a:spLocks noChangeArrowheads="1"/>
            </p:cNvSpPr>
            <p:nvPr>
              <p:custDataLst>
                <p:tags r:id="rId9"/>
              </p:custDataLst>
            </p:nvPr>
          </p:nvSpPr>
          <p:spPr bwMode="auto">
            <a:xfrm>
              <a:off x="4253" y="3011"/>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6" name="Oval 13"/>
            <p:cNvSpPr>
              <a:spLocks noChangeArrowheads="1"/>
            </p:cNvSpPr>
            <p:nvPr>
              <p:custDataLst>
                <p:tags r:id="rId10"/>
              </p:custDataLst>
            </p:nvPr>
          </p:nvSpPr>
          <p:spPr bwMode="auto">
            <a:xfrm>
              <a:off x="4573" y="3074"/>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7" name="Oval 14"/>
            <p:cNvSpPr>
              <a:spLocks noChangeArrowheads="1"/>
            </p:cNvSpPr>
            <p:nvPr>
              <p:custDataLst>
                <p:tags r:id="rId11"/>
              </p:custDataLst>
            </p:nvPr>
          </p:nvSpPr>
          <p:spPr bwMode="auto">
            <a:xfrm>
              <a:off x="4899" y="3111"/>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28" name="Oval 15"/>
            <p:cNvSpPr>
              <a:spLocks noChangeArrowheads="1"/>
            </p:cNvSpPr>
            <p:nvPr>
              <p:custDataLst>
                <p:tags r:id="rId12"/>
              </p:custDataLst>
            </p:nvPr>
          </p:nvSpPr>
          <p:spPr bwMode="auto">
            <a:xfrm>
              <a:off x="5219" y="3143"/>
              <a:ext cx="44" cy="44"/>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grpSp>
      <p:grpSp>
        <p:nvGrpSpPr>
          <p:cNvPr id="29" name="Group 16"/>
          <p:cNvGrpSpPr/>
          <p:nvPr/>
        </p:nvGrpSpPr>
        <p:grpSpPr bwMode="auto">
          <a:xfrm>
            <a:off x="5210175" y="3867468"/>
            <a:ext cx="3632200" cy="776287"/>
            <a:chOff x="3282" y="2215"/>
            <a:chExt cx="2288" cy="489"/>
          </a:xfrm>
        </p:grpSpPr>
        <p:sp>
          <p:nvSpPr>
            <p:cNvPr id="30" name="Freeform 17"/>
            <p:cNvSpPr/>
            <p:nvPr>
              <p:custDataLst>
                <p:tags r:id="rId13"/>
              </p:custDataLst>
            </p:nvPr>
          </p:nvSpPr>
          <p:spPr bwMode="auto">
            <a:xfrm>
              <a:off x="3307" y="2215"/>
              <a:ext cx="2263" cy="470"/>
            </a:xfrm>
            <a:custGeom>
              <a:avLst/>
              <a:gdLst>
                <a:gd name="T0" fmla="*/ 0 w 361"/>
                <a:gd name="T1" fmla="*/ 387098 h 75"/>
                <a:gd name="T2" fmla="*/ 503508 w 361"/>
                <a:gd name="T3" fmla="*/ 579798 h 75"/>
                <a:gd name="T4" fmla="*/ 997663 w 361"/>
                <a:gd name="T5" fmla="*/ 715634 h 75"/>
                <a:gd name="T6" fmla="*/ 1500933 w 361"/>
                <a:gd name="T7" fmla="*/ 724746 h 75"/>
                <a:gd name="T8" fmla="*/ 1993634 w 361"/>
                <a:gd name="T9" fmla="*/ 657085 h 75"/>
                <a:gd name="T10" fmla="*/ 2496904 w 361"/>
                <a:gd name="T11" fmla="*/ 512137 h 75"/>
                <a:gd name="T12" fmla="*/ 2991059 w 361"/>
                <a:gd name="T13" fmla="*/ 299246 h 75"/>
                <a:gd name="T14" fmla="*/ 3494568 w 361"/>
                <a:gd name="T15" fmla="*/ 0 h 75"/>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75"/>
                <a:gd name="T26" fmla="*/ 361 w 361"/>
                <a:gd name="T27" fmla="*/ 75 h 7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75">
                  <a:moveTo>
                    <a:pt x="0" y="40"/>
                  </a:moveTo>
                  <a:lnTo>
                    <a:pt x="52" y="60"/>
                  </a:lnTo>
                  <a:lnTo>
                    <a:pt x="103" y="74"/>
                  </a:lnTo>
                  <a:lnTo>
                    <a:pt x="155" y="75"/>
                  </a:lnTo>
                  <a:lnTo>
                    <a:pt x="206" y="68"/>
                  </a:lnTo>
                  <a:lnTo>
                    <a:pt x="258" y="53"/>
                  </a:lnTo>
                  <a:lnTo>
                    <a:pt x="309" y="31"/>
                  </a:lnTo>
                  <a:lnTo>
                    <a:pt x="361" y="0"/>
                  </a:lnTo>
                </a:path>
              </a:pathLst>
            </a:custGeom>
            <a:noFill/>
            <a:ln w="30163">
              <a:solidFill>
                <a:srgbClr val="0000FF"/>
              </a:solidFill>
              <a:round/>
            </a:ln>
          </p:spPr>
          <p:txBody>
            <a:bodyPr/>
            <a:lstStyle/>
            <a:p>
              <a:endParaRPr lang="en-US">
                <a:latin typeface="Arial" panose="020B0604020202020204"/>
                <a:cs typeface="Arial" panose="020B0604020202020204"/>
              </a:endParaRPr>
            </a:p>
          </p:txBody>
        </p:sp>
        <p:sp>
          <p:nvSpPr>
            <p:cNvPr id="31" name="Oval 18"/>
            <p:cNvSpPr>
              <a:spLocks noChangeArrowheads="1"/>
            </p:cNvSpPr>
            <p:nvPr>
              <p:custDataLst>
                <p:tags r:id="rId14"/>
              </p:custDataLst>
            </p:nvPr>
          </p:nvSpPr>
          <p:spPr bwMode="auto">
            <a:xfrm>
              <a:off x="3282" y="2441"/>
              <a:ext cx="44" cy="43"/>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2" name="Oval 19"/>
            <p:cNvSpPr>
              <a:spLocks noChangeArrowheads="1"/>
            </p:cNvSpPr>
            <p:nvPr>
              <p:custDataLst>
                <p:tags r:id="rId15"/>
              </p:custDataLst>
            </p:nvPr>
          </p:nvSpPr>
          <p:spPr bwMode="auto">
            <a:xfrm>
              <a:off x="3608" y="2566"/>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3" name="Oval 20"/>
            <p:cNvSpPr>
              <a:spLocks noChangeArrowheads="1"/>
            </p:cNvSpPr>
            <p:nvPr>
              <p:custDataLst>
                <p:tags r:id="rId16"/>
              </p:custDataLst>
            </p:nvPr>
          </p:nvSpPr>
          <p:spPr bwMode="auto">
            <a:xfrm>
              <a:off x="3927" y="2654"/>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4" name="Oval 21"/>
            <p:cNvSpPr>
              <a:spLocks noChangeArrowheads="1"/>
            </p:cNvSpPr>
            <p:nvPr>
              <p:custDataLst>
                <p:tags r:id="rId17"/>
              </p:custDataLst>
            </p:nvPr>
          </p:nvSpPr>
          <p:spPr bwMode="auto">
            <a:xfrm>
              <a:off x="4253" y="2660"/>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5" name="Oval 22"/>
            <p:cNvSpPr>
              <a:spLocks noChangeArrowheads="1"/>
            </p:cNvSpPr>
            <p:nvPr>
              <p:custDataLst>
                <p:tags r:id="rId18"/>
              </p:custDataLst>
            </p:nvPr>
          </p:nvSpPr>
          <p:spPr bwMode="auto">
            <a:xfrm>
              <a:off x="4573" y="2616"/>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6" name="Oval 23"/>
            <p:cNvSpPr>
              <a:spLocks noChangeArrowheads="1"/>
            </p:cNvSpPr>
            <p:nvPr>
              <p:custDataLst>
                <p:tags r:id="rId19"/>
              </p:custDataLst>
            </p:nvPr>
          </p:nvSpPr>
          <p:spPr bwMode="auto">
            <a:xfrm>
              <a:off x="4899" y="2522"/>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37" name="Oval 24"/>
            <p:cNvSpPr>
              <a:spLocks noChangeArrowheads="1"/>
            </p:cNvSpPr>
            <p:nvPr>
              <p:custDataLst>
                <p:tags r:id="rId20"/>
              </p:custDataLst>
            </p:nvPr>
          </p:nvSpPr>
          <p:spPr bwMode="auto">
            <a:xfrm>
              <a:off x="5219" y="2384"/>
              <a:ext cx="44" cy="44"/>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grpSp>
      <p:grpSp>
        <p:nvGrpSpPr>
          <p:cNvPr id="38" name="Group 25"/>
          <p:cNvGrpSpPr/>
          <p:nvPr/>
        </p:nvGrpSpPr>
        <p:grpSpPr bwMode="auto">
          <a:xfrm>
            <a:off x="5210175" y="2225993"/>
            <a:ext cx="3632200" cy="1949450"/>
            <a:chOff x="3282" y="1181"/>
            <a:chExt cx="2288" cy="1228"/>
          </a:xfrm>
        </p:grpSpPr>
        <p:sp>
          <p:nvSpPr>
            <p:cNvPr id="39" name="Freeform 26"/>
            <p:cNvSpPr/>
            <p:nvPr>
              <p:custDataLst>
                <p:tags r:id="rId21"/>
              </p:custDataLst>
            </p:nvPr>
          </p:nvSpPr>
          <p:spPr bwMode="auto">
            <a:xfrm>
              <a:off x="3307" y="1206"/>
              <a:ext cx="2263" cy="1184"/>
            </a:xfrm>
            <a:custGeom>
              <a:avLst/>
              <a:gdLst>
                <a:gd name="T0" fmla="*/ 0 w 361"/>
                <a:gd name="T1" fmla="*/ 0 h 189"/>
                <a:gd name="T2" fmla="*/ 503508 w 361"/>
                <a:gd name="T3" fmla="*/ 1158184 h 189"/>
                <a:gd name="T4" fmla="*/ 997663 w 361"/>
                <a:gd name="T5" fmla="*/ 1611067 h 189"/>
                <a:gd name="T6" fmla="*/ 1500933 w 361"/>
                <a:gd name="T7" fmla="*/ 1794224 h 189"/>
                <a:gd name="T8" fmla="*/ 1993634 w 361"/>
                <a:gd name="T9" fmla="*/ 1823460 h 189"/>
                <a:gd name="T10" fmla="*/ 2496904 w 361"/>
                <a:gd name="T11" fmla="*/ 1746500 h 189"/>
                <a:gd name="T12" fmla="*/ 2991059 w 361"/>
                <a:gd name="T13" fmla="*/ 1581793 h 189"/>
                <a:gd name="T14" fmla="*/ 3494568 w 361"/>
                <a:gd name="T15" fmla="*/ 1312104 h 189"/>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89"/>
                <a:gd name="T26" fmla="*/ 361 w 361"/>
                <a:gd name="T27" fmla="*/ 189 h 1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89">
                  <a:moveTo>
                    <a:pt x="0" y="0"/>
                  </a:moveTo>
                  <a:lnTo>
                    <a:pt x="52" y="120"/>
                  </a:lnTo>
                  <a:lnTo>
                    <a:pt x="103" y="167"/>
                  </a:lnTo>
                  <a:lnTo>
                    <a:pt x="155" y="186"/>
                  </a:lnTo>
                  <a:lnTo>
                    <a:pt x="206" y="189"/>
                  </a:lnTo>
                  <a:lnTo>
                    <a:pt x="258" y="181"/>
                  </a:lnTo>
                  <a:lnTo>
                    <a:pt x="309" y="164"/>
                  </a:lnTo>
                  <a:lnTo>
                    <a:pt x="361" y="136"/>
                  </a:lnTo>
                </a:path>
              </a:pathLst>
            </a:custGeom>
            <a:noFill/>
            <a:ln w="30163">
              <a:solidFill>
                <a:srgbClr val="008000"/>
              </a:solidFill>
              <a:round/>
            </a:ln>
          </p:spPr>
          <p:txBody>
            <a:bodyPr/>
            <a:lstStyle/>
            <a:p>
              <a:endParaRPr lang="en-US">
                <a:latin typeface="Arial" panose="020B0604020202020204"/>
                <a:cs typeface="Arial" panose="020B0604020202020204"/>
              </a:endParaRPr>
            </a:p>
          </p:txBody>
        </p:sp>
        <p:sp>
          <p:nvSpPr>
            <p:cNvPr id="40" name="Oval 27"/>
            <p:cNvSpPr>
              <a:spLocks noChangeArrowheads="1"/>
            </p:cNvSpPr>
            <p:nvPr>
              <p:custDataLst>
                <p:tags r:id="rId22"/>
              </p:custDataLst>
            </p:nvPr>
          </p:nvSpPr>
          <p:spPr bwMode="auto">
            <a:xfrm>
              <a:off x="3282" y="1181"/>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 name="Oval 28"/>
            <p:cNvSpPr>
              <a:spLocks noChangeArrowheads="1"/>
            </p:cNvSpPr>
            <p:nvPr>
              <p:custDataLst>
                <p:tags r:id="rId23"/>
              </p:custDataLst>
            </p:nvPr>
          </p:nvSpPr>
          <p:spPr bwMode="auto">
            <a:xfrm>
              <a:off x="3608" y="1933"/>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2" name="Oval 29"/>
            <p:cNvSpPr>
              <a:spLocks noChangeArrowheads="1"/>
            </p:cNvSpPr>
            <p:nvPr>
              <p:custDataLst>
                <p:tags r:id="rId24"/>
              </p:custDataLst>
            </p:nvPr>
          </p:nvSpPr>
          <p:spPr bwMode="auto">
            <a:xfrm>
              <a:off x="3927" y="2227"/>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3" name="Oval 30"/>
            <p:cNvSpPr>
              <a:spLocks noChangeArrowheads="1"/>
            </p:cNvSpPr>
            <p:nvPr>
              <p:custDataLst>
                <p:tags r:id="rId25"/>
              </p:custDataLst>
            </p:nvPr>
          </p:nvSpPr>
          <p:spPr bwMode="auto">
            <a:xfrm>
              <a:off x="4253" y="2347"/>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4" name="Oval 31"/>
            <p:cNvSpPr>
              <a:spLocks noChangeArrowheads="1"/>
            </p:cNvSpPr>
            <p:nvPr>
              <p:custDataLst>
                <p:tags r:id="rId26"/>
              </p:custDataLst>
            </p:nvPr>
          </p:nvSpPr>
          <p:spPr bwMode="auto">
            <a:xfrm>
              <a:off x="4573" y="236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5" name="Oval 32"/>
            <p:cNvSpPr>
              <a:spLocks noChangeArrowheads="1"/>
            </p:cNvSpPr>
            <p:nvPr>
              <p:custDataLst>
                <p:tags r:id="rId27"/>
              </p:custDataLst>
            </p:nvPr>
          </p:nvSpPr>
          <p:spPr bwMode="auto">
            <a:xfrm>
              <a:off x="4899" y="231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6" name="Oval 33"/>
            <p:cNvSpPr>
              <a:spLocks noChangeArrowheads="1"/>
            </p:cNvSpPr>
            <p:nvPr>
              <p:custDataLst>
                <p:tags r:id="rId28"/>
              </p:custDataLst>
            </p:nvPr>
          </p:nvSpPr>
          <p:spPr bwMode="auto">
            <a:xfrm>
              <a:off x="5219" y="2209"/>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grpSp>
      <p:grpSp>
        <p:nvGrpSpPr>
          <p:cNvPr id="47" name="Group 34"/>
          <p:cNvGrpSpPr/>
          <p:nvPr/>
        </p:nvGrpSpPr>
        <p:grpSpPr bwMode="auto">
          <a:xfrm>
            <a:off x="4960938" y="1657668"/>
            <a:ext cx="3622675" cy="3235325"/>
            <a:chOff x="3125" y="823"/>
            <a:chExt cx="2282" cy="2038"/>
          </a:xfrm>
        </p:grpSpPr>
        <p:sp>
          <p:nvSpPr>
            <p:cNvPr id="48" name="Freeform 35"/>
            <p:cNvSpPr/>
            <p:nvPr>
              <p:custDataLst>
                <p:tags r:id="rId29"/>
              </p:custDataLst>
            </p:nvPr>
          </p:nvSpPr>
          <p:spPr bwMode="auto">
            <a:xfrm>
              <a:off x="3150" y="823"/>
              <a:ext cx="2257" cy="2019"/>
            </a:xfrm>
            <a:custGeom>
              <a:avLst/>
              <a:gdLst>
                <a:gd name="T0" fmla="*/ 0 w 360"/>
                <a:gd name="T1" fmla="*/ 2539570 h 322"/>
                <a:gd name="T2" fmla="*/ 494352 w 360"/>
                <a:gd name="T3" fmla="*/ 2927606 h 322"/>
                <a:gd name="T4" fmla="*/ 998014 w 360"/>
                <a:gd name="T5" fmla="*/ 3120885 h 322"/>
                <a:gd name="T6" fmla="*/ 1490874 w 360"/>
                <a:gd name="T7" fmla="*/ 2927606 h 322"/>
                <a:gd name="T8" fmla="*/ 1996034 w 360"/>
                <a:gd name="T9" fmla="*/ 2539570 h 322"/>
                <a:gd name="T10" fmla="*/ 2488888 w 360"/>
                <a:gd name="T11" fmla="*/ 1958292 h 322"/>
                <a:gd name="T12" fmla="*/ 2992594 w 360"/>
                <a:gd name="T13" fmla="*/ 1173164 h 322"/>
                <a:gd name="T14" fmla="*/ 3486946 w 360"/>
                <a:gd name="T15" fmla="*/ 0 h 322"/>
                <a:gd name="T16" fmla="*/ 0 60000 65536"/>
                <a:gd name="T17" fmla="*/ 0 60000 65536"/>
                <a:gd name="T18" fmla="*/ 0 60000 65536"/>
                <a:gd name="T19" fmla="*/ 0 60000 65536"/>
                <a:gd name="T20" fmla="*/ 0 60000 65536"/>
                <a:gd name="T21" fmla="*/ 0 60000 65536"/>
                <a:gd name="T22" fmla="*/ 0 60000 65536"/>
                <a:gd name="T23" fmla="*/ 0 60000 65536"/>
                <a:gd name="T24" fmla="*/ 0 w 360"/>
                <a:gd name="T25" fmla="*/ 0 h 322"/>
                <a:gd name="T26" fmla="*/ 360 w 360"/>
                <a:gd name="T27" fmla="*/ 322 h 3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0" h="322">
                  <a:moveTo>
                    <a:pt x="0" y="262"/>
                  </a:moveTo>
                  <a:lnTo>
                    <a:pt x="51" y="302"/>
                  </a:lnTo>
                  <a:lnTo>
                    <a:pt x="103" y="322"/>
                  </a:lnTo>
                  <a:lnTo>
                    <a:pt x="154" y="302"/>
                  </a:lnTo>
                  <a:lnTo>
                    <a:pt x="206" y="262"/>
                  </a:lnTo>
                  <a:lnTo>
                    <a:pt x="257" y="202"/>
                  </a:lnTo>
                  <a:lnTo>
                    <a:pt x="309" y="121"/>
                  </a:lnTo>
                  <a:lnTo>
                    <a:pt x="360" y="0"/>
                  </a:lnTo>
                </a:path>
              </a:pathLst>
            </a:custGeom>
            <a:noFill/>
            <a:ln w="30163">
              <a:solidFill>
                <a:srgbClr val="FF6600"/>
              </a:solidFill>
              <a:round/>
            </a:ln>
          </p:spPr>
          <p:txBody>
            <a:bodyPr/>
            <a:lstStyle/>
            <a:p>
              <a:endParaRPr lang="en-US">
                <a:latin typeface="Arial" panose="020B0604020202020204"/>
                <a:cs typeface="Arial" panose="020B0604020202020204"/>
              </a:endParaRPr>
            </a:p>
          </p:txBody>
        </p:sp>
        <p:sp>
          <p:nvSpPr>
            <p:cNvPr id="49" name="Oval 36"/>
            <p:cNvSpPr>
              <a:spLocks noChangeArrowheads="1"/>
            </p:cNvSpPr>
            <p:nvPr>
              <p:custDataLst>
                <p:tags r:id="rId30"/>
              </p:custDataLst>
            </p:nvPr>
          </p:nvSpPr>
          <p:spPr bwMode="auto">
            <a:xfrm>
              <a:off x="3125" y="2441"/>
              <a:ext cx="44" cy="43"/>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0" name="Oval 37"/>
            <p:cNvSpPr>
              <a:spLocks noChangeArrowheads="1"/>
            </p:cNvSpPr>
            <p:nvPr>
              <p:custDataLst>
                <p:tags r:id="rId31"/>
              </p:custDataLst>
            </p:nvPr>
          </p:nvSpPr>
          <p:spPr bwMode="auto">
            <a:xfrm>
              <a:off x="3445" y="2691"/>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1" name="Oval 38"/>
            <p:cNvSpPr>
              <a:spLocks noChangeArrowheads="1"/>
            </p:cNvSpPr>
            <p:nvPr>
              <p:custDataLst>
                <p:tags r:id="rId32"/>
              </p:custDataLst>
            </p:nvPr>
          </p:nvSpPr>
          <p:spPr bwMode="auto">
            <a:xfrm>
              <a:off x="3771" y="2817"/>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2" name="Oval 39"/>
            <p:cNvSpPr>
              <a:spLocks noChangeArrowheads="1"/>
            </p:cNvSpPr>
            <p:nvPr>
              <p:custDataLst>
                <p:tags r:id="rId33"/>
              </p:custDataLst>
            </p:nvPr>
          </p:nvSpPr>
          <p:spPr bwMode="auto">
            <a:xfrm>
              <a:off x="4090" y="2691"/>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3" name="Oval 40"/>
            <p:cNvSpPr>
              <a:spLocks noChangeArrowheads="1"/>
            </p:cNvSpPr>
            <p:nvPr>
              <p:custDataLst>
                <p:tags r:id="rId34"/>
              </p:custDataLst>
            </p:nvPr>
          </p:nvSpPr>
          <p:spPr bwMode="auto">
            <a:xfrm>
              <a:off x="4416" y="2441"/>
              <a:ext cx="44" cy="43"/>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4" name="Oval 41"/>
            <p:cNvSpPr>
              <a:spLocks noChangeArrowheads="1"/>
            </p:cNvSpPr>
            <p:nvPr>
              <p:custDataLst>
                <p:tags r:id="rId35"/>
              </p:custDataLst>
            </p:nvPr>
          </p:nvSpPr>
          <p:spPr bwMode="auto">
            <a:xfrm>
              <a:off x="4736" y="2064"/>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55" name="Oval 42"/>
            <p:cNvSpPr>
              <a:spLocks noChangeArrowheads="1"/>
            </p:cNvSpPr>
            <p:nvPr>
              <p:custDataLst>
                <p:tags r:id="rId36"/>
              </p:custDataLst>
            </p:nvPr>
          </p:nvSpPr>
          <p:spPr bwMode="auto">
            <a:xfrm>
              <a:off x="5062" y="1557"/>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grpSp>
      <p:sp>
        <p:nvSpPr>
          <p:cNvPr id="56" name="Rectangle 43"/>
          <p:cNvSpPr>
            <a:spLocks noChangeArrowheads="1"/>
          </p:cNvSpPr>
          <p:nvPr>
            <p:custDataLst>
              <p:tags r:id="rId37"/>
            </p:custDataLst>
          </p:nvPr>
        </p:nvSpPr>
        <p:spPr bwMode="auto">
          <a:xfrm>
            <a:off x="1115378" y="2391093"/>
            <a:ext cx="1287462" cy="1835150"/>
          </a:xfrm>
          <a:prstGeom prst="rect">
            <a:avLst/>
          </a:prstGeom>
          <a:solidFill>
            <a:srgbClr val="FFFFCC"/>
          </a:solidFill>
          <a:ln w="0">
            <a:solidFill>
              <a:srgbClr val="000000"/>
            </a:solidFill>
            <a:miter lim="800000"/>
          </a:ln>
        </p:spPr>
        <p:txBody>
          <a:bodyPr/>
          <a:lstStyle/>
          <a:p>
            <a:endParaRPr lang="en-US">
              <a:latin typeface="Arial" panose="020B0604020202020204"/>
              <a:cs typeface="Arial" panose="020B0604020202020204"/>
            </a:endParaRPr>
          </a:p>
        </p:txBody>
      </p:sp>
      <p:grpSp>
        <p:nvGrpSpPr>
          <p:cNvPr id="57" name="Group 44"/>
          <p:cNvGrpSpPr/>
          <p:nvPr/>
        </p:nvGrpSpPr>
        <p:grpSpPr bwMode="auto">
          <a:xfrm>
            <a:off x="1227137" y="3278188"/>
            <a:ext cx="1120774" cy="384175"/>
            <a:chOff x="773" y="1522"/>
            <a:chExt cx="706" cy="242"/>
          </a:xfrm>
        </p:grpSpPr>
        <p:sp>
          <p:nvSpPr>
            <p:cNvPr id="58" name="Line 45"/>
            <p:cNvSpPr>
              <a:spLocks noChangeShapeType="1"/>
            </p:cNvSpPr>
            <p:nvPr>
              <p:custDataLst>
                <p:tags r:id="rId38"/>
              </p:custDataLst>
            </p:nvPr>
          </p:nvSpPr>
          <p:spPr bwMode="auto">
            <a:xfrm>
              <a:off x="773" y="1638"/>
              <a:ext cx="202" cy="1"/>
            </a:xfrm>
            <a:prstGeom prst="line">
              <a:avLst/>
            </a:prstGeom>
            <a:noFill/>
            <a:ln w="30163">
              <a:solidFill>
                <a:srgbClr val="003366"/>
              </a:solidFill>
              <a:round/>
            </a:ln>
          </p:spPr>
          <p:txBody>
            <a:bodyPr/>
            <a:lstStyle/>
            <a:p>
              <a:endParaRPr lang="en-US">
                <a:latin typeface="Arial" panose="020B0604020202020204"/>
                <a:cs typeface="Arial" panose="020B0604020202020204"/>
              </a:endParaRPr>
            </a:p>
          </p:txBody>
        </p:sp>
        <p:sp>
          <p:nvSpPr>
            <p:cNvPr id="59" name="Oval 46"/>
            <p:cNvSpPr>
              <a:spLocks noChangeArrowheads="1"/>
            </p:cNvSpPr>
            <p:nvPr>
              <p:custDataLst>
                <p:tags r:id="rId39"/>
              </p:custDataLst>
            </p:nvPr>
          </p:nvSpPr>
          <p:spPr bwMode="auto">
            <a:xfrm>
              <a:off x="845" y="1609"/>
              <a:ext cx="51" cy="51"/>
            </a:xfrm>
            <a:prstGeom prst="ellipse">
              <a:avLst/>
            </a:prstGeom>
            <a:solidFill>
              <a:srgbClr val="003366"/>
            </a:solidFill>
            <a:ln w="9525">
              <a:solidFill>
                <a:srgbClr val="003366"/>
              </a:solidFill>
              <a:round/>
            </a:ln>
          </p:spPr>
          <p:txBody>
            <a:bodyPr/>
            <a:lstStyle/>
            <a:p>
              <a:endParaRPr lang="en-US">
                <a:latin typeface="Arial" panose="020B0604020202020204"/>
                <a:cs typeface="Arial" panose="020B0604020202020204"/>
              </a:endParaRPr>
            </a:p>
          </p:txBody>
        </p:sp>
        <p:sp>
          <p:nvSpPr>
            <p:cNvPr id="60" name="Rectangle 47"/>
            <p:cNvSpPr>
              <a:spLocks noChangeArrowheads="1"/>
            </p:cNvSpPr>
            <p:nvPr>
              <p:custDataLst>
                <p:tags r:id="rId40"/>
              </p:custDataLst>
            </p:nvPr>
          </p:nvSpPr>
          <p:spPr bwMode="auto">
            <a:xfrm>
              <a:off x="1025" y="1522"/>
              <a:ext cx="45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AFC</a:t>
              </a:r>
              <a:endParaRPr lang="en-US" sz="2500" i="1">
                <a:latin typeface="Arial" panose="020B0604020202020204"/>
                <a:cs typeface="Arial" panose="020B0604020202020204"/>
              </a:endParaRPr>
            </a:p>
          </p:txBody>
        </p:sp>
      </p:grpSp>
      <p:grpSp>
        <p:nvGrpSpPr>
          <p:cNvPr id="61" name="Group 48"/>
          <p:cNvGrpSpPr/>
          <p:nvPr/>
        </p:nvGrpSpPr>
        <p:grpSpPr bwMode="auto">
          <a:xfrm>
            <a:off x="1227138" y="2852738"/>
            <a:ext cx="1120775" cy="384175"/>
            <a:chOff x="773" y="1797"/>
            <a:chExt cx="706" cy="242"/>
          </a:xfrm>
        </p:grpSpPr>
        <p:sp>
          <p:nvSpPr>
            <p:cNvPr id="62" name="Line 49"/>
            <p:cNvSpPr>
              <a:spLocks noChangeShapeType="1"/>
            </p:cNvSpPr>
            <p:nvPr>
              <p:custDataLst>
                <p:tags r:id="rId41"/>
              </p:custDataLst>
            </p:nvPr>
          </p:nvSpPr>
          <p:spPr bwMode="auto">
            <a:xfrm>
              <a:off x="773" y="1913"/>
              <a:ext cx="202" cy="1"/>
            </a:xfrm>
            <a:prstGeom prst="line">
              <a:avLst/>
            </a:prstGeom>
            <a:noFill/>
            <a:ln w="30163">
              <a:solidFill>
                <a:srgbClr val="0000FF"/>
              </a:solidFill>
              <a:round/>
            </a:ln>
          </p:spPr>
          <p:txBody>
            <a:bodyPr/>
            <a:lstStyle/>
            <a:p>
              <a:endParaRPr lang="en-US">
                <a:latin typeface="Arial" panose="020B0604020202020204"/>
                <a:cs typeface="Arial" panose="020B0604020202020204"/>
              </a:endParaRPr>
            </a:p>
          </p:txBody>
        </p:sp>
        <p:sp>
          <p:nvSpPr>
            <p:cNvPr id="63" name="Oval 50"/>
            <p:cNvSpPr>
              <a:spLocks noChangeArrowheads="1"/>
            </p:cNvSpPr>
            <p:nvPr>
              <p:custDataLst>
                <p:tags r:id="rId42"/>
              </p:custDataLst>
            </p:nvPr>
          </p:nvSpPr>
          <p:spPr bwMode="auto">
            <a:xfrm>
              <a:off x="845" y="1884"/>
              <a:ext cx="51" cy="51"/>
            </a:xfrm>
            <a:prstGeom prst="ellipse">
              <a:avLst/>
            </a:prstGeom>
            <a:solidFill>
              <a:srgbClr val="0000FF"/>
            </a:solidFill>
            <a:ln w="9525">
              <a:solidFill>
                <a:srgbClr val="0000FF"/>
              </a:solidFill>
              <a:round/>
            </a:ln>
          </p:spPr>
          <p:txBody>
            <a:bodyPr/>
            <a:lstStyle/>
            <a:p>
              <a:endParaRPr lang="en-US">
                <a:latin typeface="Arial" panose="020B0604020202020204"/>
                <a:cs typeface="Arial" panose="020B0604020202020204"/>
              </a:endParaRPr>
            </a:p>
          </p:txBody>
        </p:sp>
        <p:sp>
          <p:nvSpPr>
            <p:cNvPr id="64" name="Rectangle 51"/>
            <p:cNvSpPr>
              <a:spLocks noChangeArrowheads="1"/>
            </p:cNvSpPr>
            <p:nvPr>
              <p:custDataLst>
                <p:tags r:id="rId43"/>
              </p:custDataLst>
            </p:nvPr>
          </p:nvSpPr>
          <p:spPr bwMode="auto">
            <a:xfrm>
              <a:off x="1025" y="1797"/>
              <a:ext cx="45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AVC</a:t>
              </a:r>
              <a:endParaRPr lang="en-US" sz="2500" i="1">
                <a:latin typeface="Arial" panose="020B0604020202020204"/>
                <a:cs typeface="Arial" panose="020B0604020202020204"/>
              </a:endParaRPr>
            </a:p>
          </p:txBody>
        </p:sp>
      </p:grpSp>
      <p:grpSp>
        <p:nvGrpSpPr>
          <p:cNvPr id="65" name="Group 52"/>
          <p:cNvGrpSpPr/>
          <p:nvPr/>
        </p:nvGrpSpPr>
        <p:grpSpPr bwMode="auto">
          <a:xfrm>
            <a:off x="1227138" y="2414588"/>
            <a:ext cx="1096962" cy="384175"/>
            <a:chOff x="773" y="2073"/>
            <a:chExt cx="691" cy="242"/>
          </a:xfrm>
        </p:grpSpPr>
        <p:sp>
          <p:nvSpPr>
            <p:cNvPr id="66" name="Line 53"/>
            <p:cNvSpPr>
              <a:spLocks noChangeShapeType="1"/>
            </p:cNvSpPr>
            <p:nvPr>
              <p:custDataLst>
                <p:tags r:id="rId44"/>
              </p:custDataLst>
            </p:nvPr>
          </p:nvSpPr>
          <p:spPr bwMode="auto">
            <a:xfrm>
              <a:off x="773" y="2190"/>
              <a:ext cx="202" cy="1"/>
            </a:xfrm>
            <a:prstGeom prst="line">
              <a:avLst/>
            </a:prstGeom>
            <a:noFill/>
            <a:ln w="30163">
              <a:solidFill>
                <a:srgbClr val="008000"/>
              </a:solidFill>
              <a:round/>
            </a:ln>
          </p:spPr>
          <p:txBody>
            <a:bodyPr/>
            <a:lstStyle/>
            <a:p>
              <a:endParaRPr lang="en-US">
                <a:latin typeface="Arial" panose="020B0604020202020204"/>
                <a:cs typeface="Arial" panose="020B0604020202020204"/>
              </a:endParaRPr>
            </a:p>
          </p:txBody>
        </p:sp>
        <p:sp>
          <p:nvSpPr>
            <p:cNvPr id="67" name="Oval 54"/>
            <p:cNvSpPr>
              <a:spLocks noChangeArrowheads="1"/>
            </p:cNvSpPr>
            <p:nvPr>
              <p:custDataLst>
                <p:tags r:id="rId45"/>
              </p:custDataLst>
            </p:nvPr>
          </p:nvSpPr>
          <p:spPr bwMode="auto">
            <a:xfrm>
              <a:off x="845" y="2160"/>
              <a:ext cx="51" cy="51"/>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68" name="Rectangle 55"/>
            <p:cNvSpPr>
              <a:spLocks noChangeArrowheads="1"/>
            </p:cNvSpPr>
            <p:nvPr>
              <p:custDataLst>
                <p:tags r:id="rId46"/>
              </p:custDataLst>
            </p:nvPr>
          </p:nvSpPr>
          <p:spPr bwMode="auto">
            <a:xfrm>
              <a:off x="1025" y="2073"/>
              <a:ext cx="439"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ATC</a:t>
              </a:r>
              <a:endParaRPr lang="en-US" sz="2500" i="1">
                <a:latin typeface="Arial" panose="020B0604020202020204"/>
                <a:cs typeface="Arial" panose="020B0604020202020204"/>
              </a:endParaRPr>
            </a:p>
          </p:txBody>
        </p:sp>
      </p:grpSp>
      <p:grpSp>
        <p:nvGrpSpPr>
          <p:cNvPr id="69" name="Group 56"/>
          <p:cNvGrpSpPr/>
          <p:nvPr/>
        </p:nvGrpSpPr>
        <p:grpSpPr bwMode="auto">
          <a:xfrm>
            <a:off x="1227137" y="3727450"/>
            <a:ext cx="977899" cy="384175"/>
            <a:chOff x="773" y="2348"/>
            <a:chExt cx="616" cy="242"/>
          </a:xfrm>
        </p:grpSpPr>
        <p:sp>
          <p:nvSpPr>
            <p:cNvPr id="70" name="Line 57"/>
            <p:cNvSpPr>
              <a:spLocks noChangeShapeType="1"/>
            </p:cNvSpPr>
            <p:nvPr>
              <p:custDataLst>
                <p:tags r:id="rId47"/>
              </p:custDataLst>
            </p:nvPr>
          </p:nvSpPr>
          <p:spPr bwMode="auto">
            <a:xfrm>
              <a:off x="773" y="2465"/>
              <a:ext cx="202" cy="1"/>
            </a:xfrm>
            <a:prstGeom prst="line">
              <a:avLst/>
            </a:prstGeom>
            <a:noFill/>
            <a:ln w="30163">
              <a:solidFill>
                <a:srgbClr val="FF6600"/>
              </a:solidFill>
              <a:round/>
            </a:ln>
          </p:spPr>
          <p:txBody>
            <a:bodyPr/>
            <a:lstStyle/>
            <a:p>
              <a:endParaRPr lang="en-US">
                <a:latin typeface="Arial" panose="020B0604020202020204"/>
                <a:cs typeface="Arial" panose="020B0604020202020204"/>
              </a:endParaRPr>
            </a:p>
          </p:txBody>
        </p:sp>
        <p:sp>
          <p:nvSpPr>
            <p:cNvPr id="71" name="Oval 58"/>
            <p:cNvSpPr>
              <a:spLocks noChangeArrowheads="1"/>
            </p:cNvSpPr>
            <p:nvPr>
              <p:custDataLst>
                <p:tags r:id="rId48"/>
              </p:custDataLst>
            </p:nvPr>
          </p:nvSpPr>
          <p:spPr bwMode="auto">
            <a:xfrm>
              <a:off x="845" y="2436"/>
              <a:ext cx="51" cy="51"/>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72" name="Rectangle 59"/>
            <p:cNvSpPr>
              <a:spLocks noChangeArrowheads="1"/>
            </p:cNvSpPr>
            <p:nvPr>
              <p:custDataLst>
                <p:tags r:id="rId49"/>
              </p:custDataLst>
            </p:nvPr>
          </p:nvSpPr>
          <p:spPr bwMode="auto">
            <a:xfrm>
              <a:off x="1025" y="2348"/>
              <a:ext cx="36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MC</a:t>
              </a:r>
              <a:endParaRPr lang="en-US" sz="2500" i="1">
                <a:latin typeface="Arial" panose="020B0604020202020204"/>
                <a:cs typeface="Arial" panose="020B0604020202020204"/>
              </a:endParaRPr>
            </a:p>
          </p:txBody>
        </p:sp>
      </p:grpSp>
      <p:grpSp>
        <p:nvGrpSpPr>
          <p:cNvPr id="73" name="Group 60"/>
          <p:cNvGrpSpPr/>
          <p:nvPr/>
        </p:nvGrpSpPr>
        <p:grpSpPr bwMode="auto">
          <a:xfrm>
            <a:off x="3584575" y="1306830"/>
            <a:ext cx="5284788" cy="5494338"/>
            <a:chOff x="2178" y="522"/>
            <a:chExt cx="3329" cy="3461"/>
          </a:xfrm>
        </p:grpSpPr>
        <p:grpSp>
          <p:nvGrpSpPr>
            <p:cNvPr id="74" name="Group 61"/>
            <p:cNvGrpSpPr/>
            <p:nvPr/>
          </p:nvGrpSpPr>
          <p:grpSpPr bwMode="auto">
            <a:xfrm>
              <a:off x="2216" y="698"/>
              <a:ext cx="3160" cy="3247"/>
              <a:chOff x="2216" y="698"/>
              <a:chExt cx="3160" cy="3247"/>
            </a:xfrm>
          </p:grpSpPr>
          <p:sp>
            <p:nvSpPr>
              <p:cNvPr id="75" name="Line 62"/>
              <p:cNvSpPr>
                <a:spLocks noChangeShapeType="1"/>
              </p:cNvSpPr>
              <p:nvPr>
                <p:custDataLst>
                  <p:tags r:id="rId50"/>
                </p:custDataLst>
              </p:nvPr>
            </p:nvSpPr>
            <p:spPr bwMode="auto">
              <a:xfrm flipV="1">
                <a:off x="298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6" name="Line 63"/>
              <p:cNvSpPr>
                <a:spLocks noChangeShapeType="1"/>
              </p:cNvSpPr>
              <p:nvPr>
                <p:custDataLst>
                  <p:tags r:id="rId51"/>
                </p:custDataLst>
              </p:nvPr>
            </p:nvSpPr>
            <p:spPr bwMode="auto">
              <a:xfrm flipV="1">
                <a:off x="330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7" name="Line 64"/>
              <p:cNvSpPr>
                <a:spLocks noChangeShapeType="1"/>
              </p:cNvSpPr>
              <p:nvPr>
                <p:custDataLst>
                  <p:tags r:id="rId52"/>
                </p:custDataLst>
              </p:nvPr>
            </p:nvSpPr>
            <p:spPr bwMode="auto">
              <a:xfrm flipV="1">
                <a:off x="363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8" name="Line 65"/>
              <p:cNvSpPr>
                <a:spLocks noChangeShapeType="1"/>
              </p:cNvSpPr>
              <p:nvPr>
                <p:custDataLst>
                  <p:tags r:id="rId53"/>
                </p:custDataLst>
              </p:nvPr>
            </p:nvSpPr>
            <p:spPr bwMode="auto">
              <a:xfrm flipV="1">
                <a:off x="395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79" name="Line 66"/>
              <p:cNvSpPr>
                <a:spLocks noChangeShapeType="1"/>
              </p:cNvSpPr>
              <p:nvPr>
                <p:custDataLst>
                  <p:tags r:id="rId54"/>
                </p:custDataLst>
              </p:nvPr>
            </p:nvSpPr>
            <p:spPr bwMode="auto">
              <a:xfrm flipV="1">
                <a:off x="4279"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0" name="Line 67"/>
              <p:cNvSpPr>
                <a:spLocks noChangeShapeType="1"/>
              </p:cNvSpPr>
              <p:nvPr>
                <p:custDataLst>
                  <p:tags r:id="rId55"/>
                </p:custDataLst>
              </p:nvPr>
            </p:nvSpPr>
            <p:spPr bwMode="auto">
              <a:xfrm flipV="1">
                <a:off x="4598"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1" name="Line 68"/>
              <p:cNvSpPr>
                <a:spLocks noChangeShapeType="1"/>
              </p:cNvSpPr>
              <p:nvPr>
                <p:custDataLst>
                  <p:tags r:id="rId56"/>
                </p:custDataLst>
              </p:nvPr>
            </p:nvSpPr>
            <p:spPr bwMode="auto">
              <a:xfrm flipV="1">
                <a:off x="492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2" name="Line 69"/>
              <p:cNvSpPr>
                <a:spLocks noChangeShapeType="1"/>
              </p:cNvSpPr>
              <p:nvPr>
                <p:custDataLst>
                  <p:tags r:id="rId57"/>
                </p:custDataLst>
              </p:nvPr>
            </p:nvSpPr>
            <p:spPr bwMode="auto">
              <a:xfrm flipV="1">
                <a:off x="524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83" name="Group 70"/>
              <p:cNvGrpSpPr/>
              <p:nvPr/>
            </p:nvGrpSpPr>
            <p:grpSpPr bwMode="auto">
              <a:xfrm>
                <a:off x="2454" y="698"/>
                <a:ext cx="2922" cy="2749"/>
                <a:chOff x="2454" y="698"/>
                <a:chExt cx="2922" cy="2749"/>
              </a:xfrm>
            </p:grpSpPr>
            <p:sp>
              <p:nvSpPr>
                <p:cNvPr id="84" name="Line 71"/>
                <p:cNvSpPr>
                  <a:spLocks noChangeShapeType="1"/>
                </p:cNvSpPr>
                <p:nvPr>
                  <p:custDataLst>
                    <p:tags r:id="rId58"/>
                  </p:custDataLst>
                </p:nvPr>
              </p:nvSpPr>
              <p:spPr bwMode="auto">
                <a:xfrm>
                  <a:off x="2937" y="334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5" name="Line 72"/>
                <p:cNvSpPr>
                  <a:spLocks noChangeShapeType="1"/>
                </p:cNvSpPr>
                <p:nvPr>
                  <p:custDataLst>
                    <p:tags r:id="rId59"/>
                  </p:custDataLst>
                </p:nvPr>
              </p:nvSpPr>
              <p:spPr bwMode="auto">
                <a:xfrm>
                  <a:off x="2937" y="303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6" name="Line 73"/>
                <p:cNvSpPr>
                  <a:spLocks noChangeShapeType="1"/>
                </p:cNvSpPr>
                <p:nvPr>
                  <p:custDataLst>
                    <p:tags r:id="rId60"/>
                  </p:custDataLst>
                </p:nvPr>
              </p:nvSpPr>
              <p:spPr bwMode="auto">
                <a:xfrm>
                  <a:off x="2937" y="271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7" name="Line 74"/>
                <p:cNvSpPr>
                  <a:spLocks noChangeShapeType="1"/>
                </p:cNvSpPr>
                <p:nvPr>
                  <p:custDataLst>
                    <p:tags r:id="rId61"/>
                  </p:custDataLst>
                </p:nvPr>
              </p:nvSpPr>
              <p:spPr bwMode="auto">
                <a:xfrm>
                  <a:off x="2937" y="240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8" name="Line 75"/>
                <p:cNvSpPr>
                  <a:spLocks noChangeShapeType="1"/>
                </p:cNvSpPr>
                <p:nvPr>
                  <p:custDataLst>
                    <p:tags r:id="rId62"/>
                  </p:custDataLst>
                </p:nvPr>
              </p:nvSpPr>
              <p:spPr bwMode="auto">
                <a:xfrm>
                  <a:off x="2937" y="208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89" name="Line 76"/>
                <p:cNvSpPr>
                  <a:spLocks noChangeShapeType="1"/>
                </p:cNvSpPr>
                <p:nvPr>
                  <p:custDataLst>
                    <p:tags r:id="rId63"/>
                  </p:custDataLst>
                </p:nvPr>
              </p:nvSpPr>
              <p:spPr bwMode="auto">
                <a:xfrm>
                  <a:off x="2937" y="1770"/>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0" name="Line 77"/>
                <p:cNvSpPr>
                  <a:spLocks noChangeShapeType="1"/>
                </p:cNvSpPr>
                <p:nvPr>
                  <p:custDataLst>
                    <p:tags r:id="rId64"/>
                  </p:custDataLst>
                </p:nvPr>
              </p:nvSpPr>
              <p:spPr bwMode="auto">
                <a:xfrm>
                  <a:off x="2937" y="145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1" name="Line 78"/>
                <p:cNvSpPr>
                  <a:spLocks noChangeShapeType="1"/>
                </p:cNvSpPr>
                <p:nvPr>
                  <p:custDataLst>
                    <p:tags r:id="rId65"/>
                  </p:custDataLst>
                </p:nvPr>
              </p:nvSpPr>
              <p:spPr bwMode="auto">
                <a:xfrm>
                  <a:off x="2937" y="114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2" name="Line 79"/>
                <p:cNvSpPr>
                  <a:spLocks noChangeShapeType="1"/>
                </p:cNvSpPr>
                <p:nvPr>
                  <p:custDataLst>
                    <p:tags r:id="rId66"/>
                  </p:custDataLst>
                </p:nvPr>
              </p:nvSpPr>
              <p:spPr bwMode="auto">
                <a:xfrm>
                  <a:off x="2937" y="82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93" name="Group 80"/>
                <p:cNvGrpSpPr/>
                <p:nvPr/>
              </p:nvGrpSpPr>
              <p:grpSpPr bwMode="auto">
                <a:xfrm>
                  <a:off x="2987" y="698"/>
                  <a:ext cx="2389" cy="2652"/>
                  <a:chOff x="2987" y="698"/>
                  <a:chExt cx="2389" cy="2652"/>
                </a:xfrm>
              </p:grpSpPr>
              <p:sp>
                <p:nvSpPr>
                  <p:cNvPr id="94" name="Line 81"/>
                  <p:cNvSpPr>
                    <a:spLocks noChangeShapeType="1"/>
                  </p:cNvSpPr>
                  <p:nvPr>
                    <p:custDataLst>
                      <p:tags r:id="rId67"/>
                    </p:custDataLst>
                  </p:nvPr>
                </p:nvSpPr>
                <p:spPr bwMode="auto">
                  <a:xfrm>
                    <a:off x="2987" y="698"/>
                    <a:ext cx="1" cy="26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95" name="Line 82"/>
                  <p:cNvSpPr>
                    <a:spLocks noChangeShapeType="1"/>
                  </p:cNvSpPr>
                  <p:nvPr>
                    <p:custDataLst>
                      <p:tags r:id="rId68"/>
                    </p:custDataLst>
                  </p:nvPr>
                </p:nvSpPr>
                <p:spPr bwMode="auto">
                  <a:xfrm>
                    <a:off x="2987" y="3349"/>
                    <a:ext cx="2389"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sp>
              <p:nvSpPr>
                <p:cNvPr id="96" name="Rectangle 83"/>
                <p:cNvSpPr>
                  <a:spLocks noChangeArrowheads="1"/>
                </p:cNvSpPr>
                <p:nvPr>
                  <p:custDataLst>
                    <p:tags r:id="rId69"/>
                  </p:custDataLst>
                </p:nvPr>
              </p:nvSpPr>
              <p:spPr bwMode="auto">
                <a:xfrm>
                  <a:off x="2630" y="3255"/>
                  <a:ext cx="178"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97" name="Rectangle 84"/>
                <p:cNvSpPr>
                  <a:spLocks noChangeArrowheads="1"/>
                </p:cNvSpPr>
                <p:nvPr>
                  <p:custDataLst>
                    <p:tags r:id="rId70"/>
                  </p:custDataLst>
                </p:nvPr>
              </p:nvSpPr>
              <p:spPr bwMode="auto">
                <a:xfrm>
                  <a:off x="2542" y="294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$25</a:t>
                  </a:r>
                  <a:endParaRPr lang="en-US">
                    <a:latin typeface="Arial" panose="020B0604020202020204"/>
                    <a:cs typeface="Arial" panose="020B0604020202020204"/>
                  </a:endParaRPr>
                </a:p>
              </p:txBody>
            </p:sp>
            <p:sp>
              <p:nvSpPr>
                <p:cNvPr id="98" name="Rectangle 85"/>
                <p:cNvSpPr>
                  <a:spLocks noChangeArrowheads="1"/>
                </p:cNvSpPr>
                <p:nvPr>
                  <p:custDataLst>
                    <p:tags r:id="rId71"/>
                  </p:custDataLst>
                </p:nvPr>
              </p:nvSpPr>
              <p:spPr bwMode="auto">
                <a:xfrm>
                  <a:off x="2542" y="262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$50</a:t>
                  </a:r>
                  <a:endParaRPr lang="en-US">
                    <a:latin typeface="Arial" panose="020B0604020202020204"/>
                    <a:cs typeface="Arial" panose="020B0604020202020204"/>
                  </a:endParaRPr>
                </a:p>
              </p:txBody>
            </p:sp>
            <p:sp>
              <p:nvSpPr>
                <p:cNvPr id="99" name="Rectangle 86"/>
                <p:cNvSpPr>
                  <a:spLocks noChangeArrowheads="1"/>
                </p:cNvSpPr>
                <p:nvPr>
                  <p:custDataLst>
                    <p:tags r:id="rId72"/>
                  </p:custDataLst>
                </p:nvPr>
              </p:nvSpPr>
              <p:spPr bwMode="auto">
                <a:xfrm>
                  <a:off x="2542" y="2309"/>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$75</a:t>
                  </a:r>
                  <a:endParaRPr lang="en-US">
                    <a:latin typeface="Arial" panose="020B0604020202020204"/>
                    <a:cs typeface="Arial" panose="020B0604020202020204"/>
                  </a:endParaRPr>
                </a:p>
              </p:txBody>
            </p:sp>
            <p:sp>
              <p:nvSpPr>
                <p:cNvPr id="100" name="Rectangle 87"/>
                <p:cNvSpPr>
                  <a:spLocks noChangeArrowheads="1"/>
                </p:cNvSpPr>
                <p:nvPr>
                  <p:custDataLst>
                    <p:tags r:id="rId73"/>
                  </p:custDataLst>
                </p:nvPr>
              </p:nvSpPr>
              <p:spPr bwMode="auto">
                <a:xfrm>
                  <a:off x="2454" y="1995"/>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$100</a:t>
                  </a:r>
                  <a:endParaRPr lang="en-US">
                    <a:latin typeface="Arial" panose="020B0604020202020204"/>
                    <a:cs typeface="Arial" panose="020B0604020202020204"/>
                  </a:endParaRPr>
                </a:p>
              </p:txBody>
            </p:sp>
            <p:sp>
              <p:nvSpPr>
                <p:cNvPr id="101" name="Rectangle 88"/>
                <p:cNvSpPr>
                  <a:spLocks noChangeArrowheads="1"/>
                </p:cNvSpPr>
                <p:nvPr>
                  <p:custDataLst>
                    <p:tags r:id="rId74"/>
                  </p:custDataLst>
                </p:nvPr>
              </p:nvSpPr>
              <p:spPr bwMode="auto">
                <a:xfrm>
                  <a:off x="2454" y="1676"/>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$125</a:t>
                  </a:r>
                  <a:endParaRPr lang="en-US">
                    <a:latin typeface="Arial" panose="020B0604020202020204"/>
                    <a:cs typeface="Arial" panose="020B0604020202020204"/>
                  </a:endParaRPr>
                </a:p>
              </p:txBody>
            </p:sp>
            <p:sp>
              <p:nvSpPr>
                <p:cNvPr id="102" name="Rectangle 89"/>
                <p:cNvSpPr>
                  <a:spLocks noChangeArrowheads="1"/>
                </p:cNvSpPr>
                <p:nvPr>
                  <p:custDataLst>
                    <p:tags r:id="rId75"/>
                  </p:custDataLst>
                </p:nvPr>
              </p:nvSpPr>
              <p:spPr bwMode="auto">
                <a:xfrm>
                  <a:off x="2454" y="1362"/>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$150</a:t>
                  </a:r>
                  <a:endParaRPr lang="en-US">
                    <a:latin typeface="Arial" panose="020B0604020202020204"/>
                    <a:cs typeface="Arial" panose="020B0604020202020204"/>
                  </a:endParaRPr>
                </a:p>
              </p:txBody>
            </p:sp>
            <p:sp>
              <p:nvSpPr>
                <p:cNvPr id="103" name="Rectangle 90"/>
                <p:cNvSpPr>
                  <a:spLocks noChangeArrowheads="1"/>
                </p:cNvSpPr>
                <p:nvPr>
                  <p:custDataLst>
                    <p:tags r:id="rId76"/>
                  </p:custDataLst>
                </p:nvPr>
              </p:nvSpPr>
              <p:spPr bwMode="auto">
                <a:xfrm>
                  <a:off x="2454" y="104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$175</a:t>
                  </a:r>
                  <a:endParaRPr lang="en-US">
                    <a:latin typeface="Arial" panose="020B0604020202020204"/>
                    <a:cs typeface="Arial" panose="020B0604020202020204"/>
                  </a:endParaRPr>
                </a:p>
              </p:txBody>
            </p:sp>
            <p:sp>
              <p:nvSpPr>
                <p:cNvPr id="104" name="Rectangle 91"/>
                <p:cNvSpPr>
                  <a:spLocks noChangeArrowheads="1"/>
                </p:cNvSpPr>
                <p:nvPr>
                  <p:custDataLst>
                    <p:tags r:id="rId77"/>
                  </p:custDataLst>
                </p:nvPr>
              </p:nvSpPr>
              <p:spPr bwMode="auto">
                <a:xfrm>
                  <a:off x="2454" y="72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$200</a:t>
                  </a:r>
                  <a:endParaRPr lang="en-US">
                    <a:latin typeface="Arial" panose="020B0604020202020204"/>
                    <a:cs typeface="Arial" panose="020B0604020202020204"/>
                  </a:endParaRPr>
                </a:p>
              </p:txBody>
            </p:sp>
          </p:grpSp>
          <p:sp>
            <p:nvSpPr>
              <p:cNvPr id="105" name="Rectangle 92"/>
              <p:cNvSpPr>
                <a:spLocks noChangeArrowheads="1"/>
              </p:cNvSpPr>
              <p:nvPr>
                <p:custDataLst>
                  <p:tags r:id="rId78"/>
                </p:custDataLst>
              </p:nvPr>
            </p:nvSpPr>
            <p:spPr bwMode="auto">
              <a:xfrm>
                <a:off x="294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106" name="Rectangle 93"/>
              <p:cNvSpPr>
                <a:spLocks noChangeArrowheads="1"/>
              </p:cNvSpPr>
              <p:nvPr>
                <p:custDataLst>
                  <p:tags r:id="rId79"/>
                </p:custDataLst>
              </p:nvPr>
            </p:nvSpPr>
            <p:spPr bwMode="auto">
              <a:xfrm>
                <a:off x="326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107" name="Rectangle 94"/>
              <p:cNvSpPr>
                <a:spLocks noChangeArrowheads="1"/>
              </p:cNvSpPr>
              <p:nvPr>
                <p:custDataLst>
                  <p:tags r:id="rId80"/>
                </p:custDataLst>
              </p:nvPr>
            </p:nvSpPr>
            <p:spPr bwMode="auto">
              <a:xfrm>
                <a:off x="358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108" name="Rectangle 95"/>
              <p:cNvSpPr>
                <a:spLocks noChangeArrowheads="1"/>
              </p:cNvSpPr>
              <p:nvPr>
                <p:custDataLst>
                  <p:tags r:id="rId81"/>
                </p:custDataLst>
              </p:nvPr>
            </p:nvSpPr>
            <p:spPr bwMode="auto">
              <a:xfrm>
                <a:off x="390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109" name="Rectangle 96"/>
              <p:cNvSpPr>
                <a:spLocks noChangeArrowheads="1"/>
              </p:cNvSpPr>
              <p:nvPr>
                <p:custDataLst>
                  <p:tags r:id="rId82"/>
                </p:custDataLst>
              </p:nvPr>
            </p:nvSpPr>
            <p:spPr bwMode="auto">
              <a:xfrm>
                <a:off x="4235"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110" name="Rectangle 97"/>
              <p:cNvSpPr>
                <a:spLocks noChangeArrowheads="1"/>
              </p:cNvSpPr>
              <p:nvPr>
                <p:custDataLst>
                  <p:tags r:id="rId83"/>
                </p:custDataLst>
              </p:nvPr>
            </p:nvSpPr>
            <p:spPr bwMode="auto">
              <a:xfrm>
                <a:off x="4554"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111" name="Rectangle 98"/>
              <p:cNvSpPr>
                <a:spLocks noChangeArrowheads="1"/>
              </p:cNvSpPr>
              <p:nvPr>
                <p:custDataLst>
                  <p:tags r:id="rId84"/>
                </p:custDataLst>
              </p:nvPr>
            </p:nvSpPr>
            <p:spPr bwMode="auto">
              <a:xfrm>
                <a:off x="488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a:t>
                </a:r>
                <a:endParaRPr lang="en-US">
                  <a:latin typeface="Arial" panose="020B0604020202020204"/>
                  <a:cs typeface="Arial" panose="020B0604020202020204"/>
                </a:endParaRPr>
              </a:p>
            </p:txBody>
          </p:sp>
          <p:sp>
            <p:nvSpPr>
              <p:cNvPr id="112" name="Rectangle 99"/>
              <p:cNvSpPr>
                <a:spLocks noChangeArrowheads="1"/>
              </p:cNvSpPr>
              <p:nvPr>
                <p:custDataLst>
                  <p:tags r:id="rId85"/>
                </p:custDataLst>
              </p:nvPr>
            </p:nvSpPr>
            <p:spPr bwMode="auto">
              <a:xfrm>
                <a:off x="520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a:t>
                </a:r>
                <a:endParaRPr lang="en-US">
                  <a:latin typeface="Arial" panose="020B0604020202020204"/>
                  <a:cs typeface="Arial" panose="020B0604020202020204"/>
                </a:endParaRPr>
              </a:p>
            </p:txBody>
          </p:sp>
          <p:sp>
            <p:nvSpPr>
              <p:cNvPr id="113" name="Rectangle 100"/>
              <p:cNvSpPr>
                <a:spLocks noChangeArrowheads="1"/>
              </p:cNvSpPr>
              <p:nvPr>
                <p:custDataLst>
                  <p:tags r:id="rId86"/>
                </p:custDataLst>
              </p:nvPr>
            </p:nvSpPr>
            <p:spPr bwMode="auto">
              <a:xfrm>
                <a:off x="4103" y="3751"/>
                <a:ext cx="138" cy="194"/>
              </a:xfrm>
              <a:prstGeom prst="rect">
                <a:avLst/>
              </a:prstGeom>
              <a:noFill/>
              <a:ln w="9525">
                <a:noFill/>
                <a:miter lim="800000"/>
              </a:ln>
            </p:spPr>
            <p:txBody>
              <a:bodyPr wrap="none" lIns="0" tIns="0" rIns="0" bIns="0">
                <a:spAutoFit/>
              </a:bodyPr>
              <a:lstStyle/>
              <a:p>
                <a:r>
                  <a:rPr lang="en-US" sz="2000" b="1" i="1">
                    <a:solidFill>
                      <a:srgbClr val="000000"/>
                    </a:solidFill>
                    <a:latin typeface="Arial" panose="020B0604020202020204"/>
                    <a:cs typeface="Arial" panose="020B0604020202020204"/>
                  </a:rPr>
                  <a:t>Q</a:t>
                </a:r>
                <a:endParaRPr lang="en-US">
                  <a:latin typeface="Arial" panose="020B0604020202020204"/>
                  <a:cs typeface="Arial" panose="020B0604020202020204"/>
                </a:endParaRPr>
              </a:p>
            </p:txBody>
          </p:sp>
          <p:sp>
            <p:nvSpPr>
              <p:cNvPr id="114" name="Rectangle 101"/>
              <p:cNvSpPr>
                <a:spLocks noChangeArrowheads="1"/>
              </p:cNvSpPr>
              <p:nvPr>
                <p:custDataLst>
                  <p:tags r:id="rId87"/>
                </p:custDataLst>
              </p:nvPr>
            </p:nvSpPr>
            <p:spPr bwMode="auto">
              <a:xfrm rot="-5400000">
                <a:off x="2089" y="1932"/>
                <a:ext cx="445" cy="192"/>
              </a:xfrm>
              <a:prstGeom prst="rect">
                <a:avLst/>
              </a:prstGeom>
              <a:noFill/>
              <a:ln w="9525">
                <a:noFill/>
                <a:miter lim="800000"/>
              </a:ln>
            </p:spPr>
            <p:txBody>
              <a:bodyPr wrap="none" lIns="0" tIns="0" rIns="0" bIns="0">
                <a:spAutoFit/>
              </a:bodyPr>
              <a:lstStyle/>
              <a:p>
                <a:r>
                  <a:rPr lang="en-US" sz="2000" b="1">
                    <a:solidFill>
                      <a:srgbClr val="000000"/>
                    </a:solidFill>
                    <a:latin typeface="Arial" panose="020B0604020202020204"/>
                    <a:cs typeface="Arial" panose="020B0604020202020204"/>
                  </a:rPr>
                  <a:t>Costs</a:t>
                </a:r>
                <a:endParaRPr lang="en-US">
                  <a:latin typeface="Arial" panose="020B0604020202020204"/>
                  <a:cs typeface="Arial" panose="020B0604020202020204"/>
                </a:endParaRPr>
              </a:p>
            </p:txBody>
          </p:sp>
        </p:grpSp>
        <p:sp>
          <p:nvSpPr>
            <p:cNvPr id="115" name="Rectangle 102"/>
            <p:cNvSpPr>
              <a:spLocks noChangeArrowheads="1"/>
            </p:cNvSpPr>
            <p:nvPr>
              <p:custDataLst>
                <p:tags r:id="rId88"/>
              </p:custDataLst>
            </p:nvPr>
          </p:nvSpPr>
          <p:spPr bwMode="auto">
            <a:xfrm>
              <a:off x="2178" y="522"/>
              <a:ext cx="3329" cy="3461"/>
            </a:xfrm>
            <a:prstGeom prst="rect">
              <a:avLst/>
            </a:prstGeom>
            <a:noFill/>
            <a:ln w="0">
              <a:solidFill>
                <a:srgbClr val="000000"/>
              </a:solidFill>
              <a:miter lim="800000"/>
            </a:ln>
          </p:spPr>
          <p:txBody>
            <a:bodyPr/>
            <a:lstStyle/>
            <a:p>
              <a:endParaRPr lang="en-US">
                <a:latin typeface="Arial" panose="020B0604020202020204"/>
                <a:cs typeface="Arial" panose="020B0604020202020204"/>
              </a:endParaRPr>
            </a:p>
          </p:txBody>
        </p:sp>
      </p:grpSp>
      <p:sp>
        <p:nvSpPr>
          <p:cNvPr id="99431" name="Text Box 103"/>
          <p:cNvSpPr txBox="1">
            <a:spLocks noChangeArrowheads="1"/>
          </p:cNvSpPr>
          <p:nvPr>
            <p:custDataLst>
              <p:tags r:id="rId89"/>
            </p:custDataLst>
          </p:nvPr>
        </p:nvSpPr>
        <p:spPr bwMode="auto">
          <a:xfrm>
            <a:off x="433070" y="4293235"/>
            <a:ext cx="2816225" cy="1656715"/>
          </a:xfrm>
          <a:prstGeom prst="rect">
            <a:avLst/>
          </a:prstGeom>
          <a:solidFill>
            <a:schemeClr val="bg2">
              <a:lumMod val="90000"/>
            </a:schemeClr>
          </a:solidFill>
          <a:ln w="9525">
            <a:noFill/>
            <a:miter lim="800000"/>
          </a:ln>
        </p:spPr>
        <p:txBody>
          <a:bodyPr/>
          <a:p>
            <a:pPr>
              <a:lnSpc>
                <a:spcPct val="80000"/>
              </a:lnSpc>
              <a:spcBef>
                <a:spcPts val="45"/>
              </a:spcBef>
              <a:spcAft>
                <a:spcPts val="0"/>
              </a:spcAft>
            </a:pPr>
            <a:r>
              <a:rPr lang="en-US" sz="2500">
                <a:latin typeface="Arial" panose="020B0604020202020204"/>
                <a:cs typeface="Arial" panose="020B0604020202020204"/>
              </a:rPr>
              <a:t>伴随产量的上升</a:t>
            </a:r>
            <a:endParaRPr lang="en-US" sz="2500">
              <a:latin typeface="Arial" panose="020B0604020202020204"/>
              <a:cs typeface="Arial" panose="020B0604020202020204"/>
            </a:endParaRPr>
          </a:p>
          <a:p>
            <a:pPr>
              <a:lnSpc>
                <a:spcPct val="80000"/>
              </a:lnSpc>
              <a:spcBef>
                <a:spcPts val="45"/>
              </a:spcBef>
              <a:spcAft>
                <a:spcPts val="0"/>
              </a:spcAft>
            </a:pPr>
            <a:r>
              <a:rPr lang="en-US" sz="2500">
                <a:latin typeface="Arial" panose="020B0604020202020204"/>
                <a:cs typeface="Arial" panose="020B0604020202020204"/>
              </a:rPr>
              <a:t>最初，AFC的减少使 ATC 下降</a:t>
            </a:r>
            <a:r>
              <a:rPr lang="zh-CN" altLang="en-US" sz="2500">
                <a:latin typeface="Arial" panose="020B0604020202020204"/>
                <a:cs typeface="Arial" panose="020B0604020202020204"/>
              </a:rPr>
              <a:t>；</a:t>
            </a:r>
            <a:endParaRPr lang="en-US" sz="2500">
              <a:latin typeface="Arial" panose="020B0604020202020204"/>
              <a:cs typeface="Arial" panose="020B0604020202020204"/>
            </a:endParaRPr>
          </a:p>
          <a:p>
            <a:pPr>
              <a:lnSpc>
                <a:spcPct val="80000"/>
              </a:lnSpc>
              <a:spcBef>
                <a:spcPts val="45"/>
              </a:spcBef>
              <a:spcAft>
                <a:spcPts val="0"/>
              </a:spcAft>
            </a:pPr>
            <a:r>
              <a:rPr lang="en-US" sz="2500">
                <a:latin typeface="Arial" panose="020B0604020202020204"/>
                <a:cs typeface="Arial" panose="020B0604020202020204"/>
              </a:rPr>
              <a:t>然而，AVC 的上升使 ATC 增加</a:t>
            </a:r>
            <a:endParaRPr lang="en-US" sz="250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500"/>
                                        <p:tgtEl>
                                          <p:spTgt spid="47"/>
                                        </p:tgtEl>
                                      </p:cBhvr>
                                    </p:animEffect>
                                  </p:childTnLst>
                                </p:cTn>
                              </p:par>
                              <p:par>
                                <p:cTn id="24" presetID="10" presetClass="entr" presetSubtype="0" fill="hold" nodeType="with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500"/>
                                        <p:tgtEl>
                                          <p:spTgt spid="6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9431">
                                            <p:txEl>
                                              <p:pRg st="4294967295" end="4294967295"/>
                                            </p:txEl>
                                          </p:spTgt>
                                        </p:tgtEl>
                                        <p:attrNameLst>
                                          <p:attrName>style.visibility</p:attrName>
                                        </p:attrNameLst>
                                      </p:cBhvr>
                                      <p:to>
                                        <p:strVal val="visible"/>
                                      </p:to>
                                    </p:set>
                                    <p:animEffect transition="in" filter="wipe(left)">
                                      <p:cBhvr>
                                        <p:cTn id="31" dur="500"/>
                                        <p:tgtEl>
                                          <p:spTgt spid="99431">
                                            <p:txEl>
                                              <p:pRg st="4294967295" end="429496729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9431">
                                            <p:txEl>
                                              <p:pRg st="0" end="0"/>
                                            </p:txEl>
                                          </p:spTgt>
                                        </p:tgtEl>
                                        <p:attrNameLst>
                                          <p:attrName>style.visibility</p:attrName>
                                        </p:attrNameLst>
                                      </p:cBhvr>
                                      <p:to>
                                        <p:strVal val="visible"/>
                                      </p:to>
                                    </p:set>
                                    <p:animEffect transition="in" filter="wipe(left)">
                                      <p:cBhvr>
                                        <p:cTn id="36" dur="500"/>
                                        <p:tgtEl>
                                          <p:spTgt spid="9943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9431">
                                            <p:txEl>
                                              <p:pRg st="1" end="1"/>
                                            </p:txEl>
                                          </p:spTgt>
                                        </p:tgtEl>
                                        <p:attrNameLst>
                                          <p:attrName>style.visibility</p:attrName>
                                        </p:attrNameLst>
                                      </p:cBhvr>
                                      <p:to>
                                        <p:strVal val="visible"/>
                                      </p:to>
                                    </p:set>
                                    <p:animEffect transition="in" filter="wipe(left)">
                                      <p:cBhvr>
                                        <p:cTn id="41" dur="500"/>
                                        <p:tgtEl>
                                          <p:spTgt spid="99431">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9431">
                                            <p:txEl>
                                              <p:pRg st="2" end="2"/>
                                            </p:txEl>
                                          </p:spTgt>
                                        </p:tgtEl>
                                        <p:attrNameLst>
                                          <p:attrName>style.visibility</p:attrName>
                                        </p:attrNameLst>
                                      </p:cBhvr>
                                      <p:to>
                                        <p:strVal val="visible"/>
                                      </p:to>
                                    </p:set>
                                    <p:animEffect transition="in" filter="wipe(left)">
                                      <p:cBhvr>
                                        <p:cTn id="46" dur="500"/>
                                        <p:tgtEl>
                                          <p:spTgt spid="994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5581650" cy="583565"/>
          </a:xfrm>
          <a:prstGeom prst="rect">
            <a:avLst/>
          </a:prstGeom>
          <a:noFill/>
        </p:spPr>
        <p:txBody>
          <a:bodyPr wrap="none" rtlCol="0">
            <a:spAutoFit/>
          </a:bodyPr>
          <a:lstStyle/>
          <a:p>
            <a:pPr algn="l"/>
            <a:r>
              <a:rPr sz="3200">
                <a:solidFill>
                  <a:srgbClr val="002060"/>
                </a:solidFill>
              </a:rPr>
              <a:t>例 2: 为什么ATC 通常是 U型的?</a:t>
            </a:r>
            <a:endParaRPr sz="3200">
              <a:solidFill>
                <a:srgbClr val="002060"/>
              </a:solidFill>
            </a:endParaRPr>
          </a:p>
        </p:txBody>
      </p:sp>
      <p:sp>
        <p:nvSpPr>
          <p:cNvPr id="99431" name="Text Box 103"/>
          <p:cNvSpPr txBox="1">
            <a:spLocks noChangeArrowheads="1"/>
          </p:cNvSpPr>
          <p:nvPr>
            <p:custDataLst>
              <p:tags r:id="rId1"/>
            </p:custDataLst>
          </p:nvPr>
        </p:nvSpPr>
        <p:spPr bwMode="auto">
          <a:xfrm>
            <a:off x="467995" y="1527810"/>
            <a:ext cx="2816225" cy="1259840"/>
          </a:xfrm>
          <a:prstGeom prst="rect">
            <a:avLst/>
          </a:prstGeom>
          <a:solidFill>
            <a:schemeClr val="bg2">
              <a:lumMod val="90000"/>
            </a:schemeClr>
          </a:solidFill>
          <a:ln w="9525">
            <a:noFill/>
            <a:miter lim="800000"/>
          </a:ln>
        </p:spPr>
        <p:txBody>
          <a:bodyPr/>
          <a:lstStyle/>
          <a:p>
            <a:pPr>
              <a:lnSpc>
                <a:spcPct val="110000"/>
              </a:lnSpc>
              <a:spcBef>
                <a:spcPct val="45000"/>
              </a:spcBef>
            </a:pPr>
            <a:r>
              <a:rPr lang="en-US" sz="2800" b="1">
                <a:solidFill>
                  <a:srgbClr val="FF0000"/>
                </a:solidFill>
                <a:latin typeface="Arial" panose="020B0604020202020204"/>
                <a:cs typeface="Arial" panose="020B0604020202020204"/>
              </a:rPr>
              <a:t>有效规模</a:t>
            </a:r>
            <a:r>
              <a:rPr lang="zh-CN" altLang="en-US" sz="2500">
                <a:latin typeface="Arial" panose="020B0604020202020204"/>
                <a:cs typeface="Arial" panose="020B0604020202020204"/>
              </a:rPr>
              <a:t>：</a:t>
            </a:r>
            <a:endParaRPr lang="zh-CN" altLang="en-US" sz="2500">
              <a:latin typeface="Arial" panose="020B0604020202020204"/>
              <a:cs typeface="Arial" panose="020B0604020202020204"/>
            </a:endParaRPr>
          </a:p>
          <a:p>
            <a:pPr>
              <a:lnSpc>
                <a:spcPct val="110000"/>
              </a:lnSpc>
              <a:spcBef>
                <a:spcPct val="45000"/>
              </a:spcBef>
            </a:pPr>
            <a:r>
              <a:rPr lang="en-US" sz="2500">
                <a:latin typeface="Arial" panose="020B0604020202020204"/>
                <a:cs typeface="Arial" panose="020B0604020202020204"/>
              </a:rPr>
              <a:t>使ATC最小的产量</a:t>
            </a:r>
            <a:endParaRPr lang="en-US" sz="2500">
              <a:latin typeface="Arial" panose="020B0604020202020204"/>
              <a:cs typeface="Arial" panose="020B0604020202020204"/>
            </a:endParaRPr>
          </a:p>
        </p:txBody>
      </p:sp>
      <p:sp>
        <p:nvSpPr>
          <p:cNvPr id="21" name="AutoShape 46"/>
          <p:cNvSpPr>
            <a:spLocks noChangeAspect="1" noChangeArrowheads="1" noTextEdit="1"/>
          </p:cNvSpPr>
          <p:nvPr>
            <p:custDataLst>
              <p:tags r:id="rId2"/>
            </p:custDataLst>
          </p:nvPr>
        </p:nvSpPr>
        <p:spPr bwMode="auto">
          <a:xfrm>
            <a:off x="3359468" y="1219518"/>
            <a:ext cx="5394325" cy="5592762"/>
          </a:xfrm>
          <a:prstGeom prst="rect">
            <a:avLst/>
          </a:prstGeom>
          <a:noFill/>
          <a:ln w="9525">
            <a:noFill/>
            <a:miter lim="800000"/>
          </a:ln>
        </p:spPr>
        <p:txBody>
          <a:bodyPr/>
          <a:lstStyle/>
          <a:p>
            <a:endParaRPr lang="en-US">
              <a:latin typeface="Arial" panose="020B0604020202020204"/>
              <a:cs typeface="Arial" panose="020B0604020202020204"/>
            </a:endParaRPr>
          </a:p>
        </p:txBody>
      </p:sp>
      <p:grpSp>
        <p:nvGrpSpPr>
          <p:cNvPr id="22" name="Group 47"/>
          <p:cNvGrpSpPr/>
          <p:nvPr/>
        </p:nvGrpSpPr>
        <p:grpSpPr bwMode="auto">
          <a:xfrm>
            <a:off x="3408680" y="1268730"/>
            <a:ext cx="5384800" cy="5494338"/>
            <a:chOff x="2178" y="522"/>
            <a:chExt cx="3392" cy="3461"/>
          </a:xfrm>
        </p:grpSpPr>
        <p:grpSp>
          <p:nvGrpSpPr>
            <p:cNvPr id="23" name="Group 48"/>
            <p:cNvGrpSpPr/>
            <p:nvPr/>
          </p:nvGrpSpPr>
          <p:grpSpPr bwMode="auto">
            <a:xfrm>
              <a:off x="2178" y="522"/>
              <a:ext cx="3392" cy="3461"/>
              <a:chOff x="2178" y="522"/>
              <a:chExt cx="3392" cy="3461"/>
            </a:xfrm>
          </p:grpSpPr>
          <p:sp>
            <p:nvSpPr>
              <p:cNvPr id="24" name="Rectangle 49"/>
              <p:cNvSpPr>
                <a:spLocks noChangeArrowheads="1"/>
              </p:cNvSpPr>
              <p:nvPr>
                <p:custDataLst>
                  <p:tags r:id="rId3"/>
                </p:custDataLst>
              </p:nvPr>
            </p:nvSpPr>
            <p:spPr bwMode="auto">
              <a:xfrm>
                <a:off x="2178" y="522"/>
                <a:ext cx="3329" cy="3461"/>
              </a:xfrm>
              <a:prstGeom prst="rect">
                <a:avLst/>
              </a:prstGeom>
              <a:solidFill>
                <a:srgbClr val="CC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25" name="Rectangle 50"/>
              <p:cNvSpPr>
                <a:spLocks noChangeArrowheads="1"/>
              </p:cNvSpPr>
              <p:nvPr>
                <p:custDataLst>
                  <p:tags r:id="rId4"/>
                </p:custDataLst>
              </p:nvPr>
            </p:nvSpPr>
            <p:spPr bwMode="auto">
              <a:xfrm>
                <a:off x="2987" y="698"/>
                <a:ext cx="2389" cy="2651"/>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grpSp>
            <p:nvGrpSpPr>
              <p:cNvPr id="26" name="Group 51"/>
              <p:cNvGrpSpPr/>
              <p:nvPr/>
            </p:nvGrpSpPr>
            <p:grpSpPr bwMode="auto">
              <a:xfrm>
                <a:off x="3282" y="1181"/>
                <a:ext cx="2288" cy="1228"/>
                <a:chOff x="3282" y="1181"/>
                <a:chExt cx="2288" cy="1228"/>
              </a:xfrm>
            </p:grpSpPr>
            <p:sp>
              <p:nvSpPr>
                <p:cNvPr id="27" name="Freeform 52"/>
                <p:cNvSpPr/>
                <p:nvPr>
                  <p:custDataLst>
                    <p:tags r:id="rId5"/>
                  </p:custDataLst>
                </p:nvPr>
              </p:nvSpPr>
              <p:spPr bwMode="auto">
                <a:xfrm>
                  <a:off x="3307" y="1206"/>
                  <a:ext cx="2263" cy="1184"/>
                </a:xfrm>
                <a:custGeom>
                  <a:avLst/>
                  <a:gdLst>
                    <a:gd name="T0" fmla="*/ 0 w 361"/>
                    <a:gd name="T1" fmla="*/ 0 h 189"/>
                    <a:gd name="T2" fmla="*/ 503508 w 361"/>
                    <a:gd name="T3" fmla="*/ 1158184 h 189"/>
                    <a:gd name="T4" fmla="*/ 997663 w 361"/>
                    <a:gd name="T5" fmla="*/ 1611067 h 189"/>
                    <a:gd name="T6" fmla="*/ 1500933 w 361"/>
                    <a:gd name="T7" fmla="*/ 1794224 h 189"/>
                    <a:gd name="T8" fmla="*/ 1993634 w 361"/>
                    <a:gd name="T9" fmla="*/ 1823460 h 189"/>
                    <a:gd name="T10" fmla="*/ 2496904 w 361"/>
                    <a:gd name="T11" fmla="*/ 1746500 h 189"/>
                    <a:gd name="T12" fmla="*/ 2991059 w 361"/>
                    <a:gd name="T13" fmla="*/ 1581793 h 189"/>
                    <a:gd name="T14" fmla="*/ 3494568 w 361"/>
                    <a:gd name="T15" fmla="*/ 1312104 h 189"/>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89"/>
                    <a:gd name="T26" fmla="*/ 361 w 361"/>
                    <a:gd name="T27" fmla="*/ 189 h 1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89">
                      <a:moveTo>
                        <a:pt x="0" y="0"/>
                      </a:moveTo>
                      <a:lnTo>
                        <a:pt x="52" y="120"/>
                      </a:lnTo>
                      <a:lnTo>
                        <a:pt x="103" y="167"/>
                      </a:lnTo>
                      <a:lnTo>
                        <a:pt x="155" y="186"/>
                      </a:lnTo>
                      <a:lnTo>
                        <a:pt x="206" y="189"/>
                      </a:lnTo>
                      <a:lnTo>
                        <a:pt x="258" y="181"/>
                      </a:lnTo>
                      <a:lnTo>
                        <a:pt x="309" y="164"/>
                      </a:lnTo>
                      <a:lnTo>
                        <a:pt x="361" y="136"/>
                      </a:lnTo>
                    </a:path>
                  </a:pathLst>
                </a:custGeom>
                <a:noFill/>
                <a:ln w="30163">
                  <a:solidFill>
                    <a:srgbClr val="008000"/>
                  </a:solidFill>
                  <a:round/>
                </a:ln>
              </p:spPr>
              <p:txBody>
                <a:bodyPr/>
                <a:lstStyle/>
                <a:p>
                  <a:endParaRPr lang="en-US">
                    <a:latin typeface="Arial" panose="020B0604020202020204"/>
                    <a:cs typeface="Arial" panose="020B0604020202020204"/>
                  </a:endParaRPr>
                </a:p>
              </p:txBody>
            </p:sp>
            <p:sp>
              <p:nvSpPr>
                <p:cNvPr id="28" name="Oval 53"/>
                <p:cNvSpPr>
                  <a:spLocks noChangeArrowheads="1"/>
                </p:cNvSpPr>
                <p:nvPr>
                  <p:custDataLst>
                    <p:tags r:id="rId6"/>
                  </p:custDataLst>
                </p:nvPr>
              </p:nvSpPr>
              <p:spPr bwMode="auto">
                <a:xfrm>
                  <a:off x="3282" y="1181"/>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29" name="Oval 54"/>
                <p:cNvSpPr>
                  <a:spLocks noChangeArrowheads="1"/>
                </p:cNvSpPr>
                <p:nvPr>
                  <p:custDataLst>
                    <p:tags r:id="rId7"/>
                  </p:custDataLst>
                </p:nvPr>
              </p:nvSpPr>
              <p:spPr bwMode="auto">
                <a:xfrm>
                  <a:off x="3608" y="1933"/>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0" name="Oval 55"/>
                <p:cNvSpPr>
                  <a:spLocks noChangeArrowheads="1"/>
                </p:cNvSpPr>
                <p:nvPr>
                  <p:custDataLst>
                    <p:tags r:id="rId8"/>
                  </p:custDataLst>
                </p:nvPr>
              </p:nvSpPr>
              <p:spPr bwMode="auto">
                <a:xfrm>
                  <a:off x="3927" y="2227"/>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1" name="Oval 56"/>
                <p:cNvSpPr>
                  <a:spLocks noChangeArrowheads="1"/>
                </p:cNvSpPr>
                <p:nvPr>
                  <p:custDataLst>
                    <p:tags r:id="rId9"/>
                  </p:custDataLst>
                </p:nvPr>
              </p:nvSpPr>
              <p:spPr bwMode="auto">
                <a:xfrm>
                  <a:off x="4253" y="2347"/>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2" name="Oval 57"/>
                <p:cNvSpPr>
                  <a:spLocks noChangeArrowheads="1"/>
                </p:cNvSpPr>
                <p:nvPr>
                  <p:custDataLst>
                    <p:tags r:id="rId10"/>
                  </p:custDataLst>
                </p:nvPr>
              </p:nvSpPr>
              <p:spPr bwMode="auto">
                <a:xfrm>
                  <a:off x="4573" y="236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3" name="Oval 58"/>
                <p:cNvSpPr>
                  <a:spLocks noChangeArrowheads="1"/>
                </p:cNvSpPr>
                <p:nvPr>
                  <p:custDataLst>
                    <p:tags r:id="rId11"/>
                  </p:custDataLst>
                </p:nvPr>
              </p:nvSpPr>
              <p:spPr bwMode="auto">
                <a:xfrm>
                  <a:off x="4899" y="231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34" name="Oval 59"/>
                <p:cNvSpPr>
                  <a:spLocks noChangeArrowheads="1"/>
                </p:cNvSpPr>
                <p:nvPr>
                  <p:custDataLst>
                    <p:tags r:id="rId12"/>
                  </p:custDataLst>
                </p:nvPr>
              </p:nvSpPr>
              <p:spPr bwMode="auto">
                <a:xfrm>
                  <a:off x="5219" y="2209"/>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grpSp>
        </p:grpSp>
        <p:grpSp>
          <p:nvGrpSpPr>
            <p:cNvPr id="35" name="Group 60"/>
            <p:cNvGrpSpPr/>
            <p:nvPr/>
          </p:nvGrpSpPr>
          <p:grpSpPr bwMode="auto">
            <a:xfrm>
              <a:off x="2178" y="522"/>
              <a:ext cx="3329" cy="3461"/>
              <a:chOff x="2178" y="522"/>
              <a:chExt cx="3329" cy="3461"/>
            </a:xfrm>
          </p:grpSpPr>
          <p:grpSp>
            <p:nvGrpSpPr>
              <p:cNvPr id="36" name="Group 61"/>
              <p:cNvGrpSpPr/>
              <p:nvPr/>
            </p:nvGrpSpPr>
            <p:grpSpPr bwMode="auto">
              <a:xfrm>
                <a:off x="2216" y="698"/>
                <a:ext cx="3160" cy="3247"/>
                <a:chOff x="2216" y="698"/>
                <a:chExt cx="3160" cy="3247"/>
              </a:xfrm>
            </p:grpSpPr>
            <p:sp>
              <p:nvSpPr>
                <p:cNvPr id="37" name="Line 62"/>
                <p:cNvSpPr>
                  <a:spLocks noChangeShapeType="1"/>
                </p:cNvSpPr>
                <p:nvPr>
                  <p:custDataLst>
                    <p:tags r:id="rId13"/>
                  </p:custDataLst>
                </p:nvPr>
              </p:nvSpPr>
              <p:spPr bwMode="auto">
                <a:xfrm flipV="1">
                  <a:off x="298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8" name="Line 63"/>
                <p:cNvSpPr>
                  <a:spLocks noChangeShapeType="1"/>
                </p:cNvSpPr>
                <p:nvPr>
                  <p:custDataLst>
                    <p:tags r:id="rId14"/>
                  </p:custDataLst>
                </p:nvPr>
              </p:nvSpPr>
              <p:spPr bwMode="auto">
                <a:xfrm flipV="1">
                  <a:off x="330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39" name="Line 64"/>
                <p:cNvSpPr>
                  <a:spLocks noChangeShapeType="1"/>
                </p:cNvSpPr>
                <p:nvPr>
                  <p:custDataLst>
                    <p:tags r:id="rId15"/>
                  </p:custDataLst>
                </p:nvPr>
              </p:nvSpPr>
              <p:spPr bwMode="auto">
                <a:xfrm flipV="1">
                  <a:off x="363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 name="Line 65"/>
                <p:cNvSpPr>
                  <a:spLocks noChangeShapeType="1"/>
                </p:cNvSpPr>
                <p:nvPr>
                  <p:custDataLst>
                    <p:tags r:id="rId16"/>
                  </p:custDataLst>
                </p:nvPr>
              </p:nvSpPr>
              <p:spPr bwMode="auto">
                <a:xfrm flipV="1">
                  <a:off x="395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 name="Line 66"/>
                <p:cNvSpPr>
                  <a:spLocks noChangeShapeType="1"/>
                </p:cNvSpPr>
                <p:nvPr>
                  <p:custDataLst>
                    <p:tags r:id="rId17"/>
                  </p:custDataLst>
                </p:nvPr>
              </p:nvSpPr>
              <p:spPr bwMode="auto">
                <a:xfrm flipV="1">
                  <a:off x="4279"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2" name="Line 67"/>
                <p:cNvSpPr>
                  <a:spLocks noChangeShapeType="1"/>
                </p:cNvSpPr>
                <p:nvPr>
                  <p:custDataLst>
                    <p:tags r:id="rId18"/>
                  </p:custDataLst>
                </p:nvPr>
              </p:nvSpPr>
              <p:spPr bwMode="auto">
                <a:xfrm flipV="1">
                  <a:off x="4598"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3" name="Line 68"/>
                <p:cNvSpPr>
                  <a:spLocks noChangeShapeType="1"/>
                </p:cNvSpPr>
                <p:nvPr>
                  <p:custDataLst>
                    <p:tags r:id="rId19"/>
                  </p:custDataLst>
                </p:nvPr>
              </p:nvSpPr>
              <p:spPr bwMode="auto">
                <a:xfrm flipV="1">
                  <a:off x="492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4" name="Line 69"/>
                <p:cNvSpPr>
                  <a:spLocks noChangeShapeType="1"/>
                </p:cNvSpPr>
                <p:nvPr>
                  <p:custDataLst>
                    <p:tags r:id="rId20"/>
                  </p:custDataLst>
                </p:nvPr>
              </p:nvSpPr>
              <p:spPr bwMode="auto">
                <a:xfrm flipV="1">
                  <a:off x="524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45" name="Group 70"/>
                <p:cNvGrpSpPr/>
                <p:nvPr/>
              </p:nvGrpSpPr>
              <p:grpSpPr bwMode="auto">
                <a:xfrm>
                  <a:off x="2454" y="698"/>
                  <a:ext cx="2922" cy="2749"/>
                  <a:chOff x="2454" y="698"/>
                  <a:chExt cx="2922" cy="2749"/>
                </a:xfrm>
              </p:grpSpPr>
              <p:sp>
                <p:nvSpPr>
                  <p:cNvPr id="46" name="Line 71"/>
                  <p:cNvSpPr>
                    <a:spLocks noChangeShapeType="1"/>
                  </p:cNvSpPr>
                  <p:nvPr>
                    <p:custDataLst>
                      <p:tags r:id="rId21"/>
                    </p:custDataLst>
                  </p:nvPr>
                </p:nvSpPr>
                <p:spPr bwMode="auto">
                  <a:xfrm>
                    <a:off x="2937" y="334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7" name="Line 72"/>
                  <p:cNvSpPr>
                    <a:spLocks noChangeShapeType="1"/>
                  </p:cNvSpPr>
                  <p:nvPr>
                    <p:custDataLst>
                      <p:tags r:id="rId22"/>
                    </p:custDataLst>
                  </p:nvPr>
                </p:nvSpPr>
                <p:spPr bwMode="auto">
                  <a:xfrm>
                    <a:off x="2937" y="303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8" name="Line 73"/>
                  <p:cNvSpPr>
                    <a:spLocks noChangeShapeType="1"/>
                  </p:cNvSpPr>
                  <p:nvPr>
                    <p:custDataLst>
                      <p:tags r:id="rId23"/>
                    </p:custDataLst>
                  </p:nvPr>
                </p:nvSpPr>
                <p:spPr bwMode="auto">
                  <a:xfrm>
                    <a:off x="2937" y="271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9" name="Line 74"/>
                  <p:cNvSpPr>
                    <a:spLocks noChangeShapeType="1"/>
                  </p:cNvSpPr>
                  <p:nvPr>
                    <p:custDataLst>
                      <p:tags r:id="rId24"/>
                    </p:custDataLst>
                  </p:nvPr>
                </p:nvSpPr>
                <p:spPr bwMode="auto">
                  <a:xfrm>
                    <a:off x="2937" y="240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50" name="Line 75"/>
                  <p:cNvSpPr>
                    <a:spLocks noChangeShapeType="1"/>
                  </p:cNvSpPr>
                  <p:nvPr>
                    <p:custDataLst>
                      <p:tags r:id="rId25"/>
                    </p:custDataLst>
                  </p:nvPr>
                </p:nvSpPr>
                <p:spPr bwMode="auto">
                  <a:xfrm>
                    <a:off x="2937" y="208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51" name="Line 76"/>
                  <p:cNvSpPr>
                    <a:spLocks noChangeShapeType="1"/>
                  </p:cNvSpPr>
                  <p:nvPr>
                    <p:custDataLst>
                      <p:tags r:id="rId26"/>
                    </p:custDataLst>
                  </p:nvPr>
                </p:nvSpPr>
                <p:spPr bwMode="auto">
                  <a:xfrm>
                    <a:off x="2937" y="1770"/>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52" name="Line 77"/>
                  <p:cNvSpPr>
                    <a:spLocks noChangeShapeType="1"/>
                  </p:cNvSpPr>
                  <p:nvPr>
                    <p:custDataLst>
                      <p:tags r:id="rId27"/>
                    </p:custDataLst>
                  </p:nvPr>
                </p:nvSpPr>
                <p:spPr bwMode="auto">
                  <a:xfrm>
                    <a:off x="2937" y="145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53" name="Line 78"/>
                  <p:cNvSpPr>
                    <a:spLocks noChangeShapeType="1"/>
                  </p:cNvSpPr>
                  <p:nvPr>
                    <p:custDataLst>
                      <p:tags r:id="rId28"/>
                    </p:custDataLst>
                  </p:nvPr>
                </p:nvSpPr>
                <p:spPr bwMode="auto">
                  <a:xfrm>
                    <a:off x="2937" y="114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54" name="Line 79"/>
                  <p:cNvSpPr>
                    <a:spLocks noChangeShapeType="1"/>
                  </p:cNvSpPr>
                  <p:nvPr>
                    <p:custDataLst>
                      <p:tags r:id="rId29"/>
                    </p:custDataLst>
                  </p:nvPr>
                </p:nvSpPr>
                <p:spPr bwMode="auto">
                  <a:xfrm>
                    <a:off x="2937" y="82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55" name="Group 80"/>
                  <p:cNvGrpSpPr/>
                  <p:nvPr/>
                </p:nvGrpSpPr>
                <p:grpSpPr bwMode="auto">
                  <a:xfrm>
                    <a:off x="2987" y="698"/>
                    <a:ext cx="2389" cy="2652"/>
                    <a:chOff x="2987" y="698"/>
                    <a:chExt cx="2389" cy="2652"/>
                  </a:xfrm>
                </p:grpSpPr>
                <p:sp>
                  <p:nvSpPr>
                    <p:cNvPr id="56" name="Line 81"/>
                    <p:cNvSpPr>
                      <a:spLocks noChangeShapeType="1"/>
                    </p:cNvSpPr>
                    <p:nvPr>
                      <p:custDataLst>
                        <p:tags r:id="rId30"/>
                      </p:custDataLst>
                    </p:nvPr>
                  </p:nvSpPr>
                  <p:spPr bwMode="auto">
                    <a:xfrm>
                      <a:off x="2987" y="698"/>
                      <a:ext cx="1" cy="26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57" name="Line 82"/>
                    <p:cNvSpPr>
                      <a:spLocks noChangeShapeType="1"/>
                    </p:cNvSpPr>
                    <p:nvPr>
                      <p:custDataLst>
                        <p:tags r:id="rId31"/>
                      </p:custDataLst>
                    </p:nvPr>
                  </p:nvSpPr>
                  <p:spPr bwMode="auto">
                    <a:xfrm>
                      <a:off x="2987" y="3349"/>
                      <a:ext cx="2389"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sp>
                <p:nvSpPr>
                  <p:cNvPr id="58" name="Rectangle 83"/>
                  <p:cNvSpPr>
                    <a:spLocks noChangeArrowheads="1"/>
                  </p:cNvSpPr>
                  <p:nvPr>
                    <p:custDataLst>
                      <p:tags r:id="rId32"/>
                    </p:custDataLst>
                  </p:nvPr>
                </p:nvSpPr>
                <p:spPr bwMode="auto">
                  <a:xfrm>
                    <a:off x="2630" y="3255"/>
                    <a:ext cx="178"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59" name="Rectangle 84"/>
                  <p:cNvSpPr>
                    <a:spLocks noChangeArrowheads="1"/>
                  </p:cNvSpPr>
                  <p:nvPr>
                    <p:custDataLst>
                      <p:tags r:id="rId33"/>
                    </p:custDataLst>
                  </p:nvPr>
                </p:nvSpPr>
                <p:spPr bwMode="auto">
                  <a:xfrm>
                    <a:off x="2542" y="294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$25</a:t>
                    </a:r>
                    <a:endParaRPr lang="en-US">
                      <a:latin typeface="Arial" panose="020B0604020202020204"/>
                      <a:cs typeface="Arial" panose="020B0604020202020204"/>
                    </a:endParaRPr>
                  </a:p>
                </p:txBody>
              </p:sp>
              <p:sp>
                <p:nvSpPr>
                  <p:cNvPr id="60" name="Rectangle 85"/>
                  <p:cNvSpPr>
                    <a:spLocks noChangeArrowheads="1"/>
                  </p:cNvSpPr>
                  <p:nvPr>
                    <p:custDataLst>
                      <p:tags r:id="rId34"/>
                    </p:custDataLst>
                  </p:nvPr>
                </p:nvSpPr>
                <p:spPr bwMode="auto">
                  <a:xfrm>
                    <a:off x="2542" y="262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$50</a:t>
                    </a:r>
                    <a:endParaRPr lang="en-US">
                      <a:latin typeface="Arial" panose="020B0604020202020204"/>
                      <a:cs typeface="Arial" panose="020B0604020202020204"/>
                    </a:endParaRPr>
                  </a:p>
                </p:txBody>
              </p:sp>
              <p:sp>
                <p:nvSpPr>
                  <p:cNvPr id="61" name="Rectangle 86"/>
                  <p:cNvSpPr>
                    <a:spLocks noChangeArrowheads="1"/>
                  </p:cNvSpPr>
                  <p:nvPr>
                    <p:custDataLst>
                      <p:tags r:id="rId35"/>
                    </p:custDataLst>
                  </p:nvPr>
                </p:nvSpPr>
                <p:spPr bwMode="auto">
                  <a:xfrm>
                    <a:off x="2542" y="2309"/>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$75</a:t>
                    </a:r>
                    <a:endParaRPr lang="en-US">
                      <a:latin typeface="Arial" panose="020B0604020202020204"/>
                      <a:cs typeface="Arial" panose="020B0604020202020204"/>
                    </a:endParaRPr>
                  </a:p>
                </p:txBody>
              </p:sp>
              <p:sp>
                <p:nvSpPr>
                  <p:cNvPr id="62" name="Rectangle 87"/>
                  <p:cNvSpPr>
                    <a:spLocks noChangeArrowheads="1"/>
                  </p:cNvSpPr>
                  <p:nvPr>
                    <p:custDataLst>
                      <p:tags r:id="rId36"/>
                    </p:custDataLst>
                  </p:nvPr>
                </p:nvSpPr>
                <p:spPr bwMode="auto">
                  <a:xfrm>
                    <a:off x="2454" y="1995"/>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$100</a:t>
                    </a:r>
                    <a:endParaRPr lang="en-US">
                      <a:latin typeface="Arial" panose="020B0604020202020204"/>
                      <a:cs typeface="Arial" panose="020B0604020202020204"/>
                    </a:endParaRPr>
                  </a:p>
                </p:txBody>
              </p:sp>
              <p:sp>
                <p:nvSpPr>
                  <p:cNvPr id="63" name="Rectangle 88"/>
                  <p:cNvSpPr>
                    <a:spLocks noChangeArrowheads="1"/>
                  </p:cNvSpPr>
                  <p:nvPr>
                    <p:custDataLst>
                      <p:tags r:id="rId37"/>
                    </p:custDataLst>
                  </p:nvPr>
                </p:nvSpPr>
                <p:spPr bwMode="auto">
                  <a:xfrm>
                    <a:off x="2454" y="1676"/>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$125</a:t>
                    </a:r>
                    <a:endParaRPr lang="en-US">
                      <a:latin typeface="Arial" panose="020B0604020202020204"/>
                      <a:cs typeface="Arial" panose="020B0604020202020204"/>
                    </a:endParaRPr>
                  </a:p>
                </p:txBody>
              </p:sp>
              <p:sp>
                <p:nvSpPr>
                  <p:cNvPr id="64" name="Rectangle 89"/>
                  <p:cNvSpPr>
                    <a:spLocks noChangeArrowheads="1"/>
                  </p:cNvSpPr>
                  <p:nvPr>
                    <p:custDataLst>
                      <p:tags r:id="rId38"/>
                    </p:custDataLst>
                  </p:nvPr>
                </p:nvSpPr>
                <p:spPr bwMode="auto">
                  <a:xfrm>
                    <a:off x="2454" y="1362"/>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$150</a:t>
                    </a:r>
                    <a:endParaRPr lang="en-US">
                      <a:latin typeface="Arial" panose="020B0604020202020204"/>
                      <a:cs typeface="Arial" panose="020B0604020202020204"/>
                    </a:endParaRPr>
                  </a:p>
                </p:txBody>
              </p:sp>
              <p:sp>
                <p:nvSpPr>
                  <p:cNvPr id="65" name="Rectangle 90"/>
                  <p:cNvSpPr>
                    <a:spLocks noChangeArrowheads="1"/>
                  </p:cNvSpPr>
                  <p:nvPr>
                    <p:custDataLst>
                      <p:tags r:id="rId39"/>
                    </p:custDataLst>
                  </p:nvPr>
                </p:nvSpPr>
                <p:spPr bwMode="auto">
                  <a:xfrm>
                    <a:off x="2454" y="104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$175</a:t>
                    </a:r>
                    <a:endParaRPr lang="en-US">
                      <a:latin typeface="Arial" panose="020B0604020202020204"/>
                      <a:cs typeface="Arial" panose="020B0604020202020204"/>
                    </a:endParaRPr>
                  </a:p>
                </p:txBody>
              </p:sp>
              <p:sp>
                <p:nvSpPr>
                  <p:cNvPr id="66" name="Rectangle 91"/>
                  <p:cNvSpPr>
                    <a:spLocks noChangeArrowheads="1"/>
                  </p:cNvSpPr>
                  <p:nvPr>
                    <p:custDataLst>
                      <p:tags r:id="rId40"/>
                    </p:custDataLst>
                  </p:nvPr>
                </p:nvSpPr>
                <p:spPr bwMode="auto">
                  <a:xfrm>
                    <a:off x="2454" y="72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$200</a:t>
                    </a:r>
                    <a:endParaRPr lang="en-US">
                      <a:latin typeface="Arial" panose="020B0604020202020204"/>
                      <a:cs typeface="Arial" panose="020B0604020202020204"/>
                    </a:endParaRPr>
                  </a:p>
                </p:txBody>
              </p:sp>
            </p:grpSp>
            <p:sp>
              <p:nvSpPr>
                <p:cNvPr id="67" name="Rectangle 92"/>
                <p:cNvSpPr>
                  <a:spLocks noChangeArrowheads="1"/>
                </p:cNvSpPr>
                <p:nvPr>
                  <p:custDataLst>
                    <p:tags r:id="rId41"/>
                  </p:custDataLst>
                </p:nvPr>
              </p:nvSpPr>
              <p:spPr bwMode="auto">
                <a:xfrm>
                  <a:off x="294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68" name="Rectangle 93"/>
                <p:cNvSpPr>
                  <a:spLocks noChangeArrowheads="1"/>
                </p:cNvSpPr>
                <p:nvPr>
                  <p:custDataLst>
                    <p:tags r:id="rId42"/>
                  </p:custDataLst>
                </p:nvPr>
              </p:nvSpPr>
              <p:spPr bwMode="auto">
                <a:xfrm>
                  <a:off x="326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69" name="Rectangle 94"/>
                <p:cNvSpPr>
                  <a:spLocks noChangeArrowheads="1"/>
                </p:cNvSpPr>
                <p:nvPr>
                  <p:custDataLst>
                    <p:tags r:id="rId43"/>
                  </p:custDataLst>
                </p:nvPr>
              </p:nvSpPr>
              <p:spPr bwMode="auto">
                <a:xfrm>
                  <a:off x="358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70" name="Rectangle 95"/>
                <p:cNvSpPr>
                  <a:spLocks noChangeArrowheads="1"/>
                </p:cNvSpPr>
                <p:nvPr>
                  <p:custDataLst>
                    <p:tags r:id="rId44"/>
                  </p:custDataLst>
                </p:nvPr>
              </p:nvSpPr>
              <p:spPr bwMode="auto">
                <a:xfrm>
                  <a:off x="390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71" name="Rectangle 96"/>
                <p:cNvSpPr>
                  <a:spLocks noChangeArrowheads="1"/>
                </p:cNvSpPr>
                <p:nvPr>
                  <p:custDataLst>
                    <p:tags r:id="rId45"/>
                  </p:custDataLst>
                </p:nvPr>
              </p:nvSpPr>
              <p:spPr bwMode="auto">
                <a:xfrm>
                  <a:off x="4235"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72" name="Rectangle 97"/>
                <p:cNvSpPr>
                  <a:spLocks noChangeArrowheads="1"/>
                </p:cNvSpPr>
                <p:nvPr>
                  <p:custDataLst>
                    <p:tags r:id="rId46"/>
                  </p:custDataLst>
                </p:nvPr>
              </p:nvSpPr>
              <p:spPr bwMode="auto">
                <a:xfrm>
                  <a:off x="4554"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73" name="Rectangle 98"/>
                <p:cNvSpPr>
                  <a:spLocks noChangeArrowheads="1"/>
                </p:cNvSpPr>
                <p:nvPr>
                  <p:custDataLst>
                    <p:tags r:id="rId47"/>
                  </p:custDataLst>
                </p:nvPr>
              </p:nvSpPr>
              <p:spPr bwMode="auto">
                <a:xfrm>
                  <a:off x="488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a:t>
                  </a:r>
                  <a:endParaRPr lang="en-US">
                    <a:latin typeface="Arial" panose="020B0604020202020204"/>
                    <a:cs typeface="Arial" panose="020B0604020202020204"/>
                  </a:endParaRPr>
                </a:p>
              </p:txBody>
            </p:sp>
            <p:sp>
              <p:nvSpPr>
                <p:cNvPr id="74" name="Rectangle 99"/>
                <p:cNvSpPr>
                  <a:spLocks noChangeArrowheads="1"/>
                </p:cNvSpPr>
                <p:nvPr>
                  <p:custDataLst>
                    <p:tags r:id="rId48"/>
                  </p:custDataLst>
                </p:nvPr>
              </p:nvSpPr>
              <p:spPr bwMode="auto">
                <a:xfrm>
                  <a:off x="520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a:t>
                  </a:r>
                  <a:endParaRPr lang="en-US">
                    <a:latin typeface="Arial" panose="020B0604020202020204"/>
                    <a:cs typeface="Arial" panose="020B0604020202020204"/>
                  </a:endParaRPr>
                </a:p>
              </p:txBody>
            </p:sp>
            <p:sp>
              <p:nvSpPr>
                <p:cNvPr id="75" name="Rectangle 100"/>
                <p:cNvSpPr>
                  <a:spLocks noChangeArrowheads="1"/>
                </p:cNvSpPr>
                <p:nvPr>
                  <p:custDataLst>
                    <p:tags r:id="rId49"/>
                  </p:custDataLst>
                </p:nvPr>
              </p:nvSpPr>
              <p:spPr bwMode="auto">
                <a:xfrm>
                  <a:off x="4103" y="3751"/>
                  <a:ext cx="138" cy="194"/>
                </a:xfrm>
                <a:prstGeom prst="rect">
                  <a:avLst/>
                </a:prstGeom>
                <a:noFill/>
                <a:ln w="9525">
                  <a:noFill/>
                  <a:miter lim="800000"/>
                </a:ln>
              </p:spPr>
              <p:txBody>
                <a:bodyPr wrap="none" lIns="0" tIns="0" rIns="0" bIns="0">
                  <a:spAutoFit/>
                </a:bodyPr>
                <a:lstStyle/>
                <a:p>
                  <a:r>
                    <a:rPr lang="en-US" sz="2000" b="1" i="1">
                      <a:solidFill>
                        <a:srgbClr val="000000"/>
                      </a:solidFill>
                      <a:latin typeface="Arial" panose="020B0604020202020204"/>
                      <a:cs typeface="Arial" panose="020B0604020202020204"/>
                    </a:rPr>
                    <a:t>Q</a:t>
                  </a:r>
                  <a:endParaRPr lang="en-US">
                    <a:latin typeface="Arial" panose="020B0604020202020204"/>
                    <a:cs typeface="Arial" panose="020B0604020202020204"/>
                  </a:endParaRPr>
                </a:p>
              </p:txBody>
            </p:sp>
            <p:sp>
              <p:nvSpPr>
                <p:cNvPr id="76" name="Rectangle 101"/>
                <p:cNvSpPr>
                  <a:spLocks noChangeArrowheads="1"/>
                </p:cNvSpPr>
                <p:nvPr>
                  <p:custDataLst>
                    <p:tags r:id="rId50"/>
                  </p:custDataLst>
                </p:nvPr>
              </p:nvSpPr>
              <p:spPr bwMode="auto">
                <a:xfrm rot="-5400000">
                  <a:off x="2089" y="1932"/>
                  <a:ext cx="445" cy="192"/>
                </a:xfrm>
                <a:prstGeom prst="rect">
                  <a:avLst/>
                </a:prstGeom>
                <a:noFill/>
                <a:ln w="9525">
                  <a:noFill/>
                  <a:miter lim="800000"/>
                </a:ln>
              </p:spPr>
              <p:txBody>
                <a:bodyPr wrap="none" lIns="0" tIns="0" rIns="0" bIns="0">
                  <a:spAutoFit/>
                </a:bodyPr>
                <a:lstStyle/>
                <a:p>
                  <a:r>
                    <a:rPr lang="en-US" sz="2000" b="1">
                      <a:solidFill>
                        <a:srgbClr val="000000"/>
                      </a:solidFill>
                      <a:latin typeface="Arial" panose="020B0604020202020204"/>
                      <a:cs typeface="Arial" panose="020B0604020202020204"/>
                    </a:rPr>
                    <a:t>Costs</a:t>
                  </a:r>
                  <a:endParaRPr lang="en-US">
                    <a:latin typeface="Arial" panose="020B0604020202020204"/>
                    <a:cs typeface="Arial" panose="020B0604020202020204"/>
                  </a:endParaRPr>
                </a:p>
              </p:txBody>
            </p:sp>
          </p:grpSp>
          <p:sp>
            <p:nvSpPr>
              <p:cNvPr id="77" name="Rectangle 102"/>
              <p:cNvSpPr>
                <a:spLocks noChangeArrowheads="1"/>
              </p:cNvSpPr>
              <p:nvPr>
                <p:custDataLst>
                  <p:tags r:id="rId51"/>
                </p:custDataLst>
              </p:nvPr>
            </p:nvSpPr>
            <p:spPr bwMode="auto">
              <a:xfrm>
                <a:off x="2178" y="522"/>
                <a:ext cx="3329" cy="3461"/>
              </a:xfrm>
              <a:prstGeom prst="rect">
                <a:avLst/>
              </a:prstGeom>
              <a:noFill/>
              <a:ln w="0">
                <a:solidFill>
                  <a:srgbClr val="000000"/>
                </a:solidFill>
                <a:miter lim="800000"/>
              </a:ln>
            </p:spPr>
            <p:txBody>
              <a:bodyPr/>
              <a:lstStyle/>
              <a:p>
                <a:endParaRPr lang="en-US">
                  <a:latin typeface="Arial" panose="020B0604020202020204"/>
                  <a:cs typeface="Arial" panose="020B0604020202020204"/>
                </a:endParaRPr>
              </a:p>
            </p:txBody>
          </p:sp>
        </p:grpSp>
      </p:grpSp>
      <p:sp>
        <p:nvSpPr>
          <p:cNvPr id="99432" name="Arc 104"/>
          <p:cNvSpPr/>
          <p:nvPr>
            <p:custDataLst>
              <p:tags r:id="rId52"/>
            </p:custDataLst>
          </p:nvPr>
        </p:nvSpPr>
        <p:spPr bwMode="auto">
          <a:xfrm flipH="1" flipV="1">
            <a:off x="5104130" y="873443"/>
            <a:ext cx="1903413" cy="3455987"/>
          </a:xfrm>
          <a:custGeom>
            <a:avLst/>
            <a:gdLst>
              <a:gd name="T0" fmla="*/ 2147483647 w 19418"/>
              <a:gd name="T1" fmla="*/ 0 h 21594"/>
              <a:gd name="T2" fmla="*/ 2147483647 w 19418"/>
              <a:gd name="T3" fmla="*/ 2147483647 h 21594"/>
              <a:gd name="T4" fmla="*/ 0 w 19418"/>
              <a:gd name="T5" fmla="*/ 2147483647 h 21594"/>
              <a:gd name="T6" fmla="*/ 0 60000 65536"/>
              <a:gd name="T7" fmla="*/ 0 60000 65536"/>
              <a:gd name="T8" fmla="*/ 0 60000 65536"/>
              <a:gd name="T9" fmla="*/ 0 w 19418"/>
              <a:gd name="T10" fmla="*/ 0 h 21594"/>
              <a:gd name="T11" fmla="*/ 19418 w 19418"/>
              <a:gd name="T12" fmla="*/ 21594 h 21594"/>
            </a:gdLst>
            <a:ahLst/>
            <a:cxnLst>
              <a:cxn ang="T6">
                <a:pos x="T0" y="T1"/>
              </a:cxn>
              <a:cxn ang="T7">
                <a:pos x="T2" y="T3"/>
              </a:cxn>
              <a:cxn ang="T8">
                <a:pos x="T4" y="T5"/>
              </a:cxn>
            </a:cxnLst>
            <a:rect l="T9" t="T10" r="T11" b="T12"/>
            <a:pathLst>
              <a:path w="19418" h="21594" fill="none" extrusionOk="0">
                <a:moveTo>
                  <a:pt x="493" y="-1"/>
                </a:moveTo>
                <a:cubicBezTo>
                  <a:pt x="8574" y="184"/>
                  <a:pt x="15877" y="4865"/>
                  <a:pt x="19417" y="12133"/>
                </a:cubicBezTo>
              </a:path>
              <a:path w="19418" h="21594" stroke="0" extrusionOk="0">
                <a:moveTo>
                  <a:pt x="493" y="-1"/>
                </a:moveTo>
                <a:cubicBezTo>
                  <a:pt x="8574" y="184"/>
                  <a:pt x="15877" y="4865"/>
                  <a:pt x="19417" y="12133"/>
                </a:cubicBezTo>
                <a:lnTo>
                  <a:pt x="0" y="21594"/>
                </a:lnTo>
                <a:close/>
              </a:path>
            </a:pathLst>
          </a:custGeom>
          <a:noFill/>
          <a:ln w="38100">
            <a:solidFill>
              <a:srgbClr val="FF0000"/>
            </a:solidFill>
            <a:round/>
            <a:headEnd type="triangle" w="lg" len="med"/>
            <a:tailEnd type="none" w="lg" len="med"/>
          </a:ln>
        </p:spPr>
        <p:txBody>
          <a:bodyPr rot="10800000" wrap="none" anchor="ctr"/>
          <a:lstStyle/>
          <a:p>
            <a:endParaRPr lang="en-US">
              <a:latin typeface="Arial" panose="020B0604020202020204"/>
              <a:cs typeface="Arial" panose="020B0604020202020204"/>
            </a:endParaRPr>
          </a:p>
        </p:txBody>
      </p:sp>
      <p:sp>
        <p:nvSpPr>
          <p:cNvPr id="78" name="Arc 105"/>
          <p:cNvSpPr/>
          <p:nvPr>
            <p:custDataLst>
              <p:tags r:id="rId53"/>
            </p:custDataLst>
          </p:nvPr>
        </p:nvSpPr>
        <p:spPr bwMode="auto">
          <a:xfrm flipH="1" flipV="1">
            <a:off x="7136130" y="3413443"/>
            <a:ext cx="1679575" cy="901700"/>
          </a:xfrm>
          <a:custGeom>
            <a:avLst/>
            <a:gdLst>
              <a:gd name="T0" fmla="*/ 0 w 19791"/>
              <a:gd name="T1" fmla="*/ 2147483647 h 21520"/>
              <a:gd name="T2" fmla="*/ 2147483647 w 19791"/>
              <a:gd name="T3" fmla="*/ 0 h 21520"/>
              <a:gd name="T4" fmla="*/ 2147483647 w 19791"/>
              <a:gd name="T5" fmla="*/ 2147483647 h 21520"/>
              <a:gd name="T6" fmla="*/ 0 60000 65536"/>
              <a:gd name="T7" fmla="*/ 0 60000 65536"/>
              <a:gd name="T8" fmla="*/ 0 60000 65536"/>
              <a:gd name="T9" fmla="*/ 0 w 19791"/>
              <a:gd name="T10" fmla="*/ 0 h 21520"/>
              <a:gd name="T11" fmla="*/ 19791 w 19791"/>
              <a:gd name="T12" fmla="*/ 21520 h 21520"/>
            </a:gdLst>
            <a:ahLst/>
            <a:cxnLst>
              <a:cxn ang="T6">
                <a:pos x="T0" y="T1"/>
              </a:cxn>
              <a:cxn ang="T7">
                <a:pos x="T2" y="T3"/>
              </a:cxn>
              <a:cxn ang="T8">
                <a:pos x="T4" y="T5"/>
              </a:cxn>
            </a:cxnLst>
            <a:rect l="T9" t="T10" r="T11" b="T12"/>
            <a:pathLst>
              <a:path w="19791" h="21520" fill="none" extrusionOk="0">
                <a:moveTo>
                  <a:pt x="-1" y="12866"/>
                </a:moveTo>
                <a:cubicBezTo>
                  <a:pt x="3169" y="5618"/>
                  <a:pt x="10047" y="682"/>
                  <a:pt x="17929" y="0"/>
                </a:cubicBezTo>
              </a:path>
              <a:path w="19791" h="21520" stroke="0" extrusionOk="0">
                <a:moveTo>
                  <a:pt x="-1" y="12866"/>
                </a:moveTo>
                <a:cubicBezTo>
                  <a:pt x="3169" y="5618"/>
                  <a:pt x="10047" y="682"/>
                  <a:pt x="17929" y="0"/>
                </a:cubicBezTo>
                <a:lnTo>
                  <a:pt x="19791" y="21520"/>
                </a:lnTo>
                <a:close/>
              </a:path>
            </a:pathLst>
          </a:custGeom>
          <a:noFill/>
          <a:ln w="38100">
            <a:solidFill>
              <a:srgbClr val="FF0000"/>
            </a:solidFill>
            <a:round/>
            <a:headEnd type="triangle" w="lg" len="med"/>
          </a:ln>
        </p:spPr>
        <p:txBody>
          <a:bodyPr rot="10800000" wrap="none" anchor="ctr"/>
          <a:lstStyle/>
          <a:p>
            <a:endParaRPr lang="en-US">
              <a:latin typeface="Arial" panose="020B0604020202020204"/>
              <a:cs typeface="Arial" panose="020B0604020202020204"/>
            </a:endParaRPr>
          </a:p>
        </p:txBody>
      </p:sp>
      <p:sp>
        <p:nvSpPr>
          <p:cNvPr id="79" name="Line 106"/>
          <p:cNvSpPr>
            <a:spLocks noChangeShapeType="1"/>
          </p:cNvSpPr>
          <p:nvPr>
            <p:custDataLst>
              <p:tags r:id="rId54"/>
            </p:custDataLst>
          </p:nvPr>
        </p:nvSpPr>
        <p:spPr bwMode="auto">
          <a:xfrm>
            <a:off x="5167630" y="5693093"/>
            <a:ext cx="1716088" cy="0"/>
          </a:xfrm>
          <a:prstGeom prst="line">
            <a:avLst/>
          </a:prstGeom>
          <a:noFill/>
          <a:ln w="38100">
            <a:solidFill>
              <a:srgbClr val="CC0000"/>
            </a:solidFill>
            <a:round/>
            <a:tailEnd type="triangle" w="lg" len="med"/>
          </a:ln>
        </p:spPr>
        <p:txBody>
          <a:bodyPr/>
          <a:lstStyle/>
          <a:p>
            <a:endParaRPr lang="en-US">
              <a:latin typeface="Arial" panose="020B0604020202020204"/>
              <a:cs typeface="Arial" panose="020B0604020202020204"/>
            </a:endParaRPr>
          </a:p>
        </p:txBody>
      </p:sp>
      <p:sp>
        <p:nvSpPr>
          <p:cNvPr id="80" name="Line 107"/>
          <p:cNvSpPr>
            <a:spLocks noChangeShapeType="1"/>
          </p:cNvSpPr>
          <p:nvPr>
            <p:custDataLst>
              <p:tags r:id="rId55"/>
            </p:custDataLst>
          </p:nvPr>
        </p:nvSpPr>
        <p:spPr bwMode="auto">
          <a:xfrm>
            <a:off x="7253605" y="5691505"/>
            <a:ext cx="1476375" cy="0"/>
          </a:xfrm>
          <a:prstGeom prst="line">
            <a:avLst/>
          </a:prstGeom>
          <a:noFill/>
          <a:ln w="38100">
            <a:solidFill>
              <a:srgbClr val="CC0000"/>
            </a:solidFill>
            <a:round/>
            <a:tailEnd type="triangle" w="lg" len="med"/>
          </a:ln>
        </p:spPr>
        <p:txBody>
          <a:bodyPr/>
          <a:lstStyle/>
          <a:p>
            <a:endParaRPr lang="en-US">
              <a:latin typeface="Arial" panose="020B0604020202020204"/>
              <a:cs typeface="Arial" panose="020B0604020202020204"/>
            </a:endParaRPr>
          </a:p>
        </p:txBody>
      </p:sp>
      <p:grpSp>
        <p:nvGrpSpPr>
          <p:cNvPr id="81" name="Group 69"/>
          <p:cNvGrpSpPr/>
          <p:nvPr/>
        </p:nvGrpSpPr>
        <p:grpSpPr bwMode="auto">
          <a:xfrm>
            <a:off x="7098030" y="4186555"/>
            <a:ext cx="301625" cy="2130425"/>
            <a:chOff x="4502" y="2360"/>
            <a:chExt cx="190" cy="1342"/>
          </a:xfrm>
        </p:grpSpPr>
        <p:sp>
          <p:nvSpPr>
            <p:cNvPr id="82" name="Line 66"/>
            <p:cNvSpPr>
              <a:spLocks noChangeShapeType="1"/>
            </p:cNvSpPr>
            <p:nvPr>
              <p:custDataLst>
                <p:tags r:id="rId56"/>
              </p:custDataLst>
            </p:nvPr>
          </p:nvSpPr>
          <p:spPr bwMode="auto">
            <a:xfrm>
              <a:off x="4598" y="2384"/>
              <a:ext cx="0" cy="1096"/>
            </a:xfrm>
            <a:prstGeom prst="line">
              <a:avLst/>
            </a:prstGeom>
            <a:noFill/>
            <a:ln w="12700">
              <a:solidFill>
                <a:srgbClr val="CC0000"/>
              </a:solidFill>
              <a:round/>
            </a:ln>
          </p:spPr>
          <p:txBody>
            <a:bodyPr/>
            <a:lstStyle/>
            <a:p>
              <a:endParaRPr lang="en-US">
                <a:latin typeface="Arial" panose="020B0604020202020204"/>
                <a:cs typeface="Arial" panose="020B0604020202020204"/>
              </a:endParaRPr>
            </a:p>
          </p:txBody>
        </p:sp>
        <p:sp>
          <p:nvSpPr>
            <p:cNvPr id="83" name="Oval 67"/>
            <p:cNvSpPr>
              <a:spLocks noChangeAspect="1" noChangeArrowheads="1"/>
            </p:cNvSpPr>
            <p:nvPr>
              <p:custDataLst>
                <p:tags r:id="rId57"/>
              </p:custDataLst>
            </p:nvPr>
          </p:nvSpPr>
          <p:spPr bwMode="auto">
            <a:xfrm>
              <a:off x="4568" y="2360"/>
              <a:ext cx="55" cy="55"/>
            </a:xfrm>
            <a:prstGeom prst="ellipse">
              <a:avLst/>
            </a:prstGeom>
            <a:solidFill>
              <a:srgbClr val="CC0000"/>
            </a:solidFill>
            <a:ln w="9525">
              <a:noFill/>
              <a:round/>
            </a:ln>
          </p:spPr>
          <p:txBody>
            <a:bodyPr wrap="none" anchor="ctr"/>
            <a:lstStyle/>
            <a:p>
              <a:endParaRPr lang="en-US">
                <a:latin typeface="Arial" panose="020B0604020202020204"/>
                <a:cs typeface="Arial" panose="020B0604020202020204"/>
              </a:endParaRPr>
            </a:p>
          </p:txBody>
        </p:sp>
        <p:sp>
          <p:nvSpPr>
            <p:cNvPr id="84" name="Rectangle 68"/>
            <p:cNvSpPr>
              <a:spLocks noChangeArrowheads="1"/>
            </p:cNvSpPr>
            <p:nvPr>
              <p:custDataLst>
                <p:tags r:id="rId58"/>
              </p:custDataLst>
            </p:nvPr>
          </p:nvSpPr>
          <p:spPr bwMode="auto">
            <a:xfrm>
              <a:off x="4502" y="3478"/>
              <a:ext cx="190" cy="224"/>
            </a:xfrm>
            <a:prstGeom prst="rect">
              <a:avLst/>
            </a:prstGeom>
            <a:noFill/>
            <a:ln w="12700">
              <a:solidFill>
                <a:srgbClr val="CC0000"/>
              </a:solidFill>
              <a:miter lim="800000"/>
            </a:ln>
          </p:spPr>
          <p:txBody>
            <a:bodyPr wrap="none" anchor="ct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431">
                                            <p:txEl>
                                              <p:pRg st="4294967295" end="4294967295"/>
                                            </p:txEl>
                                          </p:spTgt>
                                        </p:tgtEl>
                                        <p:attrNameLst>
                                          <p:attrName>style.visibility</p:attrName>
                                        </p:attrNameLst>
                                      </p:cBhvr>
                                      <p:to>
                                        <p:strVal val="visible"/>
                                      </p:to>
                                    </p:set>
                                    <p:animEffect transition="in" filter="wipe(left)">
                                      <p:cBhvr>
                                        <p:cTn id="7" dur="500"/>
                                        <p:tgtEl>
                                          <p:spTgt spid="99431">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431">
                                            <p:txEl>
                                              <p:pRg st="0" end="0"/>
                                            </p:txEl>
                                          </p:spTgt>
                                        </p:tgtEl>
                                        <p:attrNameLst>
                                          <p:attrName>style.visibility</p:attrName>
                                        </p:attrNameLst>
                                      </p:cBhvr>
                                      <p:to>
                                        <p:strVal val="visible"/>
                                      </p:to>
                                    </p:set>
                                    <p:animEffect transition="in" filter="wipe(left)">
                                      <p:cBhvr>
                                        <p:cTn id="12" dur="500"/>
                                        <p:tgtEl>
                                          <p:spTgt spid="994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431">
                                            <p:txEl>
                                              <p:pRg st="1" end="1"/>
                                            </p:txEl>
                                          </p:spTgt>
                                        </p:tgtEl>
                                        <p:attrNameLst>
                                          <p:attrName>style.visibility</p:attrName>
                                        </p:attrNameLst>
                                      </p:cBhvr>
                                      <p:to>
                                        <p:strVal val="visible"/>
                                      </p:to>
                                    </p:set>
                                    <p:animEffect transition="in" filter="wipe(left)">
                                      <p:cBhvr>
                                        <p:cTn id="17" dur="500"/>
                                        <p:tgtEl>
                                          <p:spTgt spid="99431">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wipe(left)">
                                      <p:cBhvr>
                                        <p:cTn id="20" dur="500"/>
                                        <p:tgtEl>
                                          <p:spTgt spid="79"/>
                                        </p:tgtEl>
                                      </p:cBhvr>
                                    </p:animEffect>
                                  </p:childTnLst>
                                </p:cTn>
                              </p:par>
                              <p:par>
                                <p:cTn id="21" presetID="18" presetClass="entr" presetSubtype="6" fill="hold" grpId="0" nodeType="withEffect">
                                  <p:stCondLst>
                                    <p:cond delay="0"/>
                                  </p:stCondLst>
                                  <p:childTnLst>
                                    <p:set>
                                      <p:cBhvr>
                                        <p:cTn id="22" dur="1" fill="hold">
                                          <p:stCondLst>
                                            <p:cond delay="0"/>
                                          </p:stCondLst>
                                        </p:cTn>
                                        <p:tgtEl>
                                          <p:spTgt spid="99432"/>
                                        </p:tgtEl>
                                        <p:attrNameLst>
                                          <p:attrName>style.visibility</p:attrName>
                                        </p:attrNameLst>
                                      </p:cBhvr>
                                      <p:to>
                                        <p:strVal val="visible"/>
                                      </p:to>
                                    </p:set>
                                    <p:animEffect transition="in" filter="strips(downRight)">
                                      <p:cBhvr>
                                        <p:cTn id="23" dur="500"/>
                                        <p:tgtEl>
                                          <p:spTgt spid="9943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79"/>
                                        </p:tgtEl>
                                      </p:cBhvr>
                                    </p:animEffect>
                                    <p:set>
                                      <p:cBhvr>
                                        <p:cTn id="28" dur="1" fill="hold">
                                          <p:stCondLst>
                                            <p:cond delay="499"/>
                                          </p:stCondLst>
                                        </p:cTn>
                                        <p:tgtEl>
                                          <p:spTgt spid="79"/>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500"/>
                                        <p:tgtEl>
                                          <p:spTgt spid="99432"/>
                                        </p:tgtEl>
                                      </p:cBhvr>
                                    </p:animEffect>
                                    <p:set>
                                      <p:cBhvr>
                                        <p:cTn id="31" dur="1" fill="hold">
                                          <p:stCondLst>
                                            <p:cond delay="499"/>
                                          </p:stCondLst>
                                        </p:cTn>
                                        <p:tgtEl>
                                          <p:spTgt spid="99432"/>
                                        </p:tgtEl>
                                        <p:attrNameLst>
                                          <p:attrName>style.visibility</p:attrName>
                                        </p:attrNameLst>
                                      </p:cBhvr>
                                      <p:to>
                                        <p:strVal val="hidden"/>
                                      </p:to>
                                    </p:set>
                                  </p:childTnLst>
                                </p:cTn>
                              </p:par>
                              <p:par>
                                <p:cTn id="32" presetID="22" presetClass="entr" presetSubtype="8" fill="hold" grpId="0" nodeType="withEffect">
                                  <p:stCondLst>
                                    <p:cond delay="0"/>
                                  </p:stCondLst>
                                  <p:childTnLst>
                                    <p:set>
                                      <p:cBhvr>
                                        <p:cTn id="33" dur="1" fill="hold">
                                          <p:stCondLst>
                                            <p:cond delay="0"/>
                                          </p:stCondLst>
                                        </p:cTn>
                                        <p:tgtEl>
                                          <p:spTgt spid="80"/>
                                        </p:tgtEl>
                                        <p:attrNameLst>
                                          <p:attrName>style.visibility</p:attrName>
                                        </p:attrNameLst>
                                      </p:cBhvr>
                                      <p:to>
                                        <p:strVal val="visible"/>
                                      </p:to>
                                    </p:set>
                                    <p:animEffect transition="in" filter="wipe(left)">
                                      <p:cBhvr>
                                        <p:cTn id="34" dur="500"/>
                                        <p:tgtEl>
                                          <p:spTgt spid="80"/>
                                        </p:tgtEl>
                                      </p:cBhvr>
                                    </p:animEffect>
                                  </p:childTnLst>
                                </p:cTn>
                              </p:par>
                              <p:par>
                                <p:cTn id="35" presetID="18" presetClass="entr" presetSubtype="3" fill="hold" grpId="0" nodeType="with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strips(upRight)">
                                      <p:cBhvr>
                                        <p:cTn id="37" dur="500"/>
                                        <p:tgtEl>
                                          <p:spTgt spid="78"/>
                                        </p:tgtEl>
                                      </p:cBhvr>
                                    </p:animEffect>
                                  </p:childTnLst>
                                </p:cTn>
                              </p:par>
                              <p:par>
                                <p:cTn id="38" presetID="10" presetClass="exit" presetSubtype="0" fill="hold" grpId="1" nodeType="withEffect">
                                  <p:stCondLst>
                                    <p:cond delay="0"/>
                                  </p:stCondLst>
                                  <p:childTnLst>
                                    <p:animEffect transition="out" filter="fade">
                                      <p:cBhvr>
                                        <p:cTn id="39" dur="500"/>
                                        <p:tgtEl>
                                          <p:spTgt spid="78"/>
                                        </p:tgtEl>
                                      </p:cBhvr>
                                    </p:animEffect>
                                    <p:set>
                                      <p:cBhvr>
                                        <p:cTn id="40" dur="1" fill="hold">
                                          <p:stCondLst>
                                            <p:cond delay="499"/>
                                          </p:stCondLst>
                                        </p:cTn>
                                        <p:tgtEl>
                                          <p:spTgt spid="78"/>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500"/>
                                        <p:tgtEl>
                                          <p:spTgt spid="80"/>
                                        </p:tgtEl>
                                      </p:cBhvr>
                                    </p:animEffect>
                                    <p:set>
                                      <p:cBhvr>
                                        <p:cTn id="43" dur="1" fill="hold">
                                          <p:stCondLst>
                                            <p:cond delay="499"/>
                                          </p:stCondLst>
                                        </p:cTn>
                                        <p:tgtEl>
                                          <p:spTgt spid="80"/>
                                        </p:tgtEl>
                                        <p:attrNameLst>
                                          <p:attrName>style.visibility</p:attrName>
                                        </p:attrNameLst>
                                      </p:cBhvr>
                                      <p:to>
                                        <p:strVal val="hidden"/>
                                      </p:to>
                                    </p:se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wipe(up)">
                                      <p:cBhvr>
                                        <p:cTn id="4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1" grpId="0" build="p"/>
      <p:bldP spid="99432" grpId="0" bldLvl="0" animBg="1"/>
      <p:bldP spid="99432" grpId="1" bldLvl="0" animBg="1"/>
      <p:bldP spid="78" grpId="0" bldLvl="0" animBg="1"/>
      <p:bldP spid="78" grpId="1" bldLvl="0" animBg="1"/>
      <p:bldP spid="79" grpId="0" bldLvl="0" animBg="1"/>
      <p:bldP spid="79" grpId="1" bldLvl="0" animBg="1"/>
      <p:bldP spid="80" grpId="0" bldLvl="0" animBg="1"/>
      <p:bldP spid="80" grpId="1"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5"/>
          <p:cNvSpPr txBox="1"/>
          <p:nvPr/>
        </p:nvSpPr>
        <p:spPr>
          <a:xfrm>
            <a:off x="414137" y="641967"/>
            <a:ext cx="2667000" cy="583565"/>
          </a:xfrm>
          <a:prstGeom prst="rect">
            <a:avLst/>
          </a:prstGeom>
          <a:noFill/>
        </p:spPr>
        <p:txBody>
          <a:bodyPr wrap="none" rtlCol="0">
            <a:spAutoFit/>
          </a:bodyPr>
          <a:lstStyle/>
          <a:p>
            <a:pPr algn="l"/>
            <a:r>
              <a:rPr sz="3200">
                <a:solidFill>
                  <a:srgbClr val="002060"/>
                </a:solidFill>
              </a:rPr>
              <a:t>例 2: ATC与MC</a:t>
            </a:r>
            <a:endParaRPr sz="3200">
              <a:solidFill>
                <a:srgbClr val="002060"/>
              </a:solidFill>
            </a:endParaRPr>
          </a:p>
        </p:txBody>
      </p:sp>
      <p:sp>
        <p:nvSpPr>
          <p:cNvPr id="40966" name="AutoShape 4"/>
          <p:cNvSpPr>
            <a:spLocks noChangeAspect="1" noChangeArrowheads="1" noTextEdit="1"/>
          </p:cNvSpPr>
          <p:nvPr>
            <p:custDataLst>
              <p:tags r:id="rId1"/>
            </p:custDataLst>
          </p:nvPr>
        </p:nvSpPr>
        <p:spPr bwMode="auto">
          <a:xfrm>
            <a:off x="3408363" y="1221423"/>
            <a:ext cx="5394325" cy="5592762"/>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40967" name="Rectangle 5"/>
          <p:cNvSpPr>
            <a:spLocks noChangeArrowheads="1"/>
          </p:cNvSpPr>
          <p:nvPr>
            <p:custDataLst>
              <p:tags r:id="rId2"/>
            </p:custDataLst>
          </p:nvPr>
        </p:nvSpPr>
        <p:spPr bwMode="auto">
          <a:xfrm>
            <a:off x="3457575" y="1270635"/>
            <a:ext cx="5284788" cy="5494338"/>
          </a:xfrm>
          <a:prstGeom prst="rect">
            <a:avLst/>
          </a:prstGeom>
          <a:solidFill>
            <a:srgbClr val="CCFFCC"/>
          </a:solidFill>
          <a:ln w="0">
            <a:solidFill>
              <a:srgbClr val="000000"/>
            </a:solidFill>
            <a:miter lim="800000"/>
          </a:ln>
        </p:spPr>
        <p:txBody>
          <a:bodyPr/>
          <a:lstStyle/>
          <a:p>
            <a:endParaRPr lang="en-US">
              <a:latin typeface="Arial" panose="020B0604020202020204"/>
              <a:cs typeface="Arial" panose="020B0604020202020204"/>
            </a:endParaRPr>
          </a:p>
        </p:txBody>
      </p:sp>
      <p:sp>
        <p:nvSpPr>
          <p:cNvPr id="40968" name="Rectangle 6"/>
          <p:cNvSpPr>
            <a:spLocks noChangeArrowheads="1"/>
          </p:cNvSpPr>
          <p:nvPr>
            <p:custDataLst>
              <p:tags r:id="rId3"/>
            </p:custDataLst>
          </p:nvPr>
        </p:nvSpPr>
        <p:spPr bwMode="auto">
          <a:xfrm>
            <a:off x="4741863" y="1550035"/>
            <a:ext cx="3792537" cy="4208463"/>
          </a:xfrm>
          <a:prstGeom prst="rect">
            <a:avLst/>
          </a:prstGeom>
          <a:solidFill>
            <a:srgbClr val="FFFFFF"/>
          </a:solidFill>
          <a:ln w="9525">
            <a:noFill/>
            <a:miter lim="800000"/>
          </a:ln>
        </p:spPr>
        <p:txBody>
          <a:bodyPr/>
          <a:lstStyle/>
          <a:p>
            <a:endParaRPr lang="en-US">
              <a:latin typeface="Arial" panose="020B0604020202020204"/>
              <a:cs typeface="Arial" panose="020B0604020202020204"/>
            </a:endParaRPr>
          </a:p>
        </p:txBody>
      </p:sp>
      <p:grpSp>
        <p:nvGrpSpPr>
          <p:cNvPr id="2" name="Group 25"/>
          <p:cNvGrpSpPr/>
          <p:nvPr/>
        </p:nvGrpSpPr>
        <p:grpSpPr bwMode="auto">
          <a:xfrm>
            <a:off x="5210175" y="2316798"/>
            <a:ext cx="3632200" cy="1949450"/>
            <a:chOff x="3282" y="1181"/>
            <a:chExt cx="2288" cy="1228"/>
          </a:xfrm>
        </p:grpSpPr>
        <p:sp>
          <p:nvSpPr>
            <p:cNvPr id="41038" name="Freeform 26"/>
            <p:cNvSpPr/>
            <p:nvPr>
              <p:custDataLst>
                <p:tags r:id="rId4"/>
              </p:custDataLst>
            </p:nvPr>
          </p:nvSpPr>
          <p:spPr bwMode="auto">
            <a:xfrm>
              <a:off x="3307" y="1206"/>
              <a:ext cx="2263" cy="1184"/>
            </a:xfrm>
            <a:custGeom>
              <a:avLst/>
              <a:gdLst>
                <a:gd name="T0" fmla="*/ 0 w 361"/>
                <a:gd name="T1" fmla="*/ 0 h 189"/>
                <a:gd name="T2" fmla="*/ 503508 w 361"/>
                <a:gd name="T3" fmla="*/ 1158184 h 189"/>
                <a:gd name="T4" fmla="*/ 997663 w 361"/>
                <a:gd name="T5" fmla="*/ 1611067 h 189"/>
                <a:gd name="T6" fmla="*/ 1500933 w 361"/>
                <a:gd name="T7" fmla="*/ 1794224 h 189"/>
                <a:gd name="T8" fmla="*/ 1993634 w 361"/>
                <a:gd name="T9" fmla="*/ 1823460 h 189"/>
                <a:gd name="T10" fmla="*/ 2496904 w 361"/>
                <a:gd name="T11" fmla="*/ 1746500 h 189"/>
                <a:gd name="T12" fmla="*/ 2991059 w 361"/>
                <a:gd name="T13" fmla="*/ 1581793 h 189"/>
                <a:gd name="T14" fmla="*/ 3494568 w 361"/>
                <a:gd name="T15" fmla="*/ 1312104 h 189"/>
                <a:gd name="T16" fmla="*/ 0 60000 65536"/>
                <a:gd name="T17" fmla="*/ 0 60000 65536"/>
                <a:gd name="T18" fmla="*/ 0 60000 65536"/>
                <a:gd name="T19" fmla="*/ 0 60000 65536"/>
                <a:gd name="T20" fmla="*/ 0 60000 65536"/>
                <a:gd name="T21" fmla="*/ 0 60000 65536"/>
                <a:gd name="T22" fmla="*/ 0 60000 65536"/>
                <a:gd name="T23" fmla="*/ 0 60000 65536"/>
                <a:gd name="T24" fmla="*/ 0 w 361"/>
                <a:gd name="T25" fmla="*/ 0 h 189"/>
                <a:gd name="T26" fmla="*/ 361 w 361"/>
                <a:gd name="T27" fmla="*/ 189 h 1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1" h="189">
                  <a:moveTo>
                    <a:pt x="0" y="0"/>
                  </a:moveTo>
                  <a:lnTo>
                    <a:pt x="52" y="120"/>
                  </a:lnTo>
                  <a:lnTo>
                    <a:pt x="103" y="167"/>
                  </a:lnTo>
                  <a:lnTo>
                    <a:pt x="155" y="186"/>
                  </a:lnTo>
                  <a:lnTo>
                    <a:pt x="206" y="189"/>
                  </a:lnTo>
                  <a:lnTo>
                    <a:pt x="258" y="181"/>
                  </a:lnTo>
                  <a:lnTo>
                    <a:pt x="309" y="164"/>
                  </a:lnTo>
                  <a:lnTo>
                    <a:pt x="361" y="136"/>
                  </a:lnTo>
                </a:path>
              </a:pathLst>
            </a:custGeom>
            <a:noFill/>
            <a:ln w="30163">
              <a:solidFill>
                <a:srgbClr val="008000"/>
              </a:solidFill>
              <a:round/>
            </a:ln>
          </p:spPr>
          <p:txBody>
            <a:bodyPr/>
            <a:lstStyle/>
            <a:p>
              <a:endParaRPr lang="en-US">
                <a:latin typeface="Arial" panose="020B0604020202020204"/>
                <a:cs typeface="Arial" panose="020B0604020202020204"/>
              </a:endParaRPr>
            </a:p>
          </p:txBody>
        </p:sp>
        <p:sp>
          <p:nvSpPr>
            <p:cNvPr id="41039" name="Oval 27"/>
            <p:cNvSpPr>
              <a:spLocks noChangeArrowheads="1"/>
            </p:cNvSpPr>
            <p:nvPr>
              <p:custDataLst>
                <p:tags r:id="rId5"/>
              </p:custDataLst>
            </p:nvPr>
          </p:nvSpPr>
          <p:spPr bwMode="auto">
            <a:xfrm>
              <a:off x="3282" y="1181"/>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40" name="Oval 28"/>
            <p:cNvSpPr>
              <a:spLocks noChangeArrowheads="1"/>
            </p:cNvSpPr>
            <p:nvPr>
              <p:custDataLst>
                <p:tags r:id="rId6"/>
              </p:custDataLst>
            </p:nvPr>
          </p:nvSpPr>
          <p:spPr bwMode="auto">
            <a:xfrm>
              <a:off x="3608" y="1933"/>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41" name="Oval 29"/>
            <p:cNvSpPr>
              <a:spLocks noChangeArrowheads="1"/>
            </p:cNvSpPr>
            <p:nvPr>
              <p:custDataLst>
                <p:tags r:id="rId7"/>
              </p:custDataLst>
            </p:nvPr>
          </p:nvSpPr>
          <p:spPr bwMode="auto">
            <a:xfrm>
              <a:off x="3927" y="2227"/>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42" name="Oval 30"/>
            <p:cNvSpPr>
              <a:spLocks noChangeArrowheads="1"/>
            </p:cNvSpPr>
            <p:nvPr>
              <p:custDataLst>
                <p:tags r:id="rId8"/>
              </p:custDataLst>
            </p:nvPr>
          </p:nvSpPr>
          <p:spPr bwMode="auto">
            <a:xfrm>
              <a:off x="4253" y="2347"/>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43" name="Oval 31"/>
            <p:cNvSpPr>
              <a:spLocks noChangeArrowheads="1"/>
            </p:cNvSpPr>
            <p:nvPr>
              <p:custDataLst>
                <p:tags r:id="rId9"/>
              </p:custDataLst>
            </p:nvPr>
          </p:nvSpPr>
          <p:spPr bwMode="auto">
            <a:xfrm>
              <a:off x="4573" y="236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44" name="Oval 32"/>
            <p:cNvSpPr>
              <a:spLocks noChangeArrowheads="1"/>
            </p:cNvSpPr>
            <p:nvPr>
              <p:custDataLst>
                <p:tags r:id="rId10"/>
              </p:custDataLst>
            </p:nvPr>
          </p:nvSpPr>
          <p:spPr bwMode="auto">
            <a:xfrm>
              <a:off x="4899" y="2315"/>
              <a:ext cx="44" cy="44"/>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45" name="Oval 33"/>
            <p:cNvSpPr>
              <a:spLocks noChangeArrowheads="1"/>
            </p:cNvSpPr>
            <p:nvPr>
              <p:custDataLst>
                <p:tags r:id="rId11"/>
              </p:custDataLst>
            </p:nvPr>
          </p:nvSpPr>
          <p:spPr bwMode="auto">
            <a:xfrm>
              <a:off x="5219" y="2209"/>
              <a:ext cx="44" cy="43"/>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grpSp>
      <p:grpSp>
        <p:nvGrpSpPr>
          <p:cNvPr id="3" name="Group 34"/>
          <p:cNvGrpSpPr/>
          <p:nvPr/>
        </p:nvGrpSpPr>
        <p:grpSpPr bwMode="auto">
          <a:xfrm>
            <a:off x="4960938" y="1748473"/>
            <a:ext cx="3622675" cy="3235325"/>
            <a:chOff x="3125" y="823"/>
            <a:chExt cx="2282" cy="2038"/>
          </a:xfrm>
        </p:grpSpPr>
        <p:sp>
          <p:nvSpPr>
            <p:cNvPr id="41030" name="Freeform 35"/>
            <p:cNvSpPr/>
            <p:nvPr>
              <p:custDataLst>
                <p:tags r:id="rId12"/>
              </p:custDataLst>
            </p:nvPr>
          </p:nvSpPr>
          <p:spPr bwMode="auto">
            <a:xfrm>
              <a:off x="3150" y="823"/>
              <a:ext cx="2257" cy="2019"/>
            </a:xfrm>
            <a:custGeom>
              <a:avLst/>
              <a:gdLst>
                <a:gd name="T0" fmla="*/ 0 w 360"/>
                <a:gd name="T1" fmla="*/ 2539570 h 322"/>
                <a:gd name="T2" fmla="*/ 494352 w 360"/>
                <a:gd name="T3" fmla="*/ 2927606 h 322"/>
                <a:gd name="T4" fmla="*/ 998014 w 360"/>
                <a:gd name="T5" fmla="*/ 3120885 h 322"/>
                <a:gd name="T6" fmla="*/ 1490874 w 360"/>
                <a:gd name="T7" fmla="*/ 2927606 h 322"/>
                <a:gd name="T8" fmla="*/ 1996034 w 360"/>
                <a:gd name="T9" fmla="*/ 2539570 h 322"/>
                <a:gd name="T10" fmla="*/ 2488888 w 360"/>
                <a:gd name="T11" fmla="*/ 1958292 h 322"/>
                <a:gd name="T12" fmla="*/ 2992594 w 360"/>
                <a:gd name="T13" fmla="*/ 1173164 h 322"/>
                <a:gd name="T14" fmla="*/ 3486946 w 360"/>
                <a:gd name="T15" fmla="*/ 0 h 322"/>
                <a:gd name="T16" fmla="*/ 0 60000 65536"/>
                <a:gd name="T17" fmla="*/ 0 60000 65536"/>
                <a:gd name="T18" fmla="*/ 0 60000 65536"/>
                <a:gd name="T19" fmla="*/ 0 60000 65536"/>
                <a:gd name="T20" fmla="*/ 0 60000 65536"/>
                <a:gd name="T21" fmla="*/ 0 60000 65536"/>
                <a:gd name="T22" fmla="*/ 0 60000 65536"/>
                <a:gd name="T23" fmla="*/ 0 60000 65536"/>
                <a:gd name="T24" fmla="*/ 0 w 360"/>
                <a:gd name="T25" fmla="*/ 0 h 322"/>
                <a:gd name="T26" fmla="*/ 360 w 360"/>
                <a:gd name="T27" fmla="*/ 322 h 3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0" h="322">
                  <a:moveTo>
                    <a:pt x="0" y="262"/>
                  </a:moveTo>
                  <a:lnTo>
                    <a:pt x="51" y="302"/>
                  </a:lnTo>
                  <a:lnTo>
                    <a:pt x="103" y="322"/>
                  </a:lnTo>
                  <a:lnTo>
                    <a:pt x="154" y="302"/>
                  </a:lnTo>
                  <a:lnTo>
                    <a:pt x="206" y="262"/>
                  </a:lnTo>
                  <a:lnTo>
                    <a:pt x="257" y="202"/>
                  </a:lnTo>
                  <a:lnTo>
                    <a:pt x="309" y="121"/>
                  </a:lnTo>
                  <a:lnTo>
                    <a:pt x="360" y="0"/>
                  </a:lnTo>
                </a:path>
              </a:pathLst>
            </a:custGeom>
            <a:noFill/>
            <a:ln w="30163">
              <a:solidFill>
                <a:srgbClr val="FF6600"/>
              </a:solidFill>
              <a:round/>
            </a:ln>
          </p:spPr>
          <p:txBody>
            <a:bodyPr/>
            <a:lstStyle/>
            <a:p>
              <a:endParaRPr lang="en-US">
                <a:latin typeface="Arial" panose="020B0604020202020204"/>
                <a:cs typeface="Arial" panose="020B0604020202020204"/>
              </a:endParaRPr>
            </a:p>
          </p:txBody>
        </p:sp>
        <p:sp>
          <p:nvSpPr>
            <p:cNvPr id="41031" name="Oval 36"/>
            <p:cNvSpPr>
              <a:spLocks noChangeArrowheads="1"/>
            </p:cNvSpPr>
            <p:nvPr>
              <p:custDataLst>
                <p:tags r:id="rId13"/>
              </p:custDataLst>
            </p:nvPr>
          </p:nvSpPr>
          <p:spPr bwMode="auto">
            <a:xfrm>
              <a:off x="3125" y="2441"/>
              <a:ext cx="44" cy="43"/>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32" name="Oval 37"/>
            <p:cNvSpPr>
              <a:spLocks noChangeArrowheads="1"/>
            </p:cNvSpPr>
            <p:nvPr>
              <p:custDataLst>
                <p:tags r:id="rId14"/>
              </p:custDataLst>
            </p:nvPr>
          </p:nvSpPr>
          <p:spPr bwMode="auto">
            <a:xfrm>
              <a:off x="3445" y="2691"/>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33" name="Oval 38"/>
            <p:cNvSpPr>
              <a:spLocks noChangeArrowheads="1"/>
            </p:cNvSpPr>
            <p:nvPr>
              <p:custDataLst>
                <p:tags r:id="rId15"/>
              </p:custDataLst>
            </p:nvPr>
          </p:nvSpPr>
          <p:spPr bwMode="auto">
            <a:xfrm>
              <a:off x="3771" y="2817"/>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34" name="Oval 39"/>
            <p:cNvSpPr>
              <a:spLocks noChangeArrowheads="1"/>
            </p:cNvSpPr>
            <p:nvPr>
              <p:custDataLst>
                <p:tags r:id="rId16"/>
              </p:custDataLst>
            </p:nvPr>
          </p:nvSpPr>
          <p:spPr bwMode="auto">
            <a:xfrm>
              <a:off x="4090" y="2691"/>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35" name="Oval 40"/>
            <p:cNvSpPr>
              <a:spLocks noChangeArrowheads="1"/>
            </p:cNvSpPr>
            <p:nvPr>
              <p:custDataLst>
                <p:tags r:id="rId17"/>
              </p:custDataLst>
            </p:nvPr>
          </p:nvSpPr>
          <p:spPr bwMode="auto">
            <a:xfrm>
              <a:off x="4416" y="2441"/>
              <a:ext cx="44" cy="43"/>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36" name="Oval 41"/>
            <p:cNvSpPr>
              <a:spLocks noChangeArrowheads="1"/>
            </p:cNvSpPr>
            <p:nvPr>
              <p:custDataLst>
                <p:tags r:id="rId18"/>
              </p:custDataLst>
            </p:nvPr>
          </p:nvSpPr>
          <p:spPr bwMode="auto">
            <a:xfrm>
              <a:off x="4736" y="2064"/>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37" name="Oval 42"/>
            <p:cNvSpPr>
              <a:spLocks noChangeArrowheads="1"/>
            </p:cNvSpPr>
            <p:nvPr>
              <p:custDataLst>
                <p:tags r:id="rId19"/>
              </p:custDataLst>
            </p:nvPr>
          </p:nvSpPr>
          <p:spPr bwMode="auto">
            <a:xfrm>
              <a:off x="5062" y="1557"/>
              <a:ext cx="44" cy="44"/>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grpSp>
      <p:sp>
        <p:nvSpPr>
          <p:cNvPr id="40971" name="Rectangle 43"/>
          <p:cNvSpPr>
            <a:spLocks noChangeArrowheads="1"/>
          </p:cNvSpPr>
          <p:nvPr>
            <p:custDataLst>
              <p:tags r:id="rId20"/>
            </p:custDataLst>
          </p:nvPr>
        </p:nvSpPr>
        <p:spPr bwMode="auto">
          <a:xfrm>
            <a:off x="6016625" y="1434148"/>
            <a:ext cx="1287463" cy="896937"/>
          </a:xfrm>
          <a:prstGeom prst="rect">
            <a:avLst/>
          </a:prstGeom>
          <a:solidFill>
            <a:srgbClr val="FFFFCC"/>
          </a:solidFill>
          <a:ln w="0">
            <a:solidFill>
              <a:srgbClr val="000000"/>
            </a:solidFill>
            <a:miter lim="800000"/>
          </a:ln>
        </p:spPr>
        <p:txBody>
          <a:bodyPr/>
          <a:lstStyle/>
          <a:p>
            <a:endParaRPr lang="en-US">
              <a:latin typeface="Arial" panose="020B0604020202020204"/>
              <a:cs typeface="Arial" panose="020B0604020202020204"/>
            </a:endParaRPr>
          </a:p>
        </p:txBody>
      </p:sp>
      <p:grpSp>
        <p:nvGrpSpPr>
          <p:cNvPr id="4" name="Group 52"/>
          <p:cNvGrpSpPr/>
          <p:nvPr/>
        </p:nvGrpSpPr>
        <p:grpSpPr bwMode="auto">
          <a:xfrm>
            <a:off x="6167438" y="1489710"/>
            <a:ext cx="1096962" cy="384175"/>
            <a:chOff x="773" y="2073"/>
            <a:chExt cx="691" cy="242"/>
          </a:xfrm>
        </p:grpSpPr>
        <p:sp>
          <p:nvSpPr>
            <p:cNvPr id="41027" name="Line 53"/>
            <p:cNvSpPr>
              <a:spLocks noChangeShapeType="1"/>
            </p:cNvSpPr>
            <p:nvPr>
              <p:custDataLst>
                <p:tags r:id="rId21"/>
              </p:custDataLst>
            </p:nvPr>
          </p:nvSpPr>
          <p:spPr bwMode="auto">
            <a:xfrm>
              <a:off x="773" y="2190"/>
              <a:ext cx="202" cy="1"/>
            </a:xfrm>
            <a:prstGeom prst="line">
              <a:avLst/>
            </a:prstGeom>
            <a:noFill/>
            <a:ln w="30163">
              <a:solidFill>
                <a:srgbClr val="008000"/>
              </a:solidFill>
              <a:round/>
            </a:ln>
          </p:spPr>
          <p:txBody>
            <a:bodyPr/>
            <a:lstStyle/>
            <a:p>
              <a:endParaRPr lang="en-US">
                <a:latin typeface="Arial" panose="020B0604020202020204"/>
                <a:cs typeface="Arial" panose="020B0604020202020204"/>
              </a:endParaRPr>
            </a:p>
          </p:txBody>
        </p:sp>
        <p:sp>
          <p:nvSpPr>
            <p:cNvPr id="41028" name="Oval 54"/>
            <p:cNvSpPr>
              <a:spLocks noChangeArrowheads="1"/>
            </p:cNvSpPr>
            <p:nvPr>
              <p:custDataLst>
                <p:tags r:id="rId22"/>
              </p:custDataLst>
            </p:nvPr>
          </p:nvSpPr>
          <p:spPr bwMode="auto">
            <a:xfrm>
              <a:off x="845" y="2160"/>
              <a:ext cx="51" cy="51"/>
            </a:xfrm>
            <a:prstGeom prst="ellipse">
              <a:avLst/>
            </a:prstGeom>
            <a:solidFill>
              <a:srgbClr val="008000"/>
            </a:solidFill>
            <a:ln w="9525">
              <a:solidFill>
                <a:srgbClr val="008000"/>
              </a:solidFill>
              <a:round/>
            </a:ln>
          </p:spPr>
          <p:txBody>
            <a:bodyPr/>
            <a:lstStyle/>
            <a:p>
              <a:endParaRPr lang="en-US">
                <a:latin typeface="Arial" panose="020B0604020202020204"/>
                <a:cs typeface="Arial" panose="020B0604020202020204"/>
              </a:endParaRPr>
            </a:p>
          </p:txBody>
        </p:sp>
        <p:sp>
          <p:nvSpPr>
            <p:cNvPr id="41029" name="Rectangle 55"/>
            <p:cNvSpPr>
              <a:spLocks noChangeArrowheads="1"/>
            </p:cNvSpPr>
            <p:nvPr>
              <p:custDataLst>
                <p:tags r:id="rId23"/>
              </p:custDataLst>
            </p:nvPr>
          </p:nvSpPr>
          <p:spPr bwMode="auto">
            <a:xfrm>
              <a:off x="1025" y="2073"/>
              <a:ext cx="439"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ATC</a:t>
              </a:r>
              <a:endParaRPr lang="en-US" sz="2500" i="1">
                <a:latin typeface="Arial" panose="020B0604020202020204"/>
                <a:cs typeface="Arial" panose="020B0604020202020204"/>
              </a:endParaRPr>
            </a:p>
          </p:txBody>
        </p:sp>
      </p:grpSp>
      <p:grpSp>
        <p:nvGrpSpPr>
          <p:cNvPr id="6" name="Group 56"/>
          <p:cNvGrpSpPr/>
          <p:nvPr/>
        </p:nvGrpSpPr>
        <p:grpSpPr bwMode="auto">
          <a:xfrm>
            <a:off x="6167437" y="1880235"/>
            <a:ext cx="977899" cy="384175"/>
            <a:chOff x="773" y="2348"/>
            <a:chExt cx="616" cy="242"/>
          </a:xfrm>
        </p:grpSpPr>
        <p:sp>
          <p:nvSpPr>
            <p:cNvPr id="41024" name="Line 57"/>
            <p:cNvSpPr>
              <a:spLocks noChangeShapeType="1"/>
            </p:cNvSpPr>
            <p:nvPr>
              <p:custDataLst>
                <p:tags r:id="rId24"/>
              </p:custDataLst>
            </p:nvPr>
          </p:nvSpPr>
          <p:spPr bwMode="auto">
            <a:xfrm>
              <a:off x="773" y="2465"/>
              <a:ext cx="202" cy="1"/>
            </a:xfrm>
            <a:prstGeom prst="line">
              <a:avLst/>
            </a:prstGeom>
            <a:noFill/>
            <a:ln w="30163">
              <a:solidFill>
                <a:srgbClr val="FF6600"/>
              </a:solidFill>
              <a:round/>
            </a:ln>
          </p:spPr>
          <p:txBody>
            <a:bodyPr/>
            <a:lstStyle/>
            <a:p>
              <a:endParaRPr lang="en-US">
                <a:latin typeface="Arial" panose="020B0604020202020204"/>
                <a:cs typeface="Arial" panose="020B0604020202020204"/>
              </a:endParaRPr>
            </a:p>
          </p:txBody>
        </p:sp>
        <p:sp>
          <p:nvSpPr>
            <p:cNvPr id="41025" name="Oval 58"/>
            <p:cNvSpPr>
              <a:spLocks noChangeArrowheads="1"/>
            </p:cNvSpPr>
            <p:nvPr>
              <p:custDataLst>
                <p:tags r:id="rId25"/>
              </p:custDataLst>
            </p:nvPr>
          </p:nvSpPr>
          <p:spPr bwMode="auto">
            <a:xfrm>
              <a:off x="845" y="2436"/>
              <a:ext cx="51" cy="51"/>
            </a:xfrm>
            <a:prstGeom prst="ellipse">
              <a:avLst/>
            </a:prstGeom>
            <a:solidFill>
              <a:srgbClr val="993300"/>
            </a:solidFill>
            <a:ln w="9525">
              <a:solidFill>
                <a:srgbClr val="993300"/>
              </a:solidFill>
              <a:round/>
            </a:ln>
          </p:spPr>
          <p:txBody>
            <a:bodyPr/>
            <a:lstStyle/>
            <a:p>
              <a:endParaRPr lang="en-US">
                <a:latin typeface="Arial" panose="020B0604020202020204"/>
                <a:cs typeface="Arial" panose="020B0604020202020204"/>
              </a:endParaRPr>
            </a:p>
          </p:txBody>
        </p:sp>
        <p:sp>
          <p:nvSpPr>
            <p:cNvPr id="41026" name="Rectangle 59"/>
            <p:cNvSpPr>
              <a:spLocks noChangeArrowheads="1"/>
            </p:cNvSpPr>
            <p:nvPr>
              <p:custDataLst>
                <p:tags r:id="rId26"/>
              </p:custDataLst>
            </p:nvPr>
          </p:nvSpPr>
          <p:spPr bwMode="auto">
            <a:xfrm>
              <a:off x="1025" y="2348"/>
              <a:ext cx="364" cy="242"/>
            </a:xfrm>
            <a:prstGeom prst="rect">
              <a:avLst/>
            </a:prstGeom>
            <a:noFill/>
            <a:ln w="9525">
              <a:noFill/>
              <a:miter lim="800000"/>
            </a:ln>
          </p:spPr>
          <p:txBody>
            <a:bodyPr wrap="none" lIns="0" tIns="0" rIns="0" bIns="0">
              <a:spAutoFit/>
            </a:bodyPr>
            <a:lstStyle/>
            <a:p>
              <a:r>
                <a:rPr lang="en-US" sz="2500" i="1">
                  <a:solidFill>
                    <a:srgbClr val="000000"/>
                  </a:solidFill>
                  <a:latin typeface="Arial" panose="020B0604020202020204"/>
                  <a:cs typeface="Arial" panose="020B0604020202020204"/>
                </a:rPr>
                <a:t>MC</a:t>
              </a:r>
              <a:endParaRPr lang="en-US" sz="2500" i="1">
                <a:latin typeface="Arial" panose="020B0604020202020204"/>
                <a:cs typeface="Arial" panose="020B0604020202020204"/>
              </a:endParaRPr>
            </a:p>
          </p:txBody>
        </p:sp>
      </p:grpSp>
      <p:grpSp>
        <p:nvGrpSpPr>
          <p:cNvPr id="7" name="Group 60"/>
          <p:cNvGrpSpPr/>
          <p:nvPr/>
        </p:nvGrpSpPr>
        <p:grpSpPr bwMode="auto">
          <a:xfrm>
            <a:off x="3457575" y="1270635"/>
            <a:ext cx="5284788" cy="5561013"/>
            <a:chOff x="2098" y="442"/>
            <a:chExt cx="3329" cy="3503"/>
          </a:xfrm>
        </p:grpSpPr>
        <p:grpSp>
          <p:nvGrpSpPr>
            <p:cNvPr id="8" name="Group 61"/>
            <p:cNvGrpSpPr/>
            <p:nvPr/>
          </p:nvGrpSpPr>
          <p:grpSpPr bwMode="auto">
            <a:xfrm>
              <a:off x="2216" y="698"/>
              <a:ext cx="3160" cy="3247"/>
              <a:chOff x="2216" y="698"/>
              <a:chExt cx="3160" cy="3247"/>
            </a:xfrm>
          </p:grpSpPr>
          <p:sp>
            <p:nvSpPr>
              <p:cNvPr id="40984" name="Line 62"/>
              <p:cNvSpPr>
                <a:spLocks noChangeShapeType="1"/>
              </p:cNvSpPr>
              <p:nvPr>
                <p:custDataLst>
                  <p:tags r:id="rId27"/>
                </p:custDataLst>
              </p:nvPr>
            </p:nvSpPr>
            <p:spPr bwMode="auto">
              <a:xfrm flipV="1">
                <a:off x="298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85" name="Line 63"/>
              <p:cNvSpPr>
                <a:spLocks noChangeShapeType="1"/>
              </p:cNvSpPr>
              <p:nvPr>
                <p:custDataLst>
                  <p:tags r:id="rId28"/>
                </p:custDataLst>
              </p:nvPr>
            </p:nvSpPr>
            <p:spPr bwMode="auto">
              <a:xfrm flipV="1">
                <a:off x="3307"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86" name="Line 64"/>
              <p:cNvSpPr>
                <a:spLocks noChangeShapeType="1"/>
              </p:cNvSpPr>
              <p:nvPr>
                <p:custDataLst>
                  <p:tags r:id="rId29"/>
                </p:custDataLst>
              </p:nvPr>
            </p:nvSpPr>
            <p:spPr bwMode="auto">
              <a:xfrm flipV="1">
                <a:off x="363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87" name="Line 65"/>
              <p:cNvSpPr>
                <a:spLocks noChangeShapeType="1"/>
              </p:cNvSpPr>
              <p:nvPr>
                <p:custDataLst>
                  <p:tags r:id="rId30"/>
                </p:custDataLst>
              </p:nvPr>
            </p:nvSpPr>
            <p:spPr bwMode="auto">
              <a:xfrm flipV="1">
                <a:off x="3953"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88" name="Line 66"/>
              <p:cNvSpPr>
                <a:spLocks noChangeShapeType="1"/>
              </p:cNvSpPr>
              <p:nvPr>
                <p:custDataLst>
                  <p:tags r:id="rId31"/>
                </p:custDataLst>
              </p:nvPr>
            </p:nvSpPr>
            <p:spPr bwMode="auto">
              <a:xfrm flipV="1">
                <a:off x="4279"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89" name="Line 67"/>
              <p:cNvSpPr>
                <a:spLocks noChangeShapeType="1"/>
              </p:cNvSpPr>
              <p:nvPr>
                <p:custDataLst>
                  <p:tags r:id="rId32"/>
                </p:custDataLst>
              </p:nvPr>
            </p:nvSpPr>
            <p:spPr bwMode="auto">
              <a:xfrm flipV="1">
                <a:off x="4598"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90" name="Line 68"/>
              <p:cNvSpPr>
                <a:spLocks noChangeShapeType="1"/>
              </p:cNvSpPr>
              <p:nvPr>
                <p:custDataLst>
                  <p:tags r:id="rId33"/>
                </p:custDataLst>
              </p:nvPr>
            </p:nvSpPr>
            <p:spPr bwMode="auto">
              <a:xfrm flipV="1">
                <a:off x="492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0991" name="Line 69"/>
              <p:cNvSpPr>
                <a:spLocks noChangeShapeType="1"/>
              </p:cNvSpPr>
              <p:nvPr>
                <p:custDataLst>
                  <p:tags r:id="rId34"/>
                </p:custDataLst>
              </p:nvPr>
            </p:nvSpPr>
            <p:spPr bwMode="auto">
              <a:xfrm flipV="1">
                <a:off x="5244" y="3349"/>
                <a:ext cx="1" cy="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21" name="Group 70"/>
              <p:cNvGrpSpPr/>
              <p:nvPr/>
            </p:nvGrpSpPr>
            <p:grpSpPr bwMode="auto">
              <a:xfrm>
                <a:off x="2454" y="698"/>
                <a:ext cx="2922" cy="2749"/>
                <a:chOff x="2454" y="698"/>
                <a:chExt cx="2922" cy="2749"/>
              </a:xfrm>
            </p:grpSpPr>
            <p:sp>
              <p:nvSpPr>
                <p:cNvPr id="41003" name="Line 71"/>
                <p:cNvSpPr>
                  <a:spLocks noChangeShapeType="1"/>
                </p:cNvSpPr>
                <p:nvPr>
                  <p:custDataLst>
                    <p:tags r:id="rId35"/>
                  </p:custDataLst>
                </p:nvPr>
              </p:nvSpPr>
              <p:spPr bwMode="auto">
                <a:xfrm>
                  <a:off x="2937" y="334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04" name="Line 72"/>
                <p:cNvSpPr>
                  <a:spLocks noChangeShapeType="1"/>
                </p:cNvSpPr>
                <p:nvPr>
                  <p:custDataLst>
                    <p:tags r:id="rId36"/>
                  </p:custDataLst>
                </p:nvPr>
              </p:nvSpPr>
              <p:spPr bwMode="auto">
                <a:xfrm>
                  <a:off x="2937" y="303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05" name="Line 73"/>
                <p:cNvSpPr>
                  <a:spLocks noChangeShapeType="1"/>
                </p:cNvSpPr>
                <p:nvPr>
                  <p:custDataLst>
                    <p:tags r:id="rId37"/>
                  </p:custDataLst>
                </p:nvPr>
              </p:nvSpPr>
              <p:spPr bwMode="auto">
                <a:xfrm>
                  <a:off x="2937" y="271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06" name="Line 74"/>
                <p:cNvSpPr>
                  <a:spLocks noChangeShapeType="1"/>
                </p:cNvSpPr>
                <p:nvPr>
                  <p:custDataLst>
                    <p:tags r:id="rId38"/>
                  </p:custDataLst>
                </p:nvPr>
              </p:nvSpPr>
              <p:spPr bwMode="auto">
                <a:xfrm>
                  <a:off x="2937" y="240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07" name="Line 75"/>
                <p:cNvSpPr>
                  <a:spLocks noChangeShapeType="1"/>
                </p:cNvSpPr>
                <p:nvPr>
                  <p:custDataLst>
                    <p:tags r:id="rId39"/>
                  </p:custDataLst>
                </p:nvPr>
              </p:nvSpPr>
              <p:spPr bwMode="auto">
                <a:xfrm>
                  <a:off x="2937" y="2089"/>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08" name="Line 76"/>
                <p:cNvSpPr>
                  <a:spLocks noChangeShapeType="1"/>
                </p:cNvSpPr>
                <p:nvPr>
                  <p:custDataLst>
                    <p:tags r:id="rId40"/>
                  </p:custDataLst>
                </p:nvPr>
              </p:nvSpPr>
              <p:spPr bwMode="auto">
                <a:xfrm>
                  <a:off x="2937" y="1770"/>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09" name="Line 77"/>
                <p:cNvSpPr>
                  <a:spLocks noChangeShapeType="1"/>
                </p:cNvSpPr>
                <p:nvPr>
                  <p:custDataLst>
                    <p:tags r:id="rId41"/>
                  </p:custDataLst>
                </p:nvPr>
              </p:nvSpPr>
              <p:spPr bwMode="auto">
                <a:xfrm>
                  <a:off x="2937" y="1456"/>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10" name="Line 78"/>
                <p:cNvSpPr>
                  <a:spLocks noChangeShapeType="1"/>
                </p:cNvSpPr>
                <p:nvPr>
                  <p:custDataLst>
                    <p:tags r:id="rId42"/>
                  </p:custDataLst>
                </p:nvPr>
              </p:nvSpPr>
              <p:spPr bwMode="auto">
                <a:xfrm>
                  <a:off x="2937" y="114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11" name="Line 79"/>
                <p:cNvSpPr>
                  <a:spLocks noChangeShapeType="1"/>
                </p:cNvSpPr>
                <p:nvPr>
                  <p:custDataLst>
                    <p:tags r:id="rId43"/>
                  </p:custDataLst>
                </p:nvPr>
              </p:nvSpPr>
              <p:spPr bwMode="auto">
                <a:xfrm>
                  <a:off x="2937" y="823"/>
                  <a:ext cx="50"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nvGrpSpPr>
                <p:cNvPr id="22" name="Group 80"/>
                <p:cNvGrpSpPr/>
                <p:nvPr/>
              </p:nvGrpSpPr>
              <p:grpSpPr bwMode="auto">
                <a:xfrm>
                  <a:off x="2987" y="698"/>
                  <a:ext cx="2389" cy="2652"/>
                  <a:chOff x="2987" y="698"/>
                  <a:chExt cx="2389" cy="2652"/>
                </a:xfrm>
              </p:grpSpPr>
              <p:sp>
                <p:nvSpPr>
                  <p:cNvPr id="41022" name="Line 81"/>
                  <p:cNvSpPr>
                    <a:spLocks noChangeShapeType="1"/>
                  </p:cNvSpPr>
                  <p:nvPr>
                    <p:custDataLst>
                      <p:tags r:id="rId44"/>
                    </p:custDataLst>
                  </p:nvPr>
                </p:nvSpPr>
                <p:spPr bwMode="auto">
                  <a:xfrm>
                    <a:off x="2987" y="698"/>
                    <a:ext cx="1" cy="265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sp>
                <p:nvSpPr>
                  <p:cNvPr id="41023" name="Line 82"/>
                  <p:cNvSpPr>
                    <a:spLocks noChangeShapeType="1"/>
                  </p:cNvSpPr>
                  <p:nvPr>
                    <p:custDataLst>
                      <p:tags r:id="rId45"/>
                    </p:custDataLst>
                  </p:nvPr>
                </p:nvSpPr>
                <p:spPr bwMode="auto">
                  <a:xfrm>
                    <a:off x="2987" y="3349"/>
                    <a:ext cx="2389" cy="1"/>
                  </a:xfrm>
                  <a:prstGeom prst="line">
                    <a:avLst/>
                  </a:prstGeom>
                  <a:noFill/>
                  <a:ln w="20638">
                    <a:solidFill>
                      <a:srgbClr val="000000"/>
                    </a:solidFill>
                    <a:round/>
                  </a:ln>
                </p:spPr>
                <p:txBody>
                  <a:bodyPr/>
                  <a:lstStyle/>
                  <a:p>
                    <a:endParaRPr lang="en-US">
                      <a:latin typeface="Arial" panose="020B0604020202020204"/>
                      <a:cs typeface="Arial" panose="020B0604020202020204"/>
                    </a:endParaRPr>
                  </a:p>
                </p:txBody>
              </p:sp>
            </p:grpSp>
            <p:sp>
              <p:nvSpPr>
                <p:cNvPr id="41013" name="Rectangle 83"/>
                <p:cNvSpPr>
                  <a:spLocks noChangeArrowheads="1"/>
                </p:cNvSpPr>
                <p:nvPr>
                  <p:custDataLst>
                    <p:tags r:id="rId46"/>
                  </p:custDataLst>
                </p:nvPr>
              </p:nvSpPr>
              <p:spPr bwMode="auto">
                <a:xfrm>
                  <a:off x="2630" y="3255"/>
                  <a:ext cx="178"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41014" name="Rectangle 84"/>
                <p:cNvSpPr>
                  <a:spLocks noChangeArrowheads="1"/>
                </p:cNvSpPr>
                <p:nvPr>
                  <p:custDataLst>
                    <p:tags r:id="rId47"/>
                  </p:custDataLst>
                </p:nvPr>
              </p:nvSpPr>
              <p:spPr bwMode="auto">
                <a:xfrm>
                  <a:off x="2542" y="294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$25</a:t>
                  </a:r>
                  <a:endParaRPr lang="en-US">
                    <a:latin typeface="Arial" panose="020B0604020202020204"/>
                    <a:cs typeface="Arial" panose="020B0604020202020204"/>
                  </a:endParaRPr>
                </a:p>
              </p:txBody>
            </p:sp>
            <p:sp>
              <p:nvSpPr>
                <p:cNvPr id="41015" name="Rectangle 85"/>
                <p:cNvSpPr>
                  <a:spLocks noChangeArrowheads="1"/>
                </p:cNvSpPr>
                <p:nvPr>
                  <p:custDataLst>
                    <p:tags r:id="rId48"/>
                  </p:custDataLst>
                </p:nvPr>
              </p:nvSpPr>
              <p:spPr bwMode="auto">
                <a:xfrm>
                  <a:off x="2542" y="2622"/>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$50</a:t>
                  </a:r>
                  <a:endParaRPr lang="en-US">
                    <a:latin typeface="Arial" panose="020B0604020202020204"/>
                    <a:cs typeface="Arial" panose="020B0604020202020204"/>
                  </a:endParaRPr>
                </a:p>
              </p:txBody>
            </p:sp>
            <p:sp>
              <p:nvSpPr>
                <p:cNvPr id="41016" name="Rectangle 86"/>
                <p:cNvSpPr>
                  <a:spLocks noChangeArrowheads="1"/>
                </p:cNvSpPr>
                <p:nvPr>
                  <p:custDataLst>
                    <p:tags r:id="rId49"/>
                  </p:custDataLst>
                </p:nvPr>
              </p:nvSpPr>
              <p:spPr bwMode="auto">
                <a:xfrm>
                  <a:off x="2542" y="2309"/>
                  <a:ext cx="267"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$75</a:t>
                  </a:r>
                  <a:endParaRPr lang="en-US">
                    <a:latin typeface="Arial" panose="020B0604020202020204"/>
                    <a:cs typeface="Arial" panose="020B0604020202020204"/>
                  </a:endParaRPr>
                </a:p>
              </p:txBody>
            </p:sp>
            <p:sp>
              <p:nvSpPr>
                <p:cNvPr id="41017" name="Rectangle 87"/>
                <p:cNvSpPr>
                  <a:spLocks noChangeArrowheads="1"/>
                </p:cNvSpPr>
                <p:nvPr>
                  <p:custDataLst>
                    <p:tags r:id="rId50"/>
                  </p:custDataLst>
                </p:nvPr>
              </p:nvSpPr>
              <p:spPr bwMode="auto">
                <a:xfrm>
                  <a:off x="2454" y="1995"/>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$100</a:t>
                  </a:r>
                  <a:endParaRPr lang="en-US">
                    <a:latin typeface="Arial" panose="020B0604020202020204"/>
                    <a:cs typeface="Arial" panose="020B0604020202020204"/>
                  </a:endParaRPr>
                </a:p>
              </p:txBody>
            </p:sp>
            <p:sp>
              <p:nvSpPr>
                <p:cNvPr id="41018" name="Rectangle 88"/>
                <p:cNvSpPr>
                  <a:spLocks noChangeArrowheads="1"/>
                </p:cNvSpPr>
                <p:nvPr>
                  <p:custDataLst>
                    <p:tags r:id="rId51"/>
                  </p:custDataLst>
                </p:nvPr>
              </p:nvSpPr>
              <p:spPr bwMode="auto">
                <a:xfrm>
                  <a:off x="2454" y="1676"/>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$125</a:t>
                  </a:r>
                  <a:endParaRPr lang="en-US">
                    <a:latin typeface="Arial" panose="020B0604020202020204"/>
                    <a:cs typeface="Arial" panose="020B0604020202020204"/>
                  </a:endParaRPr>
                </a:p>
              </p:txBody>
            </p:sp>
            <p:sp>
              <p:nvSpPr>
                <p:cNvPr id="41019" name="Rectangle 89"/>
                <p:cNvSpPr>
                  <a:spLocks noChangeArrowheads="1"/>
                </p:cNvSpPr>
                <p:nvPr>
                  <p:custDataLst>
                    <p:tags r:id="rId52"/>
                  </p:custDataLst>
                </p:nvPr>
              </p:nvSpPr>
              <p:spPr bwMode="auto">
                <a:xfrm>
                  <a:off x="2454" y="1362"/>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$150</a:t>
                  </a:r>
                  <a:endParaRPr lang="en-US">
                    <a:latin typeface="Arial" panose="020B0604020202020204"/>
                    <a:cs typeface="Arial" panose="020B0604020202020204"/>
                  </a:endParaRPr>
                </a:p>
              </p:txBody>
            </p:sp>
            <p:sp>
              <p:nvSpPr>
                <p:cNvPr id="41020" name="Rectangle 90"/>
                <p:cNvSpPr>
                  <a:spLocks noChangeArrowheads="1"/>
                </p:cNvSpPr>
                <p:nvPr>
                  <p:custDataLst>
                    <p:tags r:id="rId53"/>
                  </p:custDataLst>
                </p:nvPr>
              </p:nvSpPr>
              <p:spPr bwMode="auto">
                <a:xfrm>
                  <a:off x="2454" y="104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$175</a:t>
                  </a:r>
                  <a:endParaRPr lang="en-US">
                    <a:latin typeface="Arial" panose="020B0604020202020204"/>
                    <a:cs typeface="Arial" panose="020B0604020202020204"/>
                  </a:endParaRPr>
                </a:p>
              </p:txBody>
            </p:sp>
            <p:sp>
              <p:nvSpPr>
                <p:cNvPr id="41021" name="Rectangle 91"/>
                <p:cNvSpPr>
                  <a:spLocks noChangeArrowheads="1"/>
                </p:cNvSpPr>
                <p:nvPr>
                  <p:custDataLst>
                    <p:tags r:id="rId54"/>
                  </p:custDataLst>
                </p:nvPr>
              </p:nvSpPr>
              <p:spPr bwMode="auto">
                <a:xfrm>
                  <a:off x="2454" y="729"/>
                  <a:ext cx="356"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$200</a:t>
                  </a:r>
                  <a:endParaRPr lang="en-US">
                    <a:latin typeface="Arial" panose="020B0604020202020204"/>
                    <a:cs typeface="Arial" panose="020B0604020202020204"/>
                  </a:endParaRPr>
                </a:p>
              </p:txBody>
            </p:sp>
          </p:grpSp>
          <p:sp>
            <p:nvSpPr>
              <p:cNvPr id="40993" name="Rectangle 92"/>
              <p:cNvSpPr>
                <a:spLocks noChangeArrowheads="1"/>
              </p:cNvSpPr>
              <p:nvPr>
                <p:custDataLst>
                  <p:tags r:id="rId55"/>
                </p:custDataLst>
              </p:nvPr>
            </p:nvSpPr>
            <p:spPr bwMode="auto">
              <a:xfrm>
                <a:off x="294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0</a:t>
                </a:r>
                <a:endParaRPr lang="en-US">
                  <a:latin typeface="Arial" panose="020B0604020202020204"/>
                  <a:cs typeface="Arial" panose="020B0604020202020204"/>
                </a:endParaRPr>
              </a:p>
            </p:txBody>
          </p:sp>
          <p:sp>
            <p:nvSpPr>
              <p:cNvPr id="40994" name="Rectangle 93"/>
              <p:cNvSpPr>
                <a:spLocks noChangeArrowheads="1"/>
              </p:cNvSpPr>
              <p:nvPr>
                <p:custDataLst>
                  <p:tags r:id="rId56"/>
                </p:custDataLst>
              </p:nvPr>
            </p:nvSpPr>
            <p:spPr bwMode="auto">
              <a:xfrm>
                <a:off x="3263"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1</a:t>
                </a:r>
                <a:endParaRPr lang="en-US">
                  <a:latin typeface="Arial" panose="020B0604020202020204"/>
                  <a:cs typeface="Arial" panose="020B0604020202020204"/>
                </a:endParaRPr>
              </a:p>
            </p:txBody>
          </p:sp>
          <p:sp>
            <p:nvSpPr>
              <p:cNvPr id="40995" name="Rectangle 94"/>
              <p:cNvSpPr>
                <a:spLocks noChangeArrowheads="1"/>
              </p:cNvSpPr>
              <p:nvPr>
                <p:custDataLst>
                  <p:tags r:id="rId57"/>
                </p:custDataLst>
              </p:nvPr>
            </p:nvSpPr>
            <p:spPr bwMode="auto">
              <a:xfrm>
                <a:off x="358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2</a:t>
                </a:r>
                <a:endParaRPr lang="en-US">
                  <a:latin typeface="Arial" panose="020B0604020202020204"/>
                  <a:cs typeface="Arial" panose="020B0604020202020204"/>
                </a:endParaRPr>
              </a:p>
            </p:txBody>
          </p:sp>
          <p:sp>
            <p:nvSpPr>
              <p:cNvPr id="40996" name="Rectangle 95"/>
              <p:cNvSpPr>
                <a:spLocks noChangeArrowheads="1"/>
              </p:cNvSpPr>
              <p:nvPr>
                <p:custDataLst>
                  <p:tags r:id="rId58"/>
                </p:custDataLst>
              </p:nvPr>
            </p:nvSpPr>
            <p:spPr bwMode="auto">
              <a:xfrm>
                <a:off x="3909"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3</a:t>
                </a:r>
                <a:endParaRPr lang="en-US">
                  <a:latin typeface="Arial" panose="020B0604020202020204"/>
                  <a:cs typeface="Arial" panose="020B0604020202020204"/>
                </a:endParaRPr>
              </a:p>
            </p:txBody>
          </p:sp>
          <p:sp>
            <p:nvSpPr>
              <p:cNvPr id="40997" name="Rectangle 96"/>
              <p:cNvSpPr>
                <a:spLocks noChangeArrowheads="1"/>
              </p:cNvSpPr>
              <p:nvPr>
                <p:custDataLst>
                  <p:tags r:id="rId59"/>
                </p:custDataLst>
              </p:nvPr>
            </p:nvSpPr>
            <p:spPr bwMode="auto">
              <a:xfrm>
                <a:off x="4235"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4</a:t>
                </a:r>
                <a:endParaRPr lang="en-US">
                  <a:latin typeface="Arial" panose="020B0604020202020204"/>
                  <a:cs typeface="Arial" panose="020B0604020202020204"/>
                </a:endParaRPr>
              </a:p>
            </p:txBody>
          </p:sp>
          <p:sp>
            <p:nvSpPr>
              <p:cNvPr id="40998" name="Rectangle 97"/>
              <p:cNvSpPr>
                <a:spLocks noChangeArrowheads="1"/>
              </p:cNvSpPr>
              <p:nvPr>
                <p:custDataLst>
                  <p:tags r:id="rId60"/>
                </p:custDataLst>
              </p:nvPr>
            </p:nvSpPr>
            <p:spPr bwMode="auto">
              <a:xfrm>
                <a:off x="4554"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5</a:t>
                </a:r>
                <a:endParaRPr lang="en-US">
                  <a:latin typeface="Arial" panose="020B0604020202020204"/>
                  <a:cs typeface="Arial" panose="020B0604020202020204"/>
                </a:endParaRPr>
              </a:p>
            </p:txBody>
          </p:sp>
          <p:sp>
            <p:nvSpPr>
              <p:cNvPr id="40999" name="Rectangle 98"/>
              <p:cNvSpPr>
                <a:spLocks noChangeArrowheads="1"/>
              </p:cNvSpPr>
              <p:nvPr>
                <p:custDataLst>
                  <p:tags r:id="rId61"/>
                </p:custDataLst>
              </p:nvPr>
            </p:nvSpPr>
            <p:spPr bwMode="auto">
              <a:xfrm>
                <a:off x="488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6</a:t>
                </a:r>
                <a:endParaRPr lang="en-US">
                  <a:latin typeface="Arial" panose="020B0604020202020204"/>
                  <a:cs typeface="Arial" panose="020B0604020202020204"/>
                </a:endParaRPr>
              </a:p>
            </p:txBody>
          </p:sp>
          <p:sp>
            <p:nvSpPr>
              <p:cNvPr id="41000" name="Rectangle 99"/>
              <p:cNvSpPr>
                <a:spLocks noChangeArrowheads="1"/>
              </p:cNvSpPr>
              <p:nvPr>
                <p:custDataLst>
                  <p:tags r:id="rId62"/>
                </p:custDataLst>
              </p:nvPr>
            </p:nvSpPr>
            <p:spPr bwMode="auto">
              <a:xfrm>
                <a:off x="5200" y="3494"/>
                <a:ext cx="89" cy="192"/>
              </a:xfrm>
              <a:prstGeom prst="rect">
                <a:avLst/>
              </a:prstGeom>
              <a:noFill/>
              <a:ln w="9525">
                <a:noFill/>
                <a:miter lim="800000"/>
              </a:ln>
            </p:spPr>
            <p:txBody>
              <a:bodyPr wrap="none" lIns="0" tIns="0" rIns="0" bIns="0">
                <a:spAutoFit/>
              </a:bodyPr>
              <a:lstStyle/>
              <a:p>
                <a:r>
                  <a:rPr lang="en-US" sz="2000">
                    <a:solidFill>
                      <a:srgbClr val="000000"/>
                    </a:solidFill>
                    <a:latin typeface="Arial" panose="020B0604020202020204"/>
                    <a:cs typeface="Arial" panose="020B0604020202020204"/>
                  </a:rPr>
                  <a:t>7</a:t>
                </a:r>
                <a:endParaRPr lang="en-US">
                  <a:latin typeface="Arial" panose="020B0604020202020204"/>
                  <a:cs typeface="Arial" panose="020B0604020202020204"/>
                </a:endParaRPr>
              </a:p>
            </p:txBody>
          </p:sp>
          <p:sp>
            <p:nvSpPr>
              <p:cNvPr id="41001" name="Rectangle 100"/>
              <p:cNvSpPr>
                <a:spLocks noChangeArrowheads="1"/>
              </p:cNvSpPr>
              <p:nvPr>
                <p:custDataLst>
                  <p:tags r:id="rId63"/>
                </p:custDataLst>
              </p:nvPr>
            </p:nvSpPr>
            <p:spPr bwMode="auto">
              <a:xfrm>
                <a:off x="4103" y="3751"/>
                <a:ext cx="138" cy="194"/>
              </a:xfrm>
              <a:prstGeom prst="rect">
                <a:avLst/>
              </a:prstGeom>
              <a:noFill/>
              <a:ln w="9525">
                <a:noFill/>
                <a:miter lim="800000"/>
              </a:ln>
            </p:spPr>
            <p:txBody>
              <a:bodyPr wrap="none" lIns="0" tIns="0" rIns="0" bIns="0">
                <a:spAutoFit/>
              </a:bodyPr>
              <a:lstStyle/>
              <a:p>
                <a:r>
                  <a:rPr lang="en-US" sz="2000" b="1" i="1">
                    <a:solidFill>
                      <a:srgbClr val="000000"/>
                    </a:solidFill>
                    <a:latin typeface="Arial" panose="020B0604020202020204"/>
                    <a:cs typeface="Arial" panose="020B0604020202020204"/>
                  </a:rPr>
                  <a:t>Q</a:t>
                </a:r>
                <a:endParaRPr lang="en-US">
                  <a:latin typeface="Arial" panose="020B0604020202020204"/>
                  <a:cs typeface="Arial" panose="020B0604020202020204"/>
                </a:endParaRPr>
              </a:p>
            </p:txBody>
          </p:sp>
          <p:sp>
            <p:nvSpPr>
              <p:cNvPr id="41002" name="Rectangle 101"/>
              <p:cNvSpPr>
                <a:spLocks noChangeArrowheads="1"/>
              </p:cNvSpPr>
              <p:nvPr>
                <p:custDataLst>
                  <p:tags r:id="rId64"/>
                </p:custDataLst>
              </p:nvPr>
            </p:nvSpPr>
            <p:spPr bwMode="auto">
              <a:xfrm rot="-5400000">
                <a:off x="2089" y="1932"/>
                <a:ext cx="445" cy="192"/>
              </a:xfrm>
              <a:prstGeom prst="rect">
                <a:avLst/>
              </a:prstGeom>
              <a:noFill/>
              <a:ln w="9525">
                <a:noFill/>
                <a:miter lim="800000"/>
              </a:ln>
            </p:spPr>
            <p:txBody>
              <a:bodyPr wrap="none" lIns="0" tIns="0" rIns="0" bIns="0">
                <a:spAutoFit/>
              </a:bodyPr>
              <a:lstStyle/>
              <a:p>
                <a:r>
                  <a:rPr lang="en-US" sz="2000" b="1">
                    <a:solidFill>
                      <a:srgbClr val="000000"/>
                    </a:solidFill>
                    <a:latin typeface="Arial" panose="020B0604020202020204"/>
                    <a:cs typeface="Arial" panose="020B0604020202020204"/>
                  </a:rPr>
                  <a:t>Costs</a:t>
                </a:r>
                <a:endParaRPr lang="en-US">
                  <a:latin typeface="Arial" panose="020B0604020202020204"/>
                  <a:cs typeface="Arial" panose="020B0604020202020204"/>
                </a:endParaRPr>
              </a:p>
            </p:txBody>
          </p:sp>
        </p:grpSp>
        <p:sp>
          <p:nvSpPr>
            <p:cNvPr id="40983" name="Rectangle 102"/>
            <p:cNvSpPr>
              <a:spLocks noChangeArrowheads="1"/>
            </p:cNvSpPr>
            <p:nvPr>
              <p:custDataLst>
                <p:tags r:id="rId65"/>
              </p:custDataLst>
            </p:nvPr>
          </p:nvSpPr>
          <p:spPr bwMode="auto">
            <a:xfrm>
              <a:off x="2098" y="442"/>
              <a:ext cx="3329" cy="3461"/>
            </a:xfrm>
            <a:prstGeom prst="rect">
              <a:avLst/>
            </a:prstGeom>
            <a:noFill/>
            <a:ln w="0">
              <a:solidFill>
                <a:srgbClr val="000000"/>
              </a:solidFill>
              <a:miter lim="800000"/>
            </a:ln>
          </p:spPr>
          <p:txBody>
            <a:bodyPr/>
            <a:lstStyle/>
            <a:p>
              <a:endParaRPr lang="en-US">
                <a:latin typeface="Arial" panose="020B0604020202020204"/>
                <a:cs typeface="Arial" panose="020B0604020202020204"/>
              </a:endParaRPr>
            </a:p>
          </p:txBody>
        </p:sp>
      </p:grpSp>
      <p:sp>
        <p:nvSpPr>
          <p:cNvPr id="98407" name="Text Box 103"/>
          <p:cNvSpPr txBox="1">
            <a:spLocks noChangeArrowheads="1"/>
          </p:cNvSpPr>
          <p:nvPr>
            <p:custDataLst>
              <p:tags r:id="rId66"/>
            </p:custDataLst>
          </p:nvPr>
        </p:nvSpPr>
        <p:spPr bwMode="auto">
          <a:xfrm>
            <a:off x="330200" y="1340485"/>
            <a:ext cx="2513330" cy="3574415"/>
          </a:xfrm>
          <a:prstGeom prst="rect">
            <a:avLst/>
          </a:prstGeom>
          <a:solidFill>
            <a:schemeClr val="bg2">
              <a:lumMod val="90000"/>
            </a:schemeClr>
          </a:solidFill>
          <a:ln w="9525">
            <a:noFill/>
            <a:miter lim="800000"/>
          </a:ln>
        </p:spPr>
        <p:txBody>
          <a:bodyPr/>
          <a:lstStyle/>
          <a:p>
            <a:pPr>
              <a:lnSpc>
                <a:spcPct val="110000"/>
              </a:lnSpc>
              <a:spcBef>
                <a:spcPct val="55000"/>
              </a:spcBef>
            </a:pPr>
            <a:r>
              <a:rPr lang="zh-CN" altLang="en-US" sz="2500">
                <a:latin typeface="Arial" panose="020B0604020202020204"/>
                <a:cs typeface="Arial" panose="020B0604020202020204"/>
              </a:rPr>
              <a:t>当</a:t>
            </a:r>
            <a:r>
              <a:rPr lang="en-US" sz="2500" i="1">
                <a:latin typeface="Arial" panose="020B0604020202020204"/>
                <a:cs typeface="Arial" panose="020B0604020202020204"/>
              </a:rPr>
              <a:t>MC</a:t>
            </a:r>
            <a:r>
              <a:rPr lang="en-US" sz="2500">
                <a:latin typeface="Arial" panose="020B0604020202020204"/>
                <a:cs typeface="Arial" panose="020B0604020202020204"/>
              </a:rPr>
              <a:t> &lt; </a:t>
            </a:r>
            <a:r>
              <a:rPr lang="en-US" sz="2500" i="1">
                <a:latin typeface="Arial" panose="020B0604020202020204"/>
                <a:cs typeface="Arial" panose="020B0604020202020204"/>
              </a:rPr>
              <a:t>ATC</a:t>
            </a:r>
            <a:r>
              <a:rPr lang="en-US" sz="2500">
                <a:latin typeface="Arial" panose="020B0604020202020204"/>
                <a:cs typeface="Arial" panose="020B0604020202020204"/>
              </a:rPr>
              <a:t>,</a:t>
            </a:r>
            <a:endParaRPr lang="en-US" sz="2500">
              <a:latin typeface="Arial" panose="020B0604020202020204"/>
              <a:cs typeface="Arial" panose="020B0604020202020204"/>
            </a:endParaRPr>
          </a:p>
          <a:p>
            <a:pPr>
              <a:lnSpc>
                <a:spcPct val="110000"/>
              </a:lnSpc>
              <a:spcBef>
                <a:spcPct val="15000"/>
              </a:spcBef>
            </a:pPr>
            <a:r>
              <a:rPr lang="en-US" sz="2500" i="1">
                <a:latin typeface="Arial" panose="020B0604020202020204"/>
                <a:cs typeface="Arial" panose="020B0604020202020204"/>
              </a:rPr>
              <a:t>ATC</a:t>
            </a:r>
            <a:r>
              <a:rPr lang="zh-CN" altLang="en-US" sz="2500" i="1">
                <a:latin typeface="Arial" panose="020B0604020202020204"/>
                <a:cs typeface="Arial" panose="020B0604020202020204"/>
              </a:rPr>
              <a:t>减小</a:t>
            </a:r>
            <a:endParaRPr lang="en-US" sz="2500">
              <a:latin typeface="Arial" panose="020B0604020202020204"/>
              <a:cs typeface="Arial" panose="020B0604020202020204"/>
            </a:endParaRPr>
          </a:p>
          <a:p>
            <a:pPr>
              <a:lnSpc>
                <a:spcPct val="110000"/>
              </a:lnSpc>
              <a:spcBef>
                <a:spcPct val="55000"/>
              </a:spcBef>
            </a:pPr>
            <a:r>
              <a:rPr lang="zh-CN" altLang="en-US" sz="2500">
                <a:latin typeface="Arial" panose="020B0604020202020204"/>
                <a:cs typeface="Arial" panose="020B0604020202020204"/>
              </a:rPr>
              <a:t>当</a:t>
            </a:r>
            <a:r>
              <a:rPr lang="en-US" sz="2500">
                <a:latin typeface="Arial" panose="020B0604020202020204"/>
                <a:cs typeface="Arial" panose="020B0604020202020204"/>
              </a:rPr>
              <a:t> </a:t>
            </a:r>
            <a:r>
              <a:rPr lang="en-US" sz="2500" i="1">
                <a:latin typeface="Arial" panose="020B0604020202020204"/>
                <a:cs typeface="Arial" panose="020B0604020202020204"/>
              </a:rPr>
              <a:t>MC</a:t>
            </a:r>
            <a:r>
              <a:rPr lang="en-US" sz="2500">
                <a:latin typeface="Arial" panose="020B0604020202020204"/>
                <a:cs typeface="Arial" panose="020B0604020202020204"/>
              </a:rPr>
              <a:t> &gt; </a:t>
            </a:r>
            <a:r>
              <a:rPr lang="en-US" sz="2500" i="1">
                <a:latin typeface="Arial" panose="020B0604020202020204"/>
                <a:cs typeface="Arial" panose="020B0604020202020204"/>
              </a:rPr>
              <a:t>ATC</a:t>
            </a:r>
            <a:r>
              <a:rPr lang="en-US" sz="2500">
                <a:latin typeface="Arial" panose="020B0604020202020204"/>
                <a:cs typeface="Arial" panose="020B0604020202020204"/>
              </a:rPr>
              <a:t>,</a:t>
            </a:r>
            <a:endParaRPr lang="en-US" sz="2500">
              <a:latin typeface="Arial" panose="020B0604020202020204"/>
              <a:cs typeface="Arial" panose="020B0604020202020204"/>
            </a:endParaRPr>
          </a:p>
          <a:p>
            <a:pPr>
              <a:lnSpc>
                <a:spcPct val="110000"/>
              </a:lnSpc>
              <a:spcBef>
                <a:spcPct val="15000"/>
              </a:spcBef>
            </a:pPr>
            <a:r>
              <a:rPr lang="en-US" sz="2500" i="1">
                <a:latin typeface="Arial" panose="020B0604020202020204"/>
                <a:cs typeface="Arial" panose="020B0604020202020204"/>
              </a:rPr>
              <a:t>ATC</a:t>
            </a:r>
            <a:r>
              <a:rPr lang="en-US" sz="2500">
                <a:latin typeface="Arial" panose="020B0604020202020204"/>
                <a:cs typeface="Arial" panose="020B0604020202020204"/>
              </a:rPr>
              <a:t> </a:t>
            </a:r>
            <a:r>
              <a:rPr lang="zh-CN" altLang="en-US" sz="2500">
                <a:latin typeface="Arial" panose="020B0604020202020204"/>
                <a:cs typeface="Arial" panose="020B0604020202020204"/>
              </a:rPr>
              <a:t>增加</a:t>
            </a:r>
            <a:endParaRPr lang="en-US" sz="2500">
              <a:latin typeface="Arial" panose="020B0604020202020204"/>
              <a:cs typeface="Arial" panose="020B0604020202020204"/>
            </a:endParaRPr>
          </a:p>
          <a:p>
            <a:pPr>
              <a:lnSpc>
                <a:spcPct val="110000"/>
              </a:lnSpc>
              <a:spcBef>
                <a:spcPct val="55000"/>
              </a:spcBef>
            </a:pPr>
            <a:r>
              <a:rPr lang="en-US" sz="2500">
                <a:latin typeface="Arial" panose="020B0604020202020204"/>
                <a:cs typeface="Arial" panose="020B0604020202020204"/>
              </a:rPr>
              <a:t>MC 曲线从ATC曲线的最低点处穿过ATC曲线</a:t>
            </a:r>
            <a:endParaRPr lang="en-US" sz="2500">
              <a:latin typeface="Arial" panose="020B0604020202020204"/>
              <a:cs typeface="Arial" panose="020B0604020202020204"/>
            </a:endParaRPr>
          </a:p>
        </p:txBody>
      </p:sp>
      <p:sp>
        <p:nvSpPr>
          <p:cNvPr id="98410" name="AutoShape 106"/>
          <p:cNvSpPr/>
          <p:nvPr>
            <p:custDataLst>
              <p:tags r:id="rId67"/>
            </p:custDataLst>
          </p:nvPr>
        </p:nvSpPr>
        <p:spPr bwMode="auto">
          <a:xfrm rot="5400000">
            <a:off x="5820569" y="4443254"/>
            <a:ext cx="260350" cy="2290762"/>
          </a:xfrm>
          <a:prstGeom prst="leftBrace">
            <a:avLst>
              <a:gd name="adj1" fmla="val 72671"/>
              <a:gd name="adj2" fmla="val 50000"/>
            </a:avLst>
          </a:prstGeom>
          <a:noFill/>
          <a:ln w="19050">
            <a:solidFill>
              <a:srgbClr val="0033CC"/>
            </a:solidFill>
            <a:round/>
          </a:ln>
        </p:spPr>
        <p:txBody>
          <a:bodyPr wrap="none" anchor="ctr"/>
          <a:lstStyle/>
          <a:p>
            <a:endParaRPr lang="en-US">
              <a:latin typeface="Arial" panose="020B0604020202020204"/>
              <a:cs typeface="Arial" panose="020B0604020202020204"/>
            </a:endParaRPr>
          </a:p>
        </p:txBody>
      </p:sp>
      <p:sp>
        <p:nvSpPr>
          <p:cNvPr id="98412" name="AutoShape 108"/>
          <p:cNvSpPr/>
          <p:nvPr>
            <p:custDataLst>
              <p:tags r:id="rId68"/>
            </p:custDataLst>
          </p:nvPr>
        </p:nvSpPr>
        <p:spPr bwMode="auto">
          <a:xfrm rot="5400000">
            <a:off x="7750176" y="4891722"/>
            <a:ext cx="260350" cy="1387475"/>
          </a:xfrm>
          <a:prstGeom prst="leftBrace">
            <a:avLst>
              <a:gd name="adj1" fmla="val 44016"/>
              <a:gd name="adj2" fmla="val 50000"/>
            </a:avLst>
          </a:prstGeom>
          <a:noFill/>
          <a:ln w="19050">
            <a:solidFill>
              <a:srgbClr val="0033CC"/>
            </a:solidFill>
            <a:round/>
          </a:ln>
        </p:spPr>
        <p:txBody>
          <a:bodyPr wrap="none" anchor="ctr"/>
          <a:lstStyle/>
          <a:p>
            <a:endParaRPr lang="en-US">
              <a:latin typeface="Arial" panose="020B0604020202020204"/>
              <a:cs typeface="Arial" panose="020B0604020202020204"/>
            </a:endParaRPr>
          </a:p>
        </p:txBody>
      </p:sp>
      <p:sp>
        <p:nvSpPr>
          <p:cNvPr id="98409" name="Line 105"/>
          <p:cNvSpPr>
            <a:spLocks noChangeShapeType="1"/>
          </p:cNvSpPr>
          <p:nvPr>
            <p:custDataLst>
              <p:tags r:id="rId69"/>
            </p:custDataLst>
          </p:nvPr>
        </p:nvSpPr>
        <p:spPr bwMode="auto">
          <a:xfrm flipH="1">
            <a:off x="7148513" y="2543810"/>
            <a:ext cx="12700" cy="3206750"/>
          </a:xfrm>
          <a:prstGeom prst="line">
            <a:avLst/>
          </a:prstGeom>
          <a:noFill/>
          <a:ln w="9525">
            <a:solidFill>
              <a:srgbClr val="3366CC"/>
            </a:solidFill>
            <a:prstDash val="dash"/>
            <a:round/>
          </a:ln>
        </p:spPr>
        <p:txBody>
          <a:bodyPr/>
          <a:lstStyle/>
          <a:p>
            <a:endParaRPr lang="en-US">
              <a:latin typeface="Arial" panose="020B0604020202020204"/>
              <a:cs typeface="Arial" panose="020B0604020202020204"/>
            </a:endParaRPr>
          </a:p>
        </p:txBody>
      </p:sp>
      <p:sp>
        <p:nvSpPr>
          <p:cNvPr id="98408" name="Oval 104"/>
          <p:cNvSpPr>
            <a:spLocks noChangeArrowheads="1"/>
          </p:cNvSpPr>
          <p:nvPr>
            <p:custDataLst>
              <p:tags r:id="rId70"/>
            </p:custDataLst>
          </p:nvPr>
        </p:nvSpPr>
        <p:spPr bwMode="auto">
          <a:xfrm>
            <a:off x="7085013" y="4158298"/>
            <a:ext cx="139700" cy="138112"/>
          </a:xfrm>
          <a:prstGeom prst="ellipse">
            <a:avLst/>
          </a:prstGeom>
          <a:solidFill>
            <a:srgbClr val="FF0000"/>
          </a:solidFill>
          <a:ln w="9525">
            <a:noFill/>
            <a:prstDash val="dash"/>
            <a:round/>
          </a:ln>
        </p:spPr>
        <p:txBody>
          <a:bodyPr wrap="none" anchor="ctr"/>
          <a:lstStyle/>
          <a:p>
            <a:endParaRPr lang="en-US">
              <a:latin typeface="Arial" panose="020B0604020202020204"/>
              <a:cs typeface="Arial" panose="020B0604020202020204"/>
            </a:endParaRPr>
          </a:p>
        </p:txBody>
      </p:sp>
      <p:sp>
        <p:nvSpPr>
          <p:cNvPr id="98414" name="Arc 110"/>
          <p:cNvSpPr/>
          <p:nvPr>
            <p:custDataLst>
              <p:tags r:id="rId71"/>
            </p:custDataLst>
          </p:nvPr>
        </p:nvSpPr>
        <p:spPr bwMode="auto">
          <a:xfrm flipH="1" flipV="1">
            <a:off x="7140575" y="3370898"/>
            <a:ext cx="1679575" cy="901700"/>
          </a:xfrm>
          <a:custGeom>
            <a:avLst/>
            <a:gdLst>
              <a:gd name="T0" fmla="*/ 0 w 19791"/>
              <a:gd name="T1" fmla="*/ 2147483647 h 21520"/>
              <a:gd name="T2" fmla="*/ 2147483647 w 19791"/>
              <a:gd name="T3" fmla="*/ 0 h 21520"/>
              <a:gd name="T4" fmla="*/ 2147483647 w 19791"/>
              <a:gd name="T5" fmla="*/ 2147483647 h 21520"/>
              <a:gd name="T6" fmla="*/ 0 60000 65536"/>
              <a:gd name="T7" fmla="*/ 0 60000 65536"/>
              <a:gd name="T8" fmla="*/ 0 60000 65536"/>
              <a:gd name="T9" fmla="*/ 0 w 19791"/>
              <a:gd name="T10" fmla="*/ 0 h 21520"/>
              <a:gd name="T11" fmla="*/ 19791 w 19791"/>
              <a:gd name="T12" fmla="*/ 21520 h 21520"/>
            </a:gdLst>
            <a:ahLst/>
            <a:cxnLst>
              <a:cxn ang="T6">
                <a:pos x="T0" y="T1"/>
              </a:cxn>
              <a:cxn ang="T7">
                <a:pos x="T2" y="T3"/>
              </a:cxn>
              <a:cxn ang="T8">
                <a:pos x="T4" y="T5"/>
              </a:cxn>
            </a:cxnLst>
            <a:rect l="T9" t="T10" r="T11" b="T12"/>
            <a:pathLst>
              <a:path w="19791" h="21520" fill="none" extrusionOk="0">
                <a:moveTo>
                  <a:pt x="-1" y="12866"/>
                </a:moveTo>
                <a:cubicBezTo>
                  <a:pt x="3169" y="5618"/>
                  <a:pt x="10047" y="682"/>
                  <a:pt x="17929" y="0"/>
                </a:cubicBezTo>
              </a:path>
              <a:path w="19791" h="21520" stroke="0" extrusionOk="0">
                <a:moveTo>
                  <a:pt x="-1" y="12866"/>
                </a:moveTo>
                <a:cubicBezTo>
                  <a:pt x="3169" y="5618"/>
                  <a:pt x="10047" y="682"/>
                  <a:pt x="17929" y="0"/>
                </a:cubicBezTo>
                <a:lnTo>
                  <a:pt x="19791" y="21520"/>
                </a:lnTo>
                <a:close/>
              </a:path>
            </a:pathLst>
          </a:custGeom>
          <a:noFill/>
          <a:ln w="38100">
            <a:solidFill>
              <a:srgbClr val="FF0000"/>
            </a:solidFill>
            <a:round/>
            <a:headEnd type="triangle" w="lg" len="med"/>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8409"/>
                                        </p:tgtEl>
                                        <p:attrNameLst>
                                          <p:attrName>style.visibility</p:attrName>
                                        </p:attrNameLst>
                                      </p:cBhvr>
                                      <p:to>
                                        <p:strVal val="visible"/>
                                      </p:to>
                                    </p:set>
                                    <p:animEffect transition="in" filter="wipe(down)">
                                      <p:cBhvr>
                                        <p:cTn id="15" dur="500"/>
                                        <p:tgtEl>
                                          <p:spTgt spid="9840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8407">
                                            <p:txEl>
                                              <p:pRg st="4294967295" end="4294967295"/>
                                            </p:txEl>
                                          </p:spTgt>
                                        </p:tgtEl>
                                        <p:attrNameLst>
                                          <p:attrName>style.visibility</p:attrName>
                                        </p:attrNameLst>
                                      </p:cBhvr>
                                      <p:to>
                                        <p:strVal val="visible"/>
                                      </p:to>
                                    </p:set>
                                    <p:animEffect transition="in" filter="wipe(left)">
                                      <p:cBhvr>
                                        <p:cTn id="20" dur="500"/>
                                        <p:tgtEl>
                                          <p:spTgt spid="98407">
                                            <p:txEl>
                                              <p:pRg st="4294967295" end="429496729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8407">
                                            <p:txEl>
                                              <p:pRg st="0" end="0"/>
                                            </p:txEl>
                                          </p:spTgt>
                                        </p:tgtEl>
                                        <p:attrNameLst>
                                          <p:attrName>style.visibility</p:attrName>
                                        </p:attrNameLst>
                                      </p:cBhvr>
                                      <p:to>
                                        <p:strVal val="visible"/>
                                      </p:to>
                                    </p:set>
                                    <p:animEffect transition="in" filter="wipe(left)">
                                      <p:cBhvr>
                                        <p:cTn id="25" dur="500"/>
                                        <p:tgtEl>
                                          <p:spTgt spid="98407">
                                            <p:txEl>
                                              <p:pRg st="0" end="0"/>
                                            </p:txEl>
                                          </p:spTgt>
                                        </p:tgtEl>
                                      </p:cBhvr>
                                    </p:animEffect>
                                  </p:childTnLst>
                                </p:cTn>
                              </p:par>
                              <p:par>
                                <p:cTn id="26" presetID="18" presetClass="entr" presetSubtype="6" fill="hold" grpId="0" nodeType="withEffect">
                                  <p:stCondLst>
                                    <p:cond delay="0"/>
                                  </p:stCondLst>
                                  <p:childTnLst>
                                    <p:set>
                                      <p:cBhvr>
                                        <p:cTn id="27" dur="1" fill="hold">
                                          <p:stCondLst>
                                            <p:cond delay="0"/>
                                          </p:stCondLst>
                                        </p:cTn>
                                        <p:tgtEl>
                                          <p:spTgt spid="98410"/>
                                        </p:tgtEl>
                                        <p:attrNameLst>
                                          <p:attrName>style.visibility</p:attrName>
                                        </p:attrNameLst>
                                      </p:cBhvr>
                                      <p:to>
                                        <p:strVal val="visible"/>
                                      </p:to>
                                    </p:set>
                                    <p:animEffect transition="in" filter="strips(downRight)">
                                      <p:cBhvr>
                                        <p:cTn id="28" dur="500"/>
                                        <p:tgtEl>
                                          <p:spTgt spid="984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8407">
                                            <p:txEl>
                                              <p:pRg st="1" end="1"/>
                                            </p:txEl>
                                          </p:spTgt>
                                        </p:tgtEl>
                                        <p:attrNameLst>
                                          <p:attrName>style.visibility</p:attrName>
                                        </p:attrNameLst>
                                      </p:cBhvr>
                                      <p:to>
                                        <p:strVal val="visible"/>
                                      </p:to>
                                    </p:set>
                                    <p:animEffect transition="in" filter="wipe(left)">
                                      <p:cBhvr>
                                        <p:cTn id="33" dur="500"/>
                                        <p:tgtEl>
                                          <p:spTgt spid="9840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500"/>
                                        <p:tgtEl>
                                          <p:spTgt spid="98410"/>
                                        </p:tgtEl>
                                      </p:cBhvr>
                                    </p:animEffect>
                                    <p:set>
                                      <p:cBhvr>
                                        <p:cTn id="38" dur="1" fill="hold">
                                          <p:stCondLst>
                                            <p:cond delay="499"/>
                                          </p:stCondLst>
                                        </p:cTn>
                                        <p:tgtEl>
                                          <p:spTgt spid="984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8407">
                                            <p:txEl>
                                              <p:pRg st="2" end="2"/>
                                            </p:txEl>
                                          </p:spTgt>
                                        </p:tgtEl>
                                        <p:attrNameLst>
                                          <p:attrName>style.visibility</p:attrName>
                                        </p:attrNameLst>
                                      </p:cBhvr>
                                      <p:to>
                                        <p:strVal val="visible"/>
                                      </p:to>
                                    </p:set>
                                    <p:animEffect transition="in" filter="wipe(left)">
                                      <p:cBhvr>
                                        <p:cTn id="43" dur="500"/>
                                        <p:tgtEl>
                                          <p:spTgt spid="98407">
                                            <p:txEl>
                                              <p:pRg st="2" end="2"/>
                                            </p:txEl>
                                          </p:spTgt>
                                        </p:tgtEl>
                                      </p:cBhvr>
                                    </p:animEffect>
                                  </p:childTnLst>
                                </p:cTn>
                              </p:par>
                              <p:par>
                                <p:cTn id="44" presetID="18" presetClass="entr" presetSubtype="6" fill="hold" grpId="0" nodeType="withEffect">
                                  <p:stCondLst>
                                    <p:cond delay="0"/>
                                  </p:stCondLst>
                                  <p:childTnLst>
                                    <p:set>
                                      <p:cBhvr>
                                        <p:cTn id="45" dur="1" fill="hold">
                                          <p:stCondLst>
                                            <p:cond delay="0"/>
                                          </p:stCondLst>
                                        </p:cTn>
                                        <p:tgtEl>
                                          <p:spTgt spid="98412"/>
                                        </p:tgtEl>
                                        <p:attrNameLst>
                                          <p:attrName>style.visibility</p:attrName>
                                        </p:attrNameLst>
                                      </p:cBhvr>
                                      <p:to>
                                        <p:strVal val="visible"/>
                                      </p:to>
                                    </p:set>
                                    <p:animEffect transition="in" filter="strips(downRight)">
                                      <p:cBhvr>
                                        <p:cTn id="46" dur="500"/>
                                        <p:tgtEl>
                                          <p:spTgt spid="984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8407">
                                            <p:txEl>
                                              <p:pRg st="3" end="3"/>
                                            </p:txEl>
                                          </p:spTgt>
                                        </p:tgtEl>
                                        <p:attrNameLst>
                                          <p:attrName>style.visibility</p:attrName>
                                        </p:attrNameLst>
                                      </p:cBhvr>
                                      <p:to>
                                        <p:strVal val="visible"/>
                                      </p:to>
                                    </p:set>
                                    <p:animEffect transition="in" filter="wipe(left)">
                                      <p:cBhvr>
                                        <p:cTn id="51" dur="500"/>
                                        <p:tgtEl>
                                          <p:spTgt spid="98407">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8407">
                                            <p:txEl>
                                              <p:pRg st="4" end="4"/>
                                            </p:txEl>
                                          </p:spTgt>
                                        </p:tgtEl>
                                        <p:attrNameLst>
                                          <p:attrName>style.visibility</p:attrName>
                                        </p:attrNameLst>
                                      </p:cBhvr>
                                      <p:to>
                                        <p:strVal val="visible"/>
                                      </p:to>
                                    </p:set>
                                    <p:animEffect transition="in" filter="wipe(left)">
                                      <p:cBhvr>
                                        <p:cTn id="56" dur="500"/>
                                        <p:tgtEl>
                                          <p:spTgt spid="98407">
                                            <p:txEl>
                                              <p:pRg st="4" end="4"/>
                                            </p:txEl>
                                          </p:spTgt>
                                        </p:tgtEl>
                                      </p:cBhvr>
                                    </p:animEffect>
                                  </p:childTnLst>
                                </p:cTn>
                              </p:par>
                              <p:par>
                                <p:cTn id="57" presetID="18" presetClass="entr" presetSubtype="3" fill="hold" grpId="0" nodeType="withEffect">
                                  <p:stCondLst>
                                    <p:cond delay="0"/>
                                  </p:stCondLst>
                                  <p:childTnLst>
                                    <p:set>
                                      <p:cBhvr>
                                        <p:cTn id="58" dur="1" fill="hold">
                                          <p:stCondLst>
                                            <p:cond delay="0"/>
                                          </p:stCondLst>
                                        </p:cTn>
                                        <p:tgtEl>
                                          <p:spTgt spid="98414"/>
                                        </p:tgtEl>
                                        <p:attrNameLst>
                                          <p:attrName>style.visibility</p:attrName>
                                        </p:attrNameLst>
                                      </p:cBhvr>
                                      <p:to>
                                        <p:strVal val="visible"/>
                                      </p:to>
                                    </p:set>
                                    <p:animEffect transition="in" filter="strips(upRight)">
                                      <p:cBhvr>
                                        <p:cTn id="59" dur="500"/>
                                        <p:tgtEl>
                                          <p:spTgt spid="9841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xit" presetSubtype="0" fill="hold" grpId="1" nodeType="clickEffect">
                                  <p:stCondLst>
                                    <p:cond delay="0"/>
                                  </p:stCondLst>
                                  <p:childTnLst>
                                    <p:animEffect transition="out" filter="fade">
                                      <p:cBhvr>
                                        <p:cTn id="63" dur="500"/>
                                        <p:tgtEl>
                                          <p:spTgt spid="98412"/>
                                        </p:tgtEl>
                                      </p:cBhvr>
                                    </p:animEffect>
                                    <p:set>
                                      <p:cBhvr>
                                        <p:cTn id="64" dur="1" fill="hold">
                                          <p:stCondLst>
                                            <p:cond delay="499"/>
                                          </p:stCondLst>
                                        </p:cTn>
                                        <p:tgtEl>
                                          <p:spTgt spid="98412"/>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98414"/>
                                        </p:tgtEl>
                                      </p:cBhvr>
                                    </p:animEffect>
                                    <p:set>
                                      <p:cBhvr>
                                        <p:cTn id="67" dur="1" fill="hold">
                                          <p:stCondLst>
                                            <p:cond delay="499"/>
                                          </p:stCondLst>
                                        </p:cTn>
                                        <p:tgtEl>
                                          <p:spTgt spid="98414"/>
                                        </p:tgtEl>
                                        <p:attrNameLst>
                                          <p:attrName>style.visibility</p:attrName>
                                        </p:attrNameLst>
                                      </p:cBhvr>
                                      <p:to>
                                        <p:strVal val="hidden"/>
                                      </p:to>
                                    </p:set>
                                  </p:childTnLst>
                                </p:cTn>
                              </p:par>
                            </p:childTnLst>
                          </p:cTn>
                        </p:par>
                        <p:par>
                          <p:cTn id="68" fill="hold">
                            <p:stCondLst>
                              <p:cond delay="500"/>
                            </p:stCondLst>
                            <p:childTnLst>
                              <p:par>
                                <p:cTn id="69" presetID="23" presetClass="entr" presetSubtype="32" fill="hold" grpId="0" nodeType="afterEffect">
                                  <p:stCondLst>
                                    <p:cond delay="0"/>
                                  </p:stCondLst>
                                  <p:childTnLst>
                                    <p:set>
                                      <p:cBhvr>
                                        <p:cTn id="70" dur="1" fill="hold">
                                          <p:stCondLst>
                                            <p:cond delay="0"/>
                                          </p:stCondLst>
                                        </p:cTn>
                                        <p:tgtEl>
                                          <p:spTgt spid="98408"/>
                                        </p:tgtEl>
                                        <p:attrNameLst>
                                          <p:attrName>style.visibility</p:attrName>
                                        </p:attrNameLst>
                                      </p:cBhvr>
                                      <p:to>
                                        <p:strVal val="visible"/>
                                      </p:to>
                                    </p:set>
                                    <p:anim calcmode="lin" valueType="num">
                                      <p:cBhvr>
                                        <p:cTn id="71" dur="500" fill="hold"/>
                                        <p:tgtEl>
                                          <p:spTgt spid="98408"/>
                                        </p:tgtEl>
                                        <p:attrNameLst>
                                          <p:attrName>ppt_w</p:attrName>
                                        </p:attrNameLst>
                                      </p:cBhvr>
                                      <p:tavLst>
                                        <p:tav tm="0">
                                          <p:val>
                                            <p:strVal val="4*#ppt_w"/>
                                          </p:val>
                                        </p:tav>
                                        <p:tav tm="100000">
                                          <p:val>
                                            <p:strVal val="#ppt_w"/>
                                          </p:val>
                                        </p:tav>
                                      </p:tavLst>
                                    </p:anim>
                                    <p:anim calcmode="lin" valueType="num">
                                      <p:cBhvr>
                                        <p:cTn id="72" dur="500" fill="hold"/>
                                        <p:tgtEl>
                                          <p:spTgt spid="9840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7" grpId="0" build="p"/>
      <p:bldP spid="98410" grpId="0" bldLvl="0" animBg="1"/>
      <p:bldP spid="98410" grpId="1" bldLvl="0" animBg="1"/>
      <p:bldP spid="98412" grpId="0" bldLvl="0" animBg="1"/>
      <p:bldP spid="98412" grpId="1" bldLvl="0" animBg="1"/>
      <p:bldP spid="98409" grpId="0" bldLvl="0" animBg="1"/>
      <p:bldP spid="98408" grpId="0" bldLvl="0" animBg="1"/>
      <p:bldP spid="98414" grpId="0" bldLvl="0" animBg="1"/>
      <p:bldP spid="98414" grpId="1"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8" name="TextBox 5"/>
          <p:cNvSpPr txBox="1"/>
          <p:nvPr/>
        </p:nvSpPr>
        <p:spPr>
          <a:xfrm>
            <a:off x="414137" y="641967"/>
            <a:ext cx="3840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短期成本与长期成本</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457200" y="1628775"/>
            <a:ext cx="8229600" cy="390461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dirty="0" smtClean="0">
                <a:sym typeface="+mn-ea"/>
              </a:rPr>
              <a:t>短期</a:t>
            </a:r>
            <a:r>
              <a:rPr lang="en-US" dirty="0" smtClean="0"/>
              <a:t>:  </a:t>
            </a:r>
            <a:r>
              <a:rPr lang="en-US" dirty="0" smtClean="0">
                <a:sym typeface="+mn-ea"/>
              </a:rPr>
              <a:t>一些投入是固定的(比如，工厂，土地)</a:t>
            </a:r>
            <a:r>
              <a:rPr lang="zh-CN" altLang="en-US" dirty="0" smtClean="0">
                <a:sym typeface="+mn-ea"/>
              </a:rPr>
              <a:t>，</a:t>
            </a:r>
            <a:r>
              <a:rPr lang="en-US" dirty="0" smtClean="0">
                <a:sym typeface="+mn-ea"/>
              </a:rPr>
              <a:t>这些投入的成本是固定成本</a:t>
            </a:r>
            <a:endParaRPr lang="en-US" dirty="0" smtClean="0"/>
          </a:p>
          <a:p>
            <a:pPr eaLnBrk="1" hangingPunct="1"/>
            <a:r>
              <a:rPr lang="en-US" dirty="0" smtClean="0"/>
              <a:t>长期:  所有投入都是可变的(比如，企业可以建造更多的工厂或者出售已建好的工</a:t>
            </a:r>
            <a:r>
              <a:rPr lang="zh-CN" altLang="en-US" dirty="0" smtClean="0"/>
              <a:t>厂</a:t>
            </a:r>
            <a:r>
              <a:rPr lang="en-US" dirty="0" smtClean="0"/>
              <a:t>)</a:t>
            </a:r>
            <a:endParaRPr lang="en-US" dirty="0" smtClean="0"/>
          </a:p>
          <a:p>
            <a:pPr eaLnBrk="1" hangingPunct="1"/>
            <a:r>
              <a:rPr lang="en-US" dirty="0" smtClean="0"/>
              <a:t>在长期里，任何产量的平均总成本都是使用生产那个产量的最有效率的投入成本(比如在平均总成本最低的工厂规模</a:t>
            </a:r>
            <a:r>
              <a:rPr lang="zh-CN" altLang="en-US" dirty="0" smtClean="0"/>
              <a:t>上</a:t>
            </a:r>
            <a:r>
              <a:rPr lang="en-US" dirty="0" smtClean="0"/>
              <a:t>生产——</a:t>
            </a:r>
            <a:r>
              <a:rPr lang="zh-CN" altLang="en-US" dirty="0" smtClean="0">
                <a:highlight>
                  <a:srgbClr val="FFFF00"/>
                </a:highlight>
              </a:rPr>
              <a:t>有效规模</a:t>
            </a:r>
            <a:r>
              <a:rPr lang="en-US" dirty="0" smtClean="0"/>
              <a:t>)</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23" name="TextBox 5"/>
          <p:cNvSpPr txBox="1"/>
          <p:nvPr/>
        </p:nvSpPr>
        <p:spPr>
          <a:xfrm>
            <a:off x="414137" y="641967"/>
            <a:ext cx="7590155" cy="583565"/>
          </a:xfrm>
          <a:prstGeom prst="rect">
            <a:avLst/>
          </a:prstGeom>
          <a:noFill/>
        </p:spPr>
        <p:txBody>
          <a:bodyPr wrap="none" rtlCol="0">
            <a:spAutoFit/>
          </a:bodyPr>
          <a:lstStyle/>
          <a:p>
            <a:pPr algn="l"/>
            <a:r>
              <a:rPr sz="3200">
                <a:solidFill>
                  <a:srgbClr val="002060"/>
                </a:solidFill>
              </a:rPr>
              <a:t>例 3: 三种不同规模工厂</a:t>
            </a:r>
            <a:r>
              <a:rPr lang="zh-CN" sz="3200">
                <a:solidFill>
                  <a:srgbClr val="002060"/>
                </a:solidFill>
              </a:rPr>
              <a:t>的</a:t>
            </a:r>
            <a:r>
              <a:rPr sz="3200">
                <a:solidFill>
                  <a:srgbClr val="002060"/>
                </a:solidFill>
                <a:sym typeface="+mn-ea"/>
              </a:rPr>
              <a:t>长期平均总成本</a:t>
            </a:r>
            <a:endParaRPr lang="zh-CN" sz="3200">
              <a:solidFill>
                <a:srgbClr val="002060"/>
              </a:solidFill>
            </a:endParaRPr>
          </a:p>
        </p:txBody>
      </p:sp>
      <p:grpSp>
        <p:nvGrpSpPr>
          <p:cNvPr id="2" name="Group 16"/>
          <p:cNvGrpSpPr/>
          <p:nvPr/>
        </p:nvGrpSpPr>
        <p:grpSpPr bwMode="auto">
          <a:xfrm>
            <a:off x="4276725" y="2095500"/>
            <a:ext cx="2268538" cy="1349375"/>
            <a:chOff x="2701" y="1299"/>
            <a:chExt cx="1429" cy="850"/>
          </a:xfrm>
        </p:grpSpPr>
        <p:sp>
          <p:nvSpPr>
            <p:cNvPr id="43027" name="Arc 7"/>
            <p:cNvSpPr/>
            <p:nvPr>
              <p:custDataLst>
                <p:tags r:id="rId2"/>
              </p:custDataLst>
            </p:nvPr>
          </p:nvSpPr>
          <p:spPr bwMode="auto">
            <a:xfrm flipH="1" flipV="1">
              <a:off x="2701" y="1357"/>
              <a:ext cx="1077" cy="792"/>
            </a:xfrm>
            <a:custGeom>
              <a:avLst/>
              <a:gdLst>
                <a:gd name="T0" fmla="*/ 0 w 41026"/>
                <a:gd name="T1" fmla="*/ 0 h 21600"/>
                <a:gd name="T2" fmla="*/ 0 w 41026"/>
                <a:gd name="T3" fmla="*/ 0 h 21600"/>
                <a:gd name="T4" fmla="*/ 0 w 41026"/>
                <a:gd name="T5" fmla="*/ 0 h 21600"/>
                <a:gd name="T6" fmla="*/ 0 60000 65536"/>
                <a:gd name="T7" fmla="*/ 0 60000 65536"/>
                <a:gd name="T8" fmla="*/ 0 60000 65536"/>
                <a:gd name="T9" fmla="*/ 0 w 41026"/>
                <a:gd name="T10" fmla="*/ 0 h 21600"/>
                <a:gd name="T11" fmla="*/ 41026 w 41026"/>
                <a:gd name="T12" fmla="*/ 21600 h 21600"/>
              </a:gdLst>
              <a:ahLst/>
              <a:cxnLst>
                <a:cxn ang="T6">
                  <a:pos x="T0" y="T1"/>
                </a:cxn>
                <a:cxn ang="T7">
                  <a:pos x="T2" y="T3"/>
                </a:cxn>
                <a:cxn ang="T8">
                  <a:pos x="T4" y="T5"/>
                </a:cxn>
              </a:cxnLst>
              <a:rect l="T9" t="T10" r="T11" b="T12"/>
              <a:pathLst>
                <a:path w="41026" h="21600" fill="none" extrusionOk="0">
                  <a:moveTo>
                    <a:pt x="0" y="16111"/>
                  </a:moveTo>
                  <a:cubicBezTo>
                    <a:pt x="2494" y="6617"/>
                    <a:pt x="11075" y="-1"/>
                    <a:pt x="20891" y="0"/>
                  </a:cubicBezTo>
                  <a:cubicBezTo>
                    <a:pt x="29802" y="0"/>
                    <a:pt x="37799" y="5472"/>
                    <a:pt x="41025" y="13780"/>
                  </a:cubicBezTo>
                </a:path>
                <a:path w="41026" h="21600" stroke="0" extrusionOk="0">
                  <a:moveTo>
                    <a:pt x="0" y="16111"/>
                  </a:moveTo>
                  <a:cubicBezTo>
                    <a:pt x="2494" y="6617"/>
                    <a:pt x="11075" y="-1"/>
                    <a:pt x="20891" y="0"/>
                  </a:cubicBezTo>
                  <a:cubicBezTo>
                    <a:pt x="29802" y="0"/>
                    <a:pt x="37799" y="5472"/>
                    <a:pt x="41025" y="13780"/>
                  </a:cubicBezTo>
                  <a:lnTo>
                    <a:pt x="20891" y="21600"/>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43028" name="Text Box 10"/>
            <p:cNvSpPr txBox="1">
              <a:spLocks noChangeArrowheads="1"/>
            </p:cNvSpPr>
            <p:nvPr>
              <p:custDataLst>
                <p:tags r:id="rId3"/>
              </p:custDataLst>
            </p:nvPr>
          </p:nvSpPr>
          <p:spPr bwMode="auto">
            <a:xfrm>
              <a:off x="3512" y="1299"/>
              <a:ext cx="618" cy="288"/>
            </a:xfrm>
            <a:prstGeom prst="rect">
              <a:avLst/>
            </a:prstGeom>
            <a:noFill/>
            <a:ln w="9525">
              <a:noFill/>
              <a:miter lim="800000"/>
            </a:ln>
          </p:spPr>
          <p:txBody>
            <a:bodyPr>
              <a:spAutoFit/>
            </a:bodyPr>
            <a:lstStyle/>
            <a:p>
              <a:pPr>
                <a:spcBef>
                  <a:spcPct val="50000"/>
                </a:spcBef>
              </a:pPr>
              <a:r>
                <a:rPr lang="en-US" sz="2400" i="1">
                  <a:solidFill>
                    <a:srgbClr val="003399"/>
                  </a:solidFill>
                  <a:latin typeface="Arial" panose="020B0604020202020204"/>
                  <a:cs typeface="Arial" panose="020B0604020202020204"/>
                </a:rPr>
                <a:t>ATC</a:t>
              </a:r>
              <a:r>
                <a:rPr lang="en-US" sz="2400" b="1" i="1" baseline="-25000">
                  <a:solidFill>
                    <a:srgbClr val="003399"/>
                  </a:solidFill>
                  <a:latin typeface="Arial" panose="020B0604020202020204"/>
                  <a:cs typeface="Arial" panose="020B0604020202020204"/>
                </a:rPr>
                <a:t>S</a:t>
              </a:r>
              <a:endParaRPr lang="en-US" sz="2400" b="1" i="1" baseline="-25000">
                <a:solidFill>
                  <a:srgbClr val="003399"/>
                </a:solidFill>
                <a:latin typeface="Arial" panose="020B0604020202020204"/>
                <a:cs typeface="Arial" panose="020B0604020202020204"/>
              </a:endParaRPr>
            </a:p>
          </p:txBody>
        </p:sp>
      </p:grpSp>
      <p:grpSp>
        <p:nvGrpSpPr>
          <p:cNvPr id="3" name="Group 17"/>
          <p:cNvGrpSpPr/>
          <p:nvPr/>
        </p:nvGrpSpPr>
        <p:grpSpPr bwMode="auto">
          <a:xfrm>
            <a:off x="5016500" y="2057400"/>
            <a:ext cx="2840038" cy="1585913"/>
            <a:chOff x="3167" y="1275"/>
            <a:chExt cx="1789" cy="999"/>
          </a:xfrm>
        </p:grpSpPr>
        <p:sp>
          <p:nvSpPr>
            <p:cNvPr id="43025" name="Arc 8"/>
            <p:cNvSpPr/>
            <p:nvPr>
              <p:custDataLst>
                <p:tags r:id="rId4"/>
              </p:custDataLst>
            </p:nvPr>
          </p:nvSpPr>
          <p:spPr bwMode="auto">
            <a:xfrm flipH="1" flipV="1">
              <a:off x="3167" y="1482"/>
              <a:ext cx="1501" cy="792"/>
            </a:xfrm>
            <a:custGeom>
              <a:avLst/>
              <a:gdLst>
                <a:gd name="T0" fmla="*/ 0 w 41685"/>
                <a:gd name="T1" fmla="*/ 0 h 21600"/>
                <a:gd name="T2" fmla="*/ 0 w 41685"/>
                <a:gd name="T3" fmla="*/ 0 h 21600"/>
                <a:gd name="T4" fmla="*/ 0 w 41685"/>
                <a:gd name="T5" fmla="*/ 0 h 21600"/>
                <a:gd name="T6" fmla="*/ 0 60000 65536"/>
                <a:gd name="T7" fmla="*/ 0 60000 65536"/>
                <a:gd name="T8" fmla="*/ 0 60000 65536"/>
                <a:gd name="T9" fmla="*/ 0 w 41685"/>
                <a:gd name="T10" fmla="*/ 0 h 21600"/>
                <a:gd name="T11" fmla="*/ 41685 w 41685"/>
                <a:gd name="T12" fmla="*/ 21600 h 21600"/>
              </a:gdLst>
              <a:ahLst/>
              <a:cxnLst>
                <a:cxn ang="T6">
                  <a:pos x="T0" y="T1"/>
                </a:cxn>
                <a:cxn ang="T7">
                  <a:pos x="T2" y="T3"/>
                </a:cxn>
                <a:cxn ang="T8">
                  <a:pos x="T4" y="T5"/>
                </a:cxn>
              </a:cxnLst>
              <a:rect l="T9" t="T10" r="T11" b="T12"/>
              <a:pathLst>
                <a:path w="41685" h="21600" fill="none" extrusionOk="0">
                  <a:moveTo>
                    <a:pt x="0" y="20131"/>
                  </a:moveTo>
                  <a:cubicBezTo>
                    <a:pt x="772" y="8798"/>
                    <a:pt x="10190" y="-1"/>
                    <a:pt x="21550" y="0"/>
                  </a:cubicBezTo>
                  <a:cubicBezTo>
                    <a:pt x="30461" y="0"/>
                    <a:pt x="38458" y="5472"/>
                    <a:pt x="41684" y="13780"/>
                  </a:cubicBezTo>
                </a:path>
                <a:path w="41685" h="21600" stroke="0" extrusionOk="0">
                  <a:moveTo>
                    <a:pt x="0" y="20131"/>
                  </a:moveTo>
                  <a:cubicBezTo>
                    <a:pt x="772" y="8798"/>
                    <a:pt x="10190" y="-1"/>
                    <a:pt x="21550" y="0"/>
                  </a:cubicBezTo>
                  <a:cubicBezTo>
                    <a:pt x="30461" y="0"/>
                    <a:pt x="38458" y="5472"/>
                    <a:pt x="41684" y="13780"/>
                  </a:cubicBezTo>
                  <a:lnTo>
                    <a:pt x="21550" y="21600"/>
                  </a:lnTo>
                  <a:close/>
                </a:path>
              </a:pathLst>
            </a:custGeom>
            <a:noFill/>
            <a:ln w="38100">
              <a:solidFill>
                <a:srgbClr val="339933"/>
              </a:solidFill>
              <a:round/>
            </a:ln>
          </p:spPr>
          <p:txBody>
            <a:bodyPr wrap="none" anchor="ctr"/>
            <a:lstStyle/>
            <a:p>
              <a:endParaRPr lang="en-US">
                <a:latin typeface="Arial" panose="020B0604020202020204"/>
                <a:cs typeface="Arial" panose="020B0604020202020204"/>
              </a:endParaRPr>
            </a:p>
          </p:txBody>
        </p:sp>
        <p:sp>
          <p:nvSpPr>
            <p:cNvPr id="43026" name="Text Box 11"/>
            <p:cNvSpPr txBox="1">
              <a:spLocks noChangeArrowheads="1"/>
            </p:cNvSpPr>
            <p:nvPr>
              <p:custDataLst>
                <p:tags r:id="rId5"/>
              </p:custDataLst>
            </p:nvPr>
          </p:nvSpPr>
          <p:spPr bwMode="auto">
            <a:xfrm>
              <a:off x="4338" y="1275"/>
              <a:ext cx="618" cy="288"/>
            </a:xfrm>
            <a:prstGeom prst="rect">
              <a:avLst/>
            </a:prstGeom>
            <a:noFill/>
            <a:ln w="9525">
              <a:noFill/>
              <a:miter lim="800000"/>
            </a:ln>
          </p:spPr>
          <p:txBody>
            <a:bodyPr>
              <a:spAutoFit/>
            </a:bodyPr>
            <a:lstStyle/>
            <a:p>
              <a:pPr>
                <a:spcBef>
                  <a:spcPct val="50000"/>
                </a:spcBef>
              </a:pPr>
              <a:r>
                <a:rPr lang="en-US" sz="2400" i="1">
                  <a:solidFill>
                    <a:srgbClr val="339933"/>
                  </a:solidFill>
                  <a:latin typeface="Arial" panose="020B0604020202020204"/>
                  <a:cs typeface="Arial" panose="020B0604020202020204"/>
                </a:rPr>
                <a:t>ATC</a:t>
              </a:r>
              <a:r>
                <a:rPr lang="en-US" sz="2400" b="1" i="1" baseline="-25000">
                  <a:solidFill>
                    <a:srgbClr val="339933"/>
                  </a:solidFill>
                  <a:latin typeface="Arial" panose="020B0604020202020204"/>
                  <a:cs typeface="Arial" panose="020B0604020202020204"/>
                </a:rPr>
                <a:t>M</a:t>
              </a:r>
              <a:endParaRPr lang="en-US" sz="2400" b="1" i="1" baseline="-25000">
                <a:solidFill>
                  <a:srgbClr val="339933"/>
                </a:solidFill>
                <a:latin typeface="Arial" panose="020B0604020202020204"/>
                <a:cs typeface="Arial" panose="020B0604020202020204"/>
              </a:endParaRPr>
            </a:p>
          </p:txBody>
        </p:sp>
      </p:grpSp>
      <p:grpSp>
        <p:nvGrpSpPr>
          <p:cNvPr id="4" name="Group 18"/>
          <p:cNvGrpSpPr/>
          <p:nvPr/>
        </p:nvGrpSpPr>
        <p:grpSpPr bwMode="auto">
          <a:xfrm>
            <a:off x="6426200" y="2189163"/>
            <a:ext cx="2263775" cy="1257300"/>
            <a:chOff x="4055" y="1358"/>
            <a:chExt cx="1426" cy="792"/>
          </a:xfrm>
        </p:grpSpPr>
        <p:sp>
          <p:nvSpPr>
            <p:cNvPr id="43023" name="Arc 9"/>
            <p:cNvSpPr/>
            <p:nvPr>
              <p:custDataLst>
                <p:tags r:id="rId6"/>
              </p:custDataLst>
            </p:nvPr>
          </p:nvSpPr>
          <p:spPr bwMode="auto">
            <a:xfrm flipH="1" flipV="1">
              <a:off x="4055" y="1358"/>
              <a:ext cx="1009" cy="792"/>
            </a:xfrm>
            <a:custGeom>
              <a:avLst/>
              <a:gdLst>
                <a:gd name="T0" fmla="*/ 0 w 38406"/>
                <a:gd name="T1" fmla="*/ 0 h 21600"/>
                <a:gd name="T2" fmla="*/ 0 w 38406"/>
                <a:gd name="T3" fmla="*/ 0 h 21600"/>
                <a:gd name="T4" fmla="*/ 0 w 38406"/>
                <a:gd name="T5" fmla="*/ 0 h 21600"/>
                <a:gd name="T6" fmla="*/ 0 60000 65536"/>
                <a:gd name="T7" fmla="*/ 0 60000 65536"/>
                <a:gd name="T8" fmla="*/ 0 60000 65536"/>
                <a:gd name="T9" fmla="*/ 0 w 38406"/>
                <a:gd name="T10" fmla="*/ 0 h 21600"/>
                <a:gd name="T11" fmla="*/ 38406 w 38406"/>
                <a:gd name="T12" fmla="*/ 21600 h 21600"/>
              </a:gdLst>
              <a:ahLst/>
              <a:cxnLst>
                <a:cxn ang="T6">
                  <a:pos x="T0" y="T1"/>
                </a:cxn>
                <a:cxn ang="T7">
                  <a:pos x="T2" y="T3"/>
                </a:cxn>
                <a:cxn ang="T8">
                  <a:pos x="T4" y="T5"/>
                </a:cxn>
              </a:cxnLst>
              <a:rect l="T9" t="T10" r="T11" b="T12"/>
              <a:pathLst>
                <a:path w="38406" h="21600" fill="none" extrusionOk="0">
                  <a:moveTo>
                    <a:pt x="0" y="13174"/>
                  </a:moveTo>
                  <a:cubicBezTo>
                    <a:pt x="3383" y="5187"/>
                    <a:pt x="11215" y="-1"/>
                    <a:pt x="19889" y="0"/>
                  </a:cubicBezTo>
                  <a:cubicBezTo>
                    <a:pt x="27472" y="0"/>
                    <a:pt x="34500" y="3977"/>
                    <a:pt x="38405" y="10478"/>
                  </a:cubicBezTo>
                </a:path>
                <a:path w="38406" h="21600" stroke="0" extrusionOk="0">
                  <a:moveTo>
                    <a:pt x="0" y="13174"/>
                  </a:moveTo>
                  <a:cubicBezTo>
                    <a:pt x="3383" y="5187"/>
                    <a:pt x="11215" y="-1"/>
                    <a:pt x="19889" y="0"/>
                  </a:cubicBezTo>
                  <a:cubicBezTo>
                    <a:pt x="27472" y="0"/>
                    <a:pt x="34500" y="3977"/>
                    <a:pt x="38405" y="10478"/>
                  </a:cubicBezTo>
                  <a:lnTo>
                    <a:pt x="19889" y="21600"/>
                  </a:lnTo>
                  <a:close/>
                </a:path>
              </a:pathLst>
            </a:custGeom>
            <a:noFill/>
            <a:ln w="38100">
              <a:solidFill>
                <a:srgbClr val="800080"/>
              </a:solidFill>
              <a:round/>
            </a:ln>
          </p:spPr>
          <p:txBody>
            <a:bodyPr wrap="none" anchor="ctr"/>
            <a:lstStyle/>
            <a:p>
              <a:endParaRPr lang="en-US">
                <a:latin typeface="Arial" panose="020B0604020202020204"/>
                <a:cs typeface="Arial" panose="020B0604020202020204"/>
              </a:endParaRPr>
            </a:p>
          </p:txBody>
        </p:sp>
        <p:sp>
          <p:nvSpPr>
            <p:cNvPr id="43024" name="Text Box 12"/>
            <p:cNvSpPr txBox="1">
              <a:spLocks noChangeArrowheads="1"/>
            </p:cNvSpPr>
            <p:nvPr>
              <p:custDataLst>
                <p:tags r:id="rId7"/>
              </p:custDataLst>
            </p:nvPr>
          </p:nvSpPr>
          <p:spPr bwMode="auto">
            <a:xfrm>
              <a:off x="4863" y="1413"/>
              <a:ext cx="618" cy="288"/>
            </a:xfrm>
            <a:prstGeom prst="rect">
              <a:avLst/>
            </a:prstGeom>
            <a:noFill/>
            <a:ln w="9525">
              <a:noFill/>
              <a:miter lim="800000"/>
            </a:ln>
          </p:spPr>
          <p:txBody>
            <a:bodyPr>
              <a:spAutoFit/>
            </a:bodyPr>
            <a:lstStyle/>
            <a:p>
              <a:pPr>
                <a:spcBef>
                  <a:spcPct val="50000"/>
                </a:spcBef>
              </a:pPr>
              <a:r>
                <a:rPr lang="en-US" sz="2400" i="1">
                  <a:solidFill>
                    <a:srgbClr val="800080"/>
                  </a:solidFill>
                  <a:latin typeface="Arial" panose="020B0604020202020204"/>
                  <a:cs typeface="Arial" panose="020B0604020202020204"/>
                </a:rPr>
                <a:t>ATC</a:t>
              </a:r>
              <a:r>
                <a:rPr lang="en-US" sz="2400" b="1" i="1" baseline="-25000">
                  <a:solidFill>
                    <a:srgbClr val="800080"/>
                  </a:solidFill>
                  <a:latin typeface="Arial" panose="020B0604020202020204"/>
                  <a:cs typeface="Arial" panose="020B0604020202020204"/>
                </a:rPr>
                <a:t>L</a:t>
              </a:r>
              <a:endParaRPr lang="en-US" sz="2400" b="1" i="1" baseline="-25000">
                <a:solidFill>
                  <a:srgbClr val="800080"/>
                </a:solidFill>
                <a:latin typeface="Arial" panose="020B0604020202020204"/>
                <a:cs typeface="Arial" panose="020B0604020202020204"/>
              </a:endParaRPr>
            </a:p>
          </p:txBody>
        </p:sp>
      </p:grpSp>
      <p:grpSp>
        <p:nvGrpSpPr>
          <p:cNvPr id="6" name="Group 20"/>
          <p:cNvGrpSpPr/>
          <p:nvPr/>
        </p:nvGrpSpPr>
        <p:grpSpPr bwMode="auto">
          <a:xfrm>
            <a:off x="2998788" y="1374775"/>
            <a:ext cx="5799137" cy="3859213"/>
            <a:chOff x="1889" y="810"/>
            <a:chExt cx="3653" cy="2431"/>
          </a:xfrm>
        </p:grpSpPr>
        <p:grpSp>
          <p:nvGrpSpPr>
            <p:cNvPr id="8" name="Group 6"/>
            <p:cNvGrpSpPr/>
            <p:nvPr/>
          </p:nvGrpSpPr>
          <p:grpSpPr bwMode="auto">
            <a:xfrm>
              <a:off x="2469" y="810"/>
              <a:ext cx="2765" cy="2282"/>
              <a:chOff x="1489" y="785"/>
              <a:chExt cx="3650" cy="2492"/>
            </a:xfrm>
          </p:grpSpPr>
          <p:sp>
            <p:nvSpPr>
              <p:cNvPr id="43021" name="Line 4"/>
              <p:cNvSpPr>
                <a:spLocks noChangeShapeType="1"/>
              </p:cNvSpPr>
              <p:nvPr>
                <p:custDataLst>
                  <p:tags r:id="rId8"/>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43022" name="Line 5"/>
              <p:cNvSpPr>
                <a:spLocks noChangeShapeType="1"/>
              </p:cNvSpPr>
              <p:nvPr>
                <p:custDataLst>
                  <p:tags r:id="rId9"/>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43019" name="Text Box 13"/>
            <p:cNvSpPr txBox="1">
              <a:spLocks noChangeArrowheads="1"/>
            </p:cNvSpPr>
            <p:nvPr>
              <p:custDataLst>
                <p:tags r:id="rId10"/>
              </p:custDataLst>
            </p:nvPr>
          </p:nvSpPr>
          <p:spPr bwMode="auto">
            <a:xfrm>
              <a:off x="5204" y="2943"/>
              <a:ext cx="338"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43020" name="Text Box 14"/>
            <p:cNvSpPr txBox="1">
              <a:spLocks noChangeArrowheads="1"/>
            </p:cNvSpPr>
            <p:nvPr>
              <p:custDataLst>
                <p:tags r:id="rId11"/>
              </p:custDataLst>
            </p:nvPr>
          </p:nvSpPr>
          <p:spPr bwMode="auto">
            <a:xfrm>
              <a:off x="1889" y="833"/>
              <a:ext cx="579" cy="784"/>
            </a:xfrm>
            <a:prstGeom prst="rect">
              <a:avLst/>
            </a:prstGeom>
            <a:noFill/>
            <a:ln w="9525">
              <a:noFill/>
              <a:miter lim="800000"/>
            </a:ln>
          </p:spPr>
          <p:txBody>
            <a:bodyPr>
              <a:spAutoFit/>
            </a:bodyPr>
            <a:lstStyle/>
            <a:p>
              <a:pPr algn="r">
                <a:spcBef>
                  <a:spcPct val="50000"/>
                </a:spcBef>
              </a:pPr>
              <a:r>
                <a:rPr lang="zh-CN" altLang="en-US" sz="2500">
                  <a:latin typeface="Arial" panose="020B0604020202020204"/>
                  <a:cs typeface="Arial" panose="020B0604020202020204"/>
                </a:rPr>
                <a:t>平均总成本</a:t>
              </a:r>
              <a:r>
                <a:rPr lang="en-US" sz="2500">
                  <a:latin typeface="Arial" panose="020B0604020202020204"/>
                  <a:cs typeface="Arial" panose="020B0604020202020204"/>
                </a:rPr>
                <a:t> </a:t>
              </a:r>
              <a:endParaRPr lang="en-US" sz="2500">
                <a:latin typeface="Arial" panose="020B0604020202020204"/>
                <a:cs typeface="Arial" panose="020B0604020202020204"/>
              </a:endParaRPr>
            </a:p>
          </p:txBody>
        </p:sp>
      </p:grpSp>
      <p:sp>
        <p:nvSpPr>
          <p:cNvPr id="116767" name="Text Box 31"/>
          <p:cNvSpPr txBox="1">
            <a:spLocks noChangeArrowheads="1"/>
          </p:cNvSpPr>
          <p:nvPr>
            <p:custDataLst>
              <p:tags r:id="rId12"/>
            </p:custDataLst>
          </p:nvPr>
        </p:nvSpPr>
        <p:spPr bwMode="auto">
          <a:xfrm>
            <a:off x="414020" y="1374775"/>
            <a:ext cx="2674620" cy="4829810"/>
          </a:xfrm>
          <a:prstGeom prst="rect">
            <a:avLst/>
          </a:prstGeom>
          <a:solidFill>
            <a:schemeClr val="bg2">
              <a:lumMod val="90000"/>
            </a:schemeClr>
          </a:solidFill>
          <a:ln w="9525">
            <a:noFill/>
            <a:miter lim="800000"/>
          </a:ln>
        </p:spPr>
        <p:txBody>
          <a:bodyPr/>
          <a:lstStyle/>
          <a:p>
            <a:pPr>
              <a:lnSpc>
                <a:spcPct val="105000"/>
              </a:lnSpc>
              <a:spcBef>
                <a:spcPct val="45000"/>
              </a:spcBef>
            </a:pPr>
            <a:r>
              <a:rPr lang="en-US" sz="2500" dirty="0">
                <a:latin typeface="Arial" panose="020B0604020202020204"/>
                <a:cs typeface="Arial" panose="020B0604020202020204"/>
              </a:rPr>
              <a:t>企业能选择三种不</a:t>
            </a:r>
            <a:r>
              <a:rPr lang="zh-CN" altLang="en-US" sz="2500" dirty="0">
                <a:latin typeface="Arial" panose="020B0604020202020204"/>
                <a:cs typeface="Arial" panose="020B0604020202020204"/>
              </a:rPr>
              <a:t>同</a:t>
            </a:r>
            <a:r>
              <a:rPr lang="en-US" sz="2500" dirty="0">
                <a:latin typeface="Arial" panose="020B0604020202020204"/>
                <a:cs typeface="Arial" panose="020B0604020202020204"/>
              </a:rPr>
              <a:t>的工厂规模:  </a:t>
            </a:r>
            <a:r>
              <a:rPr lang="en-US" sz="2500" b="1" dirty="0">
                <a:latin typeface="Arial" panose="020B0604020202020204"/>
                <a:cs typeface="Arial" panose="020B0604020202020204"/>
              </a:rPr>
              <a:t>S</a:t>
            </a:r>
            <a:r>
              <a:rPr lang="en-US" sz="2500" dirty="0">
                <a:latin typeface="Arial" panose="020B0604020202020204"/>
                <a:cs typeface="Arial" panose="020B0604020202020204"/>
              </a:rPr>
              <a:t>, </a:t>
            </a:r>
            <a:r>
              <a:rPr lang="en-US" sz="2500" b="1" dirty="0">
                <a:latin typeface="Arial" panose="020B0604020202020204"/>
                <a:cs typeface="Arial" panose="020B0604020202020204"/>
              </a:rPr>
              <a:t>M</a:t>
            </a:r>
            <a:r>
              <a:rPr lang="en-US" sz="2500" dirty="0">
                <a:latin typeface="Arial" panose="020B0604020202020204"/>
                <a:cs typeface="Arial" panose="020B0604020202020204"/>
              </a:rPr>
              <a:t>, </a:t>
            </a:r>
            <a:r>
              <a:rPr lang="en-US" sz="2500" b="1" dirty="0">
                <a:latin typeface="Arial" panose="020B0604020202020204"/>
                <a:cs typeface="Arial" panose="020B0604020202020204"/>
              </a:rPr>
              <a:t>L</a:t>
            </a:r>
            <a:r>
              <a:rPr lang="en-US" sz="2500" dirty="0">
                <a:latin typeface="Arial" panose="020B0604020202020204"/>
                <a:cs typeface="Arial" panose="020B0604020202020204"/>
              </a:rPr>
              <a:t>.  </a:t>
            </a:r>
            <a:endParaRPr lang="en-US" sz="2500" dirty="0">
              <a:latin typeface="Arial" panose="020B0604020202020204"/>
              <a:cs typeface="Arial" panose="020B0604020202020204"/>
            </a:endParaRPr>
          </a:p>
          <a:p>
            <a:pPr>
              <a:lnSpc>
                <a:spcPct val="105000"/>
              </a:lnSpc>
              <a:spcBef>
                <a:spcPct val="45000"/>
              </a:spcBef>
            </a:pPr>
            <a:r>
              <a:rPr lang="en-US" sz="2500" dirty="0">
                <a:latin typeface="Arial" panose="020B0604020202020204"/>
                <a:cs typeface="Arial" panose="020B0604020202020204"/>
              </a:rPr>
              <a:t>每种规模都有它的短期平均总成本曲线. </a:t>
            </a:r>
            <a:endParaRPr lang="en-US" sz="2500" dirty="0">
              <a:latin typeface="Arial" panose="020B0604020202020204"/>
              <a:cs typeface="Arial" panose="020B0604020202020204"/>
            </a:endParaRPr>
          </a:p>
          <a:p>
            <a:pPr>
              <a:lnSpc>
                <a:spcPct val="105000"/>
              </a:lnSpc>
              <a:spcBef>
                <a:spcPct val="45000"/>
              </a:spcBef>
            </a:pPr>
            <a:r>
              <a:rPr lang="en-US" sz="2500" dirty="0">
                <a:latin typeface="Arial" panose="020B0604020202020204"/>
                <a:cs typeface="Arial" panose="020B0604020202020204"/>
              </a:rPr>
              <a:t>企业能在长期里选择一个不同的工厂规模，而在短期里则不能</a:t>
            </a:r>
            <a:r>
              <a:rPr lang="zh-CN" altLang="en-US" sz="2500" dirty="0">
                <a:latin typeface="Arial" panose="020B0604020202020204"/>
                <a:cs typeface="Arial" panose="020B0604020202020204"/>
              </a:rPr>
              <a:t>选择工厂规模</a:t>
            </a:r>
            <a:r>
              <a:rPr lang="en-US" altLang="zh-CN" sz="2500" dirty="0">
                <a:latin typeface="Arial" panose="020B0604020202020204"/>
                <a:cs typeface="Arial" panose="020B0604020202020204"/>
              </a:rPr>
              <a:t>.</a:t>
            </a:r>
            <a:endParaRPr lang="en-US" altLang="zh-CN" sz="2500" b="1"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67">
                                            <p:txEl>
                                              <p:pRg st="4294967295" end="4294967295"/>
                                            </p:txEl>
                                          </p:spTgt>
                                        </p:tgtEl>
                                        <p:attrNameLst>
                                          <p:attrName>style.visibility</p:attrName>
                                        </p:attrNameLst>
                                      </p:cBhvr>
                                      <p:to>
                                        <p:strVal val="visible"/>
                                      </p:to>
                                    </p:set>
                                    <p:animEffect transition="in" filter="wipe(left)">
                                      <p:cBhvr>
                                        <p:cTn id="12" dur="500"/>
                                        <p:tgtEl>
                                          <p:spTgt spid="116767">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67">
                                            <p:txEl>
                                              <p:pRg st="0" end="0"/>
                                            </p:txEl>
                                          </p:spTgt>
                                        </p:tgtEl>
                                        <p:attrNameLst>
                                          <p:attrName>style.visibility</p:attrName>
                                        </p:attrNameLst>
                                      </p:cBhvr>
                                      <p:to>
                                        <p:strVal val="visible"/>
                                      </p:to>
                                    </p:set>
                                    <p:animEffect transition="in" filter="wipe(left)">
                                      <p:cBhvr>
                                        <p:cTn id="17" dur="500"/>
                                        <p:tgtEl>
                                          <p:spTgt spid="1167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6767">
                                            <p:txEl>
                                              <p:pRg st="1" end="1"/>
                                            </p:txEl>
                                          </p:spTgt>
                                        </p:tgtEl>
                                        <p:attrNameLst>
                                          <p:attrName>style.visibility</p:attrName>
                                        </p:attrNameLst>
                                      </p:cBhvr>
                                      <p:to>
                                        <p:strVal val="visible"/>
                                      </p:to>
                                    </p:set>
                                    <p:animEffect transition="in" filter="wipe(left)">
                                      <p:cBhvr>
                                        <p:cTn id="22" dur="500"/>
                                        <p:tgtEl>
                                          <p:spTgt spid="11676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trips(down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strips(down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strips(down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6767">
                                            <p:txEl>
                                              <p:pRg st="2" end="2"/>
                                            </p:txEl>
                                          </p:spTgt>
                                        </p:tgtEl>
                                        <p:attrNameLst>
                                          <p:attrName>style.visibility</p:attrName>
                                        </p:attrNameLst>
                                      </p:cBhvr>
                                      <p:to>
                                        <p:strVal val="visible"/>
                                      </p:to>
                                    </p:set>
                                    <p:animEffect transition="in" filter="wipe(left)">
                                      <p:cBhvr>
                                        <p:cTn id="42" dur="500"/>
                                        <p:tgtEl>
                                          <p:spTgt spid="1167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grpSp>
        <p:nvGrpSpPr>
          <p:cNvPr id="2" name="Group 3"/>
          <p:cNvGrpSpPr/>
          <p:nvPr/>
        </p:nvGrpSpPr>
        <p:grpSpPr bwMode="auto">
          <a:xfrm>
            <a:off x="4276725" y="2095500"/>
            <a:ext cx="2268538" cy="1349375"/>
            <a:chOff x="2701" y="1299"/>
            <a:chExt cx="1429" cy="850"/>
          </a:xfrm>
        </p:grpSpPr>
        <p:sp>
          <p:nvSpPr>
            <p:cNvPr id="44065" name="Arc 4"/>
            <p:cNvSpPr/>
            <p:nvPr>
              <p:custDataLst>
                <p:tags r:id="rId2"/>
              </p:custDataLst>
            </p:nvPr>
          </p:nvSpPr>
          <p:spPr bwMode="auto">
            <a:xfrm flipH="1" flipV="1">
              <a:off x="2701" y="1357"/>
              <a:ext cx="1077" cy="792"/>
            </a:xfrm>
            <a:custGeom>
              <a:avLst/>
              <a:gdLst>
                <a:gd name="T0" fmla="*/ 0 w 41026"/>
                <a:gd name="T1" fmla="*/ 0 h 21600"/>
                <a:gd name="T2" fmla="*/ 0 w 41026"/>
                <a:gd name="T3" fmla="*/ 0 h 21600"/>
                <a:gd name="T4" fmla="*/ 0 w 41026"/>
                <a:gd name="T5" fmla="*/ 0 h 21600"/>
                <a:gd name="T6" fmla="*/ 0 60000 65536"/>
                <a:gd name="T7" fmla="*/ 0 60000 65536"/>
                <a:gd name="T8" fmla="*/ 0 60000 65536"/>
                <a:gd name="T9" fmla="*/ 0 w 41026"/>
                <a:gd name="T10" fmla="*/ 0 h 21600"/>
                <a:gd name="T11" fmla="*/ 41026 w 41026"/>
                <a:gd name="T12" fmla="*/ 21600 h 21600"/>
              </a:gdLst>
              <a:ahLst/>
              <a:cxnLst>
                <a:cxn ang="T6">
                  <a:pos x="T0" y="T1"/>
                </a:cxn>
                <a:cxn ang="T7">
                  <a:pos x="T2" y="T3"/>
                </a:cxn>
                <a:cxn ang="T8">
                  <a:pos x="T4" y="T5"/>
                </a:cxn>
              </a:cxnLst>
              <a:rect l="T9" t="T10" r="T11" b="T12"/>
              <a:pathLst>
                <a:path w="41026" h="21600" fill="none" extrusionOk="0">
                  <a:moveTo>
                    <a:pt x="0" y="16111"/>
                  </a:moveTo>
                  <a:cubicBezTo>
                    <a:pt x="2494" y="6617"/>
                    <a:pt x="11075" y="-1"/>
                    <a:pt x="20891" y="0"/>
                  </a:cubicBezTo>
                  <a:cubicBezTo>
                    <a:pt x="29802" y="0"/>
                    <a:pt x="37799" y="5472"/>
                    <a:pt x="41025" y="13780"/>
                  </a:cubicBezTo>
                </a:path>
                <a:path w="41026" h="21600" stroke="0" extrusionOk="0">
                  <a:moveTo>
                    <a:pt x="0" y="16111"/>
                  </a:moveTo>
                  <a:cubicBezTo>
                    <a:pt x="2494" y="6617"/>
                    <a:pt x="11075" y="-1"/>
                    <a:pt x="20891" y="0"/>
                  </a:cubicBezTo>
                  <a:cubicBezTo>
                    <a:pt x="29802" y="0"/>
                    <a:pt x="37799" y="5472"/>
                    <a:pt x="41025" y="13780"/>
                  </a:cubicBezTo>
                  <a:lnTo>
                    <a:pt x="20891" y="21600"/>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44066" name="Text Box 5"/>
            <p:cNvSpPr txBox="1">
              <a:spLocks noChangeArrowheads="1"/>
            </p:cNvSpPr>
            <p:nvPr>
              <p:custDataLst>
                <p:tags r:id="rId3"/>
              </p:custDataLst>
            </p:nvPr>
          </p:nvSpPr>
          <p:spPr bwMode="auto">
            <a:xfrm>
              <a:off x="3512" y="1299"/>
              <a:ext cx="618" cy="288"/>
            </a:xfrm>
            <a:prstGeom prst="rect">
              <a:avLst/>
            </a:prstGeom>
            <a:noFill/>
            <a:ln w="9525">
              <a:noFill/>
              <a:miter lim="800000"/>
            </a:ln>
          </p:spPr>
          <p:txBody>
            <a:bodyPr>
              <a:spAutoFit/>
            </a:bodyPr>
            <a:lstStyle/>
            <a:p>
              <a:pPr>
                <a:spcBef>
                  <a:spcPct val="50000"/>
                </a:spcBef>
              </a:pPr>
              <a:r>
                <a:rPr lang="en-US" sz="2400" i="1">
                  <a:solidFill>
                    <a:srgbClr val="003399"/>
                  </a:solidFill>
                  <a:latin typeface="Arial" panose="020B0604020202020204"/>
                  <a:cs typeface="Arial" panose="020B0604020202020204"/>
                </a:rPr>
                <a:t>ATC</a:t>
              </a:r>
              <a:r>
                <a:rPr lang="en-US" sz="2400" b="1" i="1" baseline="-25000">
                  <a:solidFill>
                    <a:srgbClr val="003399"/>
                  </a:solidFill>
                  <a:latin typeface="Arial" panose="020B0604020202020204"/>
                  <a:cs typeface="Arial" panose="020B0604020202020204"/>
                </a:rPr>
                <a:t>S</a:t>
              </a:r>
              <a:endParaRPr lang="en-US" sz="2400" b="1" i="1" baseline="-25000">
                <a:solidFill>
                  <a:srgbClr val="003399"/>
                </a:solidFill>
                <a:latin typeface="Arial" panose="020B0604020202020204"/>
                <a:cs typeface="Arial" panose="020B0604020202020204"/>
              </a:endParaRPr>
            </a:p>
          </p:txBody>
        </p:sp>
      </p:grpSp>
      <p:grpSp>
        <p:nvGrpSpPr>
          <p:cNvPr id="3" name="Group 6"/>
          <p:cNvGrpSpPr/>
          <p:nvPr/>
        </p:nvGrpSpPr>
        <p:grpSpPr bwMode="auto">
          <a:xfrm>
            <a:off x="5016500" y="2057400"/>
            <a:ext cx="2840038" cy="1585913"/>
            <a:chOff x="3167" y="1275"/>
            <a:chExt cx="1789" cy="999"/>
          </a:xfrm>
        </p:grpSpPr>
        <p:sp>
          <p:nvSpPr>
            <p:cNvPr id="44063" name="Arc 7"/>
            <p:cNvSpPr/>
            <p:nvPr>
              <p:custDataLst>
                <p:tags r:id="rId4"/>
              </p:custDataLst>
            </p:nvPr>
          </p:nvSpPr>
          <p:spPr bwMode="auto">
            <a:xfrm flipH="1" flipV="1">
              <a:off x="3167" y="1482"/>
              <a:ext cx="1501" cy="792"/>
            </a:xfrm>
            <a:custGeom>
              <a:avLst/>
              <a:gdLst>
                <a:gd name="T0" fmla="*/ 0 w 41685"/>
                <a:gd name="T1" fmla="*/ 0 h 21600"/>
                <a:gd name="T2" fmla="*/ 0 w 41685"/>
                <a:gd name="T3" fmla="*/ 0 h 21600"/>
                <a:gd name="T4" fmla="*/ 0 w 41685"/>
                <a:gd name="T5" fmla="*/ 0 h 21600"/>
                <a:gd name="T6" fmla="*/ 0 60000 65536"/>
                <a:gd name="T7" fmla="*/ 0 60000 65536"/>
                <a:gd name="T8" fmla="*/ 0 60000 65536"/>
                <a:gd name="T9" fmla="*/ 0 w 41685"/>
                <a:gd name="T10" fmla="*/ 0 h 21600"/>
                <a:gd name="T11" fmla="*/ 41685 w 41685"/>
                <a:gd name="T12" fmla="*/ 21600 h 21600"/>
              </a:gdLst>
              <a:ahLst/>
              <a:cxnLst>
                <a:cxn ang="T6">
                  <a:pos x="T0" y="T1"/>
                </a:cxn>
                <a:cxn ang="T7">
                  <a:pos x="T2" y="T3"/>
                </a:cxn>
                <a:cxn ang="T8">
                  <a:pos x="T4" y="T5"/>
                </a:cxn>
              </a:cxnLst>
              <a:rect l="T9" t="T10" r="T11" b="T12"/>
              <a:pathLst>
                <a:path w="41685" h="21600" fill="none" extrusionOk="0">
                  <a:moveTo>
                    <a:pt x="0" y="20131"/>
                  </a:moveTo>
                  <a:cubicBezTo>
                    <a:pt x="772" y="8798"/>
                    <a:pt x="10190" y="-1"/>
                    <a:pt x="21550" y="0"/>
                  </a:cubicBezTo>
                  <a:cubicBezTo>
                    <a:pt x="30461" y="0"/>
                    <a:pt x="38458" y="5472"/>
                    <a:pt x="41684" y="13780"/>
                  </a:cubicBezTo>
                </a:path>
                <a:path w="41685" h="21600" stroke="0" extrusionOk="0">
                  <a:moveTo>
                    <a:pt x="0" y="20131"/>
                  </a:moveTo>
                  <a:cubicBezTo>
                    <a:pt x="772" y="8798"/>
                    <a:pt x="10190" y="-1"/>
                    <a:pt x="21550" y="0"/>
                  </a:cubicBezTo>
                  <a:cubicBezTo>
                    <a:pt x="30461" y="0"/>
                    <a:pt x="38458" y="5472"/>
                    <a:pt x="41684" y="13780"/>
                  </a:cubicBezTo>
                  <a:lnTo>
                    <a:pt x="21550" y="21600"/>
                  </a:lnTo>
                  <a:close/>
                </a:path>
              </a:pathLst>
            </a:custGeom>
            <a:noFill/>
            <a:ln w="38100">
              <a:solidFill>
                <a:srgbClr val="339933"/>
              </a:solidFill>
              <a:round/>
            </a:ln>
          </p:spPr>
          <p:txBody>
            <a:bodyPr wrap="none" anchor="ctr"/>
            <a:lstStyle/>
            <a:p>
              <a:endParaRPr lang="en-US">
                <a:latin typeface="Arial" panose="020B0604020202020204"/>
                <a:cs typeface="Arial" panose="020B0604020202020204"/>
              </a:endParaRPr>
            </a:p>
          </p:txBody>
        </p:sp>
        <p:sp>
          <p:nvSpPr>
            <p:cNvPr id="44064" name="Text Box 8"/>
            <p:cNvSpPr txBox="1">
              <a:spLocks noChangeArrowheads="1"/>
            </p:cNvSpPr>
            <p:nvPr>
              <p:custDataLst>
                <p:tags r:id="rId5"/>
              </p:custDataLst>
            </p:nvPr>
          </p:nvSpPr>
          <p:spPr bwMode="auto">
            <a:xfrm>
              <a:off x="4338" y="1275"/>
              <a:ext cx="618" cy="288"/>
            </a:xfrm>
            <a:prstGeom prst="rect">
              <a:avLst/>
            </a:prstGeom>
            <a:noFill/>
            <a:ln w="9525">
              <a:noFill/>
              <a:miter lim="800000"/>
            </a:ln>
          </p:spPr>
          <p:txBody>
            <a:bodyPr>
              <a:spAutoFit/>
            </a:bodyPr>
            <a:lstStyle/>
            <a:p>
              <a:pPr>
                <a:spcBef>
                  <a:spcPct val="50000"/>
                </a:spcBef>
              </a:pPr>
              <a:r>
                <a:rPr lang="en-US" sz="2400" i="1">
                  <a:solidFill>
                    <a:srgbClr val="339933"/>
                  </a:solidFill>
                  <a:latin typeface="Arial" panose="020B0604020202020204"/>
                  <a:cs typeface="Arial" panose="020B0604020202020204"/>
                </a:rPr>
                <a:t>ATC</a:t>
              </a:r>
              <a:r>
                <a:rPr lang="en-US" sz="2400" b="1" i="1" baseline="-25000">
                  <a:solidFill>
                    <a:srgbClr val="339933"/>
                  </a:solidFill>
                  <a:latin typeface="Arial" panose="020B0604020202020204"/>
                  <a:cs typeface="Arial" panose="020B0604020202020204"/>
                </a:rPr>
                <a:t>M</a:t>
              </a:r>
              <a:endParaRPr lang="en-US" sz="2400" b="1" i="1" baseline="-25000">
                <a:solidFill>
                  <a:srgbClr val="339933"/>
                </a:solidFill>
                <a:latin typeface="Arial" panose="020B0604020202020204"/>
                <a:cs typeface="Arial" panose="020B0604020202020204"/>
              </a:endParaRPr>
            </a:p>
          </p:txBody>
        </p:sp>
      </p:grpSp>
      <p:grpSp>
        <p:nvGrpSpPr>
          <p:cNvPr id="7" name="Group 9"/>
          <p:cNvGrpSpPr/>
          <p:nvPr/>
        </p:nvGrpSpPr>
        <p:grpSpPr bwMode="auto">
          <a:xfrm>
            <a:off x="6426200" y="2189163"/>
            <a:ext cx="2263775" cy="1257300"/>
            <a:chOff x="4055" y="1358"/>
            <a:chExt cx="1426" cy="792"/>
          </a:xfrm>
        </p:grpSpPr>
        <p:sp>
          <p:nvSpPr>
            <p:cNvPr id="44061" name="Arc 10"/>
            <p:cNvSpPr/>
            <p:nvPr>
              <p:custDataLst>
                <p:tags r:id="rId6"/>
              </p:custDataLst>
            </p:nvPr>
          </p:nvSpPr>
          <p:spPr bwMode="auto">
            <a:xfrm flipH="1" flipV="1">
              <a:off x="4055" y="1358"/>
              <a:ext cx="1009" cy="792"/>
            </a:xfrm>
            <a:custGeom>
              <a:avLst/>
              <a:gdLst>
                <a:gd name="T0" fmla="*/ 0 w 38406"/>
                <a:gd name="T1" fmla="*/ 0 h 21600"/>
                <a:gd name="T2" fmla="*/ 0 w 38406"/>
                <a:gd name="T3" fmla="*/ 0 h 21600"/>
                <a:gd name="T4" fmla="*/ 0 w 38406"/>
                <a:gd name="T5" fmla="*/ 0 h 21600"/>
                <a:gd name="T6" fmla="*/ 0 60000 65536"/>
                <a:gd name="T7" fmla="*/ 0 60000 65536"/>
                <a:gd name="T8" fmla="*/ 0 60000 65536"/>
                <a:gd name="T9" fmla="*/ 0 w 38406"/>
                <a:gd name="T10" fmla="*/ 0 h 21600"/>
                <a:gd name="T11" fmla="*/ 38406 w 38406"/>
                <a:gd name="T12" fmla="*/ 21600 h 21600"/>
              </a:gdLst>
              <a:ahLst/>
              <a:cxnLst>
                <a:cxn ang="T6">
                  <a:pos x="T0" y="T1"/>
                </a:cxn>
                <a:cxn ang="T7">
                  <a:pos x="T2" y="T3"/>
                </a:cxn>
                <a:cxn ang="T8">
                  <a:pos x="T4" y="T5"/>
                </a:cxn>
              </a:cxnLst>
              <a:rect l="T9" t="T10" r="T11" b="T12"/>
              <a:pathLst>
                <a:path w="38406" h="21600" fill="none" extrusionOk="0">
                  <a:moveTo>
                    <a:pt x="0" y="13174"/>
                  </a:moveTo>
                  <a:cubicBezTo>
                    <a:pt x="3383" y="5187"/>
                    <a:pt x="11215" y="-1"/>
                    <a:pt x="19889" y="0"/>
                  </a:cubicBezTo>
                  <a:cubicBezTo>
                    <a:pt x="27472" y="0"/>
                    <a:pt x="34500" y="3977"/>
                    <a:pt x="38405" y="10478"/>
                  </a:cubicBezTo>
                </a:path>
                <a:path w="38406" h="21600" stroke="0" extrusionOk="0">
                  <a:moveTo>
                    <a:pt x="0" y="13174"/>
                  </a:moveTo>
                  <a:cubicBezTo>
                    <a:pt x="3383" y="5187"/>
                    <a:pt x="11215" y="-1"/>
                    <a:pt x="19889" y="0"/>
                  </a:cubicBezTo>
                  <a:cubicBezTo>
                    <a:pt x="27472" y="0"/>
                    <a:pt x="34500" y="3977"/>
                    <a:pt x="38405" y="10478"/>
                  </a:cubicBezTo>
                  <a:lnTo>
                    <a:pt x="19889" y="21600"/>
                  </a:lnTo>
                  <a:close/>
                </a:path>
              </a:pathLst>
            </a:custGeom>
            <a:noFill/>
            <a:ln w="38100">
              <a:solidFill>
                <a:srgbClr val="800080"/>
              </a:solidFill>
              <a:round/>
            </a:ln>
          </p:spPr>
          <p:txBody>
            <a:bodyPr wrap="none" anchor="ctr"/>
            <a:lstStyle/>
            <a:p>
              <a:endParaRPr lang="en-US">
                <a:latin typeface="Arial" panose="020B0604020202020204"/>
                <a:cs typeface="Arial" panose="020B0604020202020204"/>
              </a:endParaRPr>
            </a:p>
          </p:txBody>
        </p:sp>
        <p:sp>
          <p:nvSpPr>
            <p:cNvPr id="44062" name="Text Box 11"/>
            <p:cNvSpPr txBox="1">
              <a:spLocks noChangeArrowheads="1"/>
            </p:cNvSpPr>
            <p:nvPr>
              <p:custDataLst>
                <p:tags r:id="rId7"/>
              </p:custDataLst>
            </p:nvPr>
          </p:nvSpPr>
          <p:spPr bwMode="auto">
            <a:xfrm>
              <a:off x="4863" y="1413"/>
              <a:ext cx="618" cy="288"/>
            </a:xfrm>
            <a:prstGeom prst="rect">
              <a:avLst/>
            </a:prstGeom>
            <a:noFill/>
            <a:ln w="9525">
              <a:noFill/>
              <a:miter lim="800000"/>
            </a:ln>
          </p:spPr>
          <p:txBody>
            <a:bodyPr>
              <a:spAutoFit/>
            </a:bodyPr>
            <a:lstStyle/>
            <a:p>
              <a:pPr>
                <a:spcBef>
                  <a:spcPct val="50000"/>
                </a:spcBef>
              </a:pPr>
              <a:r>
                <a:rPr lang="en-US" sz="2400" i="1">
                  <a:solidFill>
                    <a:srgbClr val="800080"/>
                  </a:solidFill>
                  <a:latin typeface="Arial" panose="020B0604020202020204"/>
                  <a:cs typeface="Arial" panose="020B0604020202020204"/>
                </a:rPr>
                <a:t>ATC</a:t>
              </a:r>
              <a:r>
                <a:rPr lang="en-US" sz="2400" b="1" i="1" baseline="-25000">
                  <a:solidFill>
                    <a:srgbClr val="800080"/>
                  </a:solidFill>
                  <a:latin typeface="Arial" panose="020B0604020202020204"/>
                  <a:cs typeface="Arial" panose="020B0604020202020204"/>
                </a:rPr>
                <a:t>L</a:t>
              </a:r>
              <a:endParaRPr lang="en-US" sz="2400" b="1" i="1" baseline="-25000">
                <a:solidFill>
                  <a:srgbClr val="800080"/>
                </a:solidFill>
                <a:latin typeface="Arial" panose="020B0604020202020204"/>
                <a:cs typeface="Arial" panose="020B0604020202020204"/>
              </a:endParaRPr>
            </a:p>
          </p:txBody>
        </p:sp>
      </p:grpSp>
      <p:grpSp>
        <p:nvGrpSpPr>
          <p:cNvPr id="8" name="Group 12"/>
          <p:cNvGrpSpPr/>
          <p:nvPr/>
        </p:nvGrpSpPr>
        <p:grpSpPr bwMode="auto">
          <a:xfrm>
            <a:off x="3059113" y="1285875"/>
            <a:ext cx="5738812" cy="3859213"/>
            <a:chOff x="1927" y="810"/>
            <a:chExt cx="3615" cy="2431"/>
          </a:xfrm>
        </p:grpSpPr>
        <p:grpSp>
          <p:nvGrpSpPr>
            <p:cNvPr id="9" name="Group 13"/>
            <p:cNvGrpSpPr/>
            <p:nvPr/>
          </p:nvGrpSpPr>
          <p:grpSpPr bwMode="auto">
            <a:xfrm>
              <a:off x="2469" y="810"/>
              <a:ext cx="2765" cy="2282"/>
              <a:chOff x="1489" y="785"/>
              <a:chExt cx="3650" cy="2492"/>
            </a:xfrm>
          </p:grpSpPr>
          <p:sp>
            <p:nvSpPr>
              <p:cNvPr id="44059" name="Line 14"/>
              <p:cNvSpPr>
                <a:spLocks noChangeShapeType="1"/>
              </p:cNvSpPr>
              <p:nvPr>
                <p:custDataLst>
                  <p:tags r:id="rId8"/>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44060" name="Line 15"/>
              <p:cNvSpPr>
                <a:spLocks noChangeShapeType="1"/>
              </p:cNvSpPr>
              <p:nvPr>
                <p:custDataLst>
                  <p:tags r:id="rId9"/>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44057" name="Text Box 16"/>
            <p:cNvSpPr txBox="1">
              <a:spLocks noChangeArrowheads="1"/>
            </p:cNvSpPr>
            <p:nvPr>
              <p:custDataLst>
                <p:tags r:id="rId10"/>
              </p:custDataLst>
            </p:nvPr>
          </p:nvSpPr>
          <p:spPr bwMode="auto">
            <a:xfrm>
              <a:off x="5204" y="2943"/>
              <a:ext cx="338"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44058" name="Text Box 17"/>
            <p:cNvSpPr txBox="1">
              <a:spLocks noChangeArrowheads="1"/>
            </p:cNvSpPr>
            <p:nvPr>
              <p:custDataLst>
                <p:tags r:id="rId11"/>
              </p:custDataLst>
            </p:nvPr>
          </p:nvSpPr>
          <p:spPr bwMode="auto">
            <a:xfrm>
              <a:off x="1927" y="889"/>
              <a:ext cx="579" cy="784"/>
            </a:xfrm>
            <a:prstGeom prst="rect">
              <a:avLst/>
            </a:prstGeom>
            <a:noFill/>
            <a:ln w="9525">
              <a:noFill/>
              <a:miter lim="800000"/>
            </a:ln>
          </p:spPr>
          <p:txBody>
            <a:bodyPr>
              <a:spAutoFit/>
            </a:bodyPr>
            <a:lstStyle/>
            <a:p>
              <a:pPr algn="r">
                <a:spcBef>
                  <a:spcPct val="50000"/>
                </a:spcBef>
              </a:pPr>
              <a:r>
                <a:rPr lang="zh-CN" altLang="en-US" sz="2500">
                  <a:latin typeface="Arial" panose="020B0604020202020204"/>
                  <a:cs typeface="Arial" panose="020B0604020202020204"/>
                </a:rPr>
                <a:t>平均总成本</a:t>
              </a:r>
              <a:r>
                <a:rPr lang="en-US" sz="2500">
                  <a:latin typeface="Arial" panose="020B0604020202020204"/>
                  <a:cs typeface="Arial" panose="020B0604020202020204"/>
                </a:rPr>
                <a:t> </a:t>
              </a:r>
              <a:endParaRPr lang="en-US" sz="2500">
                <a:latin typeface="Arial" panose="020B0604020202020204"/>
                <a:cs typeface="Arial" panose="020B0604020202020204"/>
              </a:endParaRPr>
            </a:p>
          </p:txBody>
        </p:sp>
      </p:grpSp>
      <p:grpSp>
        <p:nvGrpSpPr>
          <p:cNvPr id="10" name="Group 18"/>
          <p:cNvGrpSpPr/>
          <p:nvPr/>
        </p:nvGrpSpPr>
        <p:grpSpPr bwMode="auto">
          <a:xfrm>
            <a:off x="5143500" y="3371850"/>
            <a:ext cx="636588" cy="2038350"/>
            <a:chOff x="3240" y="2124"/>
            <a:chExt cx="401" cy="1284"/>
          </a:xfrm>
        </p:grpSpPr>
        <p:sp>
          <p:nvSpPr>
            <p:cNvPr id="44054" name="Line 19"/>
            <p:cNvSpPr>
              <a:spLocks noChangeShapeType="1"/>
            </p:cNvSpPr>
            <p:nvPr>
              <p:custDataLst>
                <p:tags r:id="rId12"/>
              </p:custDataLst>
            </p:nvPr>
          </p:nvSpPr>
          <p:spPr bwMode="auto">
            <a:xfrm>
              <a:off x="3411" y="2124"/>
              <a:ext cx="0" cy="966"/>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44055" name="Text Box 20"/>
            <p:cNvSpPr txBox="1">
              <a:spLocks noChangeArrowheads="1"/>
            </p:cNvSpPr>
            <p:nvPr>
              <p:custDataLst>
                <p:tags r:id="rId13"/>
              </p:custDataLst>
            </p:nvPr>
          </p:nvSpPr>
          <p:spPr bwMode="auto">
            <a:xfrm>
              <a:off x="3240" y="3110"/>
              <a:ext cx="401"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r>
                <a:rPr lang="en-US" sz="2500" baseline="-25000">
                  <a:latin typeface="Arial" panose="020B0604020202020204"/>
                  <a:cs typeface="Arial" panose="020B0604020202020204"/>
                </a:rPr>
                <a:t>A</a:t>
              </a:r>
              <a:endParaRPr lang="en-US" sz="2500" baseline="-25000">
                <a:latin typeface="Arial" panose="020B0604020202020204"/>
                <a:cs typeface="Arial" panose="020B0604020202020204"/>
              </a:endParaRPr>
            </a:p>
          </p:txBody>
        </p:sp>
      </p:grpSp>
      <p:grpSp>
        <p:nvGrpSpPr>
          <p:cNvPr id="11" name="Group 21"/>
          <p:cNvGrpSpPr/>
          <p:nvPr/>
        </p:nvGrpSpPr>
        <p:grpSpPr bwMode="auto">
          <a:xfrm>
            <a:off x="6646863" y="3373438"/>
            <a:ext cx="636587" cy="2038350"/>
            <a:chOff x="4187" y="2125"/>
            <a:chExt cx="401" cy="1284"/>
          </a:xfrm>
        </p:grpSpPr>
        <p:sp>
          <p:nvSpPr>
            <p:cNvPr id="44052" name="Line 22"/>
            <p:cNvSpPr>
              <a:spLocks noChangeShapeType="1"/>
            </p:cNvSpPr>
            <p:nvPr>
              <p:custDataLst>
                <p:tags r:id="rId14"/>
              </p:custDataLst>
            </p:nvPr>
          </p:nvSpPr>
          <p:spPr bwMode="auto">
            <a:xfrm>
              <a:off x="4359" y="2125"/>
              <a:ext cx="0" cy="966"/>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44053" name="Text Box 23"/>
            <p:cNvSpPr txBox="1">
              <a:spLocks noChangeArrowheads="1"/>
            </p:cNvSpPr>
            <p:nvPr>
              <p:custDataLst>
                <p:tags r:id="rId15"/>
              </p:custDataLst>
            </p:nvPr>
          </p:nvSpPr>
          <p:spPr bwMode="auto">
            <a:xfrm>
              <a:off x="4187" y="3111"/>
              <a:ext cx="401"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r>
                <a:rPr lang="en-US" sz="2500" baseline="-25000">
                  <a:latin typeface="Arial" panose="020B0604020202020204"/>
                  <a:cs typeface="Arial" panose="020B0604020202020204"/>
                </a:rPr>
                <a:t>B</a:t>
              </a:r>
              <a:endParaRPr lang="en-US" sz="2500" baseline="-25000">
                <a:latin typeface="Arial" panose="020B0604020202020204"/>
                <a:cs typeface="Arial" panose="020B0604020202020204"/>
              </a:endParaRPr>
            </a:p>
          </p:txBody>
        </p:sp>
      </p:grpSp>
      <p:grpSp>
        <p:nvGrpSpPr>
          <p:cNvPr id="12" name="Group 24"/>
          <p:cNvGrpSpPr/>
          <p:nvPr/>
        </p:nvGrpSpPr>
        <p:grpSpPr bwMode="auto">
          <a:xfrm>
            <a:off x="4276725" y="2209800"/>
            <a:ext cx="3752850" cy="1457325"/>
            <a:chOff x="2694" y="1380"/>
            <a:chExt cx="2364" cy="918"/>
          </a:xfrm>
        </p:grpSpPr>
        <p:sp>
          <p:nvSpPr>
            <p:cNvPr id="44049" name="Arc 25"/>
            <p:cNvSpPr/>
            <p:nvPr>
              <p:custDataLst>
                <p:tags r:id="rId16"/>
              </p:custDataLst>
            </p:nvPr>
          </p:nvSpPr>
          <p:spPr bwMode="auto">
            <a:xfrm flipH="1" flipV="1">
              <a:off x="2694" y="1380"/>
              <a:ext cx="717" cy="792"/>
            </a:xfrm>
            <a:custGeom>
              <a:avLst/>
              <a:gdLst>
                <a:gd name="T0" fmla="*/ 0 w 27303"/>
                <a:gd name="T1" fmla="*/ 0 h 21600"/>
                <a:gd name="T2" fmla="*/ 0 w 27303"/>
                <a:gd name="T3" fmla="*/ 0 h 21600"/>
                <a:gd name="T4" fmla="*/ 0 w 27303"/>
                <a:gd name="T5" fmla="*/ 0 h 21600"/>
                <a:gd name="T6" fmla="*/ 0 60000 65536"/>
                <a:gd name="T7" fmla="*/ 0 60000 65536"/>
                <a:gd name="T8" fmla="*/ 0 60000 65536"/>
                <a:gd name="T9" fmla="*/ 0 w 27303"/>
                <a:gd name="T10" fmla="*/ 0 h 21600"/>
                <a:gd name="T11" fmla="*/ 27303 w 27303"/>
                <a:gd name="T12" fmla="*/ 21600 h 21600"/>
              </a:gdLst>
              <a:ahLst/>
              <a:cxnLst>
                <a:cxn ang="T6">
                  <a:pos x="T0" y="T1"/>
                </a:cxn>
                <a:cxn ang="T7">
                  <a:pos x="T2" y="T3"/>
                </a:cxn>
                <a:cxn ang="T8">
                  <a:pos x="T4" y="T5"/>
                </a:cxn>
              </a:cxnLst>
              <a:rect l="T9" t="T10" r="T11" b="T12"/>
              <a:pathLst>
                <a:path w="27303" h="21600" fill="none" extrusionOk="0">
                  <a:moveTo>
                    <a:pt x="0" y="1224"/>
                  </a:moveTo>
                  <a:cubicBezTo>
                    <a:pt x="2302" y="413"/>
                    <a:pt x="4726" y="-1"/>
                    <a:pt x="7168" y="0"/>
                  </a:cubicBezTo>
                  <a:cubicBezTo>
                    <a:pt x="16079" y="0"/>
                    <a:pt x="24076" y="5472"/>
                    <a:pt x="27302" y="13780"/>
                  </a:cubicBezTo>
                </a:path>
                <a:path w="27303" h="21600" stroke="0" extrusionOk="0">
                  <a:moveTo>
                    <a:pt x="0" y="1224"/>
                  </a:moveTo>
                  <a:cubicBezTo>
                    <a:pt x="2302" y="413"/>
                    <a:pt x="4726" y="-1"/>
                    <a:pt x="7168" y="0"/>
                  </a:cubicBezTo>
                  <a:cubicBezTo>
                    <a:pt x="16079" y="0"/>
                    <a:pt x="24076" y="5472"/>
                    <a:pt x="27302" y="13780"/>
                  </a:cubicBezTo>
                  <a:lnTo>
                    <a:pt x="7168" y="21600"/>
                  </a:lnTo>
                  <a:close/>
                </a:path>
              </a:pathLst>
            </a:custGeom>
            <a:noFill/>
            <a:ln w="38100">
              <a:solidFill>
                <a:srgbClr val="FF0000"/>
              </a:solidFill>
              <a:round/>
            </a:ln>
          </p:spPr>
          <p:txBody>
            <a:bodyPr wrap="none" anchor="ctr"/>
            <a:lstStyle/>
            <a:p>
              <a:endParaRPr lang="en-US">
                <a:latin typeface="Arial" panose="020B0604020202020204"/>
                <a:cs typeface="Arial" panose="020B0604020202020204"/>
              </a:endParaRPr>
            </a:p>
          </p:txBody>
        </p:sp>
        <p:sp>
          <p:nvSpPr>
            <p:cNvPr id="44050" name="Arc 26"/>
            <p:cNvSpPr/>
            <p:nvPr>
              <p:custDataLst>
                <p:tags r:id="rId17"/>
              </p:custDataLst>
            </p:nvPr>
          </p:nvSpPr>
          <p:spPr bwMode="auto">
            <a:xfrm flipH="1" flipV="1">
              <a:off x="3400" y="1506"/>
              <a:ext cx="962" cy="792"/>
            </a:xfrm>
            <a:custGeom>
              <a:avLst/>
              <a:gdLst>
                <a:gd name="T0" fmla="*/ 0 w 26699"/>
                <a:gd name="T1" fmla="*/ 0 h 21600"/>
                <a:gd name="T2" fmla="*/ 0 w 26699"/>
                <a:gd name="T3" fmla="*/ 0 h 21600"/>
                <a:gd name="T4" fmla="*/ 0 w 26699"/>
                <a:gd name="T5" fmla="*/ 0 h 21600"/>
                <a:gd name="T6" fmla="*/ 0 60000 65536"/>
                <a:gd name="T7" fmla="*/ 0 60000 65536"/>
                <a:gd name="T8" fmla="*/ 0 60000 65536"/>
                <a:gd name="T9" fmla="*/ 0 w 26699"/>
                <a:gd name="T10" fmla="*/ 0 h 21600"/>
                <a:gd name="T11" fmla="*/ 26699 w 26699"/>
                <a:gd name="T12" fmla="*/ 21600 h 21600"/>
              </a:gdLst>
              <a:ahLst/>
              <a:cxnLst>
                <a:cxn ang="T6">
                  <a:pos x="T0" y="T1"/>
                </a:cxn>
                <a:cxn ang="T7">
                  <a:pos x="T2" y="T3"/>
                </a:cxn>
                <a:cxn ang="T8">
                  <a:pos x="T4" y="T5"/>
                </a:cxn>
              </a:cxnLst>
              <a:rect l="T9" t="T10" r="T11" b="T12"/>
              <a:pathLst>
                <a:path w="26699" h="21600" fill="none" extrusionOk="0">
                  <a:moveTo>
                    <a:pt x="0" y="4510"/>
                  </a:moveTo>
                  <a:cubicBezTo>
                    <a:pt x="3782" y="1586"/>
                    <a:pt x="8428" y="-1"/>
                    <a:pt x="13210" y="0"/>
                  </a:cubicBezTo>
                  <a:cubicBezTo>
                    <a:pt x="18112" y="0"/>
                    <a:pt x="22869" y="1667"/>
                    <a:pt x="26699" y="4729"/>
                  </a:cubicBezTo>
                </a:path>
                <a:path w="26699" h="21600" stroke="0" extrusionOk="0">
                  <a:moveTo>
                    <a:pt x="0" y="4510"/>
                  </a:moveTo>
                  <a:cubicBezTo>
                    <a:pt x="3782" y="1586"/>
                    <a:pt x="8428" y="-1"/>
                    <a:pt x="13210" y="0"/>
                  </a:cubicBezTo>
                  <a:cubicBezTo>
                    <a:pt x="18112" y="0"/>
                    <a:pt x="22869" y="1667"/>
                    <a:pt x="26699" y="4729"/>
                  </a:cubicBezTo>
                  <a:lnTo>
                    <a:pt x="13210" y="21600"/>
                  </a:lnTo>
                  <a:close/>
                </a:path>
              </a:pathLst>
            </a:custGeom>
            <a:noFill/>
            <a:ln w="38100">
              <a:solidFill>
                <a:srgbClr val="FF0000"/>
              </a:solidFill>
              <a:round/>
            </a:ln>
          </p:spPr>
          <p:txBody>
            <a:bodyPr wrap="none" anchor="ctr"/>
            <a:lstStyle/>
            <a:p>
              <a:endParaRPr lang="en-US">
                <a:latin typeface="Arial" panose="020B0604020202020204"/>
                <a:cs typeface="Arial" panose="020B0604020202020204"/>
              </a:endParaRPr>
            </a:p>
          </p:txBody>
        </p:sp>
        <p:sp>
          <p:nvSpPr>
            <p:cNvPr id="44051" name="Arc 27"/>
            <p:cNvSpPr/>
            <p:nvPr>
              <p:custDataLst>
                <p:tags r:id="rId18"/>
              </p:custDataLst>
            </p:nvPr>
          </p:nvSpPr>
          <p:spPr bwMode="auto">
            <a:xfrm flipH="1" flipV="1">
              <a:off x="4350" y="1384"/>
              <a:ext cx="708" cy="792"/>
            </a:xfrm>
            <a:custGeom>
              <a:avLst/>
              <a:gdLst>
                <a:gd name="T0" fmla="*/ 0 w 26972"/>
                <a:gd name="T1" fmla="*/ 0 h 21600"/>
                <a:gd name="T2" fmla="*/ 0 w 26972"/>
                <a:gd name="T3" fmla="*/ 0 h 21600"/>
                <a:gd name="T4" fmla="*/ 0 w 26972"/>
                <a:gd name="T5" fmla="*/ 0 h 21600"/>
                <a:gd name="T6" fmla="*/ 0 60000 65536"/>
                <a:gd name="T7" fmla="*/ 0 60000 65536"/>
                <a:gd name="T8" fmla="*/ 0 60000 65536"/>
                <a:gd name="T9" fmla="*/ 0 w 26972"/>
                <a:gd name="T10" fmla="*/ 0 h 21600"/>
                <a:gd name="T11" fmla="*/ 26972 w 26972"/>
                <a:gd name="T12" fmla="*/ 21600 h 21600"/>
              </a:gdLst>
              <a:ahLst/>
              <a:cxnLst>
                <a:cxn ang="T6">
                  <a:pos x="T0" y="T1"/>
                </a:cxn>
                <a:cxn ang="T7">
                  <a:pos x="T2" y="T3"/>
                </a:cxn>
                <a:cxn ang="T8">
                  <a:pos x="T4" y="T5"/>
                </a:cxn>
              </a:cxnLst>
              <a:rect l="T9" t="T10" r="T11" b="T12"/>
              <a:pathLst>
                <a:path w="26972" h="21600" fill="none" extrusionOk="0">
                  <a:moveTo>
                    <a:pt x="0" y="13174"/>
                  </a:moveTo>
                  <a:cubicBezTo>
                    <a:pt x="3383" y="5187"/>
                    <a:pt x="11215" y="-1"/>
                    <a:pt x="19889" y="0"/>
                  </a:cubicBezTo>
                  <a:cubicBezTo>
                    <a:pt x="22300" y="0"/>
                    <a:pt x="24694" y="403"/>
                    <a:pt x="26971" y="1194"/>
                  </a:cubicBezTo>
                </a:path>
                <a:path w="26972" h="21600" stroke="0" extrusionOk="0">
                  <a:moveTo>
                    <a:pt x="0" y="13174"/>
                  </a:moveTo>
                  <a:cubicBezTo>
                    <a:pt x="3383" y="5187"/>
                    <a:pt x="11215" y="-1"/>
                    <a:pt x="19889" y="0"/>
                  </a:cubicBezTo>
                  <a:cubicBezTo>
                    <a:pt x="22300" y="0"/>
                    <a:pt x="24694" y="403"/>
                    <a:pt x="26971" y="1194"/>
                  </a:cubicBezTo>
                  <a:lnTo>
                    <a:pt x="19889" y="21600"/>
                  </a:lnTo>
                  <a:close/>
                </a:path>
              </a:pathLst>
            </a:custGeom>
            <a:noFill/>
            <a:ln w="38100">
              <a:solidFill>
                <a:srgbClr val="FF0000"/>
              </a:solidFill>
              <a:round/>
            </a:ln>
          </p:spPr>
          <p:txBody>
            <a:bodyPr wrap="none" anchor="ctr"/>
            <a:lstStyle/>
            <a:p>
              <a:endParaRPr lang="en-US">
                <a:latin typeface="Arial" panose="020B0604020202020204"/>
                <a:cs typeface="Arial" panose="020B0604020202020204"/>
              </a:endParaRPr>
            </a:p>
          </p:txBody>
        </p:sp>
      </p:grpSp>
      <p:sp>
        <p:nvSpPr>
          <p:cNvPr id="122908" name="Text Box 28"/>
          <p:cNvSpPr txBox="1">
            <a:spLocks noChangeArrowheads="1"/>
          </p:cNvSpPr>
          <p:nvPr>
            <p:custDataLst>
              <p:tags r:id="rId19"/>
            </p:custDataLst>
          </p:nvPr>
        </p:nvSpPr>
        <p:spPr bwMode="auto">
          <a:xfrm>
            <a:off x="7627938" y="3240088"/>
            <a:ext cx="1285875" cy="473075"/>
          </a:xfrm>
          <a:prstGeom prst="rect">
            <a:avLst/>
          </a:prstGeom>
          <a:noFill/>
          <a:ln w="9525">
            <a:noFill/>
            <a:miter lim="800000"/>
          </a:ln>
        </p:spPr>
        <p:txBody>
          <a:bodyPr>
            <a:spAutoFit/>
          </a:bodyPr>
          <a:lstStyle/>
          <a:p>
            <a:pPr>
              <a:spcBef>
                <a:spcPct val="50000"/>
              </a:spcBef>
            </a:pPr>
            <a:r>
              <a:rPr lang="en-US" sz="2500" i="1">
                <a:solidFill>
                  <a:srgbClr val="FF0000"/>
                </a:solidFill>
                <a:latin typeface="Arial" panose="020B0604020202020204"/>
                <a:cs typeface="Arial" panose="020B0604020202020204"/>
              </a:rPr>
              <a:t>LRATC</a:t>
            </a:r>
            <a:endParaRPr lang="en-US" sz="2500" i="1" baseline="-25000">
              <a:solidFill>
                <a:srgbClr val="FF0000"/>
              </a:solidFill>
              <a:latin typeface="Arial" panose="020B0604020202020204"/>
              <a:cs typeface="Arial" panose="020B0604020202020204"/>
            </a:endParaRPr>
          </a:p>
        </p:txBody>
      </p:sp>
      <p:sp>
        <p:nvSpPr>
          <p:cNvPr id="122909" name="Text Box 29"/>
          <p:cNvSpPr txBox="1">
            <a:spLocks noChangeArrowheads="1"/>
          </p:cNvSpPr>
          <p:nvPr>
            <p:custDataLst>
              <p:tags r:id="rId20"/>
            </p:custDataLst>
          </p:nvPr>
        </p:nvSpPr>
        <p:spPr bwMode="auto">
          <a:xfrm>
            <a:off x="154305" y="1412240"/>
            <a:ext cx="2901315" cy="4199890"/>
          </a:xfrm>
          <a:prstGeom prst="rect">
            <a:avLst/>
          </a:prstGeom>
          <a:solidFill>
            <a:schemeClr val="bg2">
              <a:lumMod val="90000"/>
            </a:schemeClr>
          </a:solidFill>
          <a:ln w="9525">
            <a:noFill/>
            <a:miter lim="800000"/>
          </a:ln>
        </p:spPr>
        <p:txBody>
          <a:bodyPr/>
          <a:lstStyle/>
          <a:p>
            <a:pPr>
              <a:lnSpc>
                <a:spcPct val="105000"/>
              </a:lnSpc>
              <a:spcBef>
                <a:spcPct val="20000"/>
              </a:spcBef>
            </a:pPr>
            <a:r>
              <a:rPr lang="en-US" sz="2500">
                <a:latin typeface="Arial" panose="020B0604020202020204"/>
                <a:cs typeface="Arial" panose="020B0604020202020204"/>
              </a:rPr>
              <a:t>在任何低于Q</a:t>
            </a:r>
            <a:r>
              <a:rPr lang="en-US" sz="2500" baseline="-25000">
                <a:latin typeface="Arial" panose="020B0604020202020204"/>
                <a:cs typeface="Arial" panose="020B0604020202020204"/>
              </a:rPr>
              <a:t>A</a:t>
            </a:r>
            <a:r>
              <a:rPr lang="en-US" sz="2500">
                <a:latin typeface="Arial" panose="020B0604020202020204"/>
                <a:cs typeface="Arial" panose="020B0604020202020204"/>
              </a:rPr>
              <a:t>的产量，企业在长期会选择规模S</a:t>
            </a:r>
            <a:endParaRPr lang="en-US" sz="2500">
              <a:latin typeface="Arial" panose="020B0604020202020204"/>
              <a:cs typeface="Arial" panose="020B0604020202020204"/>
            </a:endParaRPr>
          </a:p>
          <a:p>
            <a:pPr>
              <a:lnSpc>
                <a:spcPct val="105000"/>
              </a:lnSpc>
              <a:spcBef>
                <a:spcPct val="20000"/>
              </a:spcBef>
            </a:pPr>
            <a:r>
              <a:rPr lang="en-US" sz="2500">
                <a:latin typeface="Arial" panose="020B0604020202020204"/>
                <a:cs typeface="Arial" panose="020B0604020202020204"/>
              </a:rPr>
              <a:t>生产在Q</a:t>
            </a:r>
            <a:r>
              <a:rPr lang="en-US" sz="2500" baseline="-25000">
                <a:latin typeface="Arial" panose="020B0604020202020204"/>
                <a:cs typeface="Arial" panose="020B0604020202020204"/>
              </a:rPr>
              <a:t>A</a:t>
            </a:r>
            <a:r>
              <a:rPr lang="en-US" sz="2500">
                <a:latin typeface="Arial" panose="020B0604020202020204"/>
                <a:cs typeface="Arial" panose="020B0604020202020204"/>
              </a:rPr>
              <a:t>与Q</a:t>
            </a:r>
            <a:r>
              <a:rPr lang="en-US" sz="2500" baseline="-25000">
                <a:latin typeface="Arial" panose="020B0604020202020204"/>
                <a:cs typeface="Arial" panose="020B0604020202020204"/>
              </a:rPr>
              <a:t>B</a:t>
            </a:r>
            <a:r>
              <a:rPr lang="en-US" sz="2500">
                <a:latin typeface="Arial" panose="020B0604020202020204"/>
                <a:cs typeface="Arial" panose="020B0604020202020204"/>
              </a:rPr>
              <a:t>之间的产量，企业在长期会选择规模M</a:t>
            </a:r>
            <a:endParaRPr lang="en-US" sz="2500">
              <a:latin typeface="Arial" panose="020B0604020202020204"/>
              <a:cs typeface="Arial" panose="020B0604020202020204"/>
            </a:endParaRPr>
          </a:p>
          <a:p>
            <a:pPr>
              <a:lnSpc>
                <a:spcPct val="105000"/>
              </a:lnSpc>
              <a:spcBef>
                <a:spcPct val="20000"/>
              </a:spcBef>
            </a:pPr>
            <a:r>
              <a:rPr lang="en-US" sz="2500">
                <a:latin typeface="Arial" panose="020B0604020202020204"/>
                <a:cs typeface="Arial" panose="020B0604020202020204"/>
              </a:rPr>
              <a:t>生产高于Q</a:t>
            </a:r>
            <a:r>
              <a:rPr lang="en-US" sz="2500" baseline="-25000">
                <a:latin typeface="Arial" panose="020B0604020202020204"/>
                <a:cs typeface="Arial" panose="020B0604020202020204"/>
              </a:rPr>
              <a:t>B</a:t>
            </a:r>
            <a:r>
              <a:rPr lang="en-US" sz="2500">
                <a:latin typeface="Arial" panose="020B0604020202020204"/>
                <a:cs typeface="Arial" panose="020B0604020202020204"/>
              </a:rPr>
              <a:t>的产量，企业在长期会选择规模L</a:t>
            </a:r>
            <a:endParaRPr lang="en-US" sz="2500">
              <a:latin typeface="Arial" panose="020B0604020202020204"/>
              <a:cs typeface="Arial" panose="020B0604020202020204"/>
            </a:endParaRPr>
          </a:p>
        </p:txBody>
      </p:sp>
      <p:sp>
        <p:nvSpPr>
          <p:cNvPr id="122910" name="Line 30"/>
          <p:cNvSpPr>
            <a:spLocks noChangeShapeType="1"/>
          </p:cNvSpPr>
          <p:nvPr>
            <p:custDataLst>
              <p:tags r:id="rId21"/>
            </p:custDataLst>
          </p:nvPr>
        </p:nvSpPr>
        <p:spPr bwMode="auto">
          <a:xfrm>
            <a:off x="3924300" y="4849813"/>
            <a:ext cx="1481138" cy="0"/>
          </a:xfrm>
          <a:prstGeom prst="line">
            <a:avLst/>
          </a:prstGeom>
          <a:noFill/>
          <a:ln w="38100">
            <a:solidFill>
              <a:srgbClr val="996633"/>
            </a:solidFill>
            <a:round/>
            <a:headEnd type="triangle" w="lg" len="med"/>
            <a:tailEnd type="triangle" w="lg" len="med"/>
          </a:ln>
        </p:spPr>
        <p:txBody>
          <a:bodyPr/>
          <a:lstStyle/>
          <a:p>
            <a:endParaRPr lang="en-US">
              <a:latin typeface="Arial" panose="020B0604020202020204"/>
              <a:cs typeface="Arial" panose="020B0604020202020204"/>
            </a:endParaRPr>
          </a:p>
        </p:txBody>
      </p:sp>
      <p:sp>
        <p:nvSpPr>
          <p:cNvPr id="122911" name="Line 31"/>
          <p:cNvSpPr>
            <a:spLocks noChangeShapeType="1"/>
          </p:cNvSpPr>
          <p:nvPr>
            <p:custDataLst>
              <p:tags r:id="rId22"/>
            </p:custDataLst>
          </p:nvPr>
        </p:nvSpPr>
        <p:spPr bwMode="auto">
          <a:xfrm>
            <a:off x="5429250" y="4849813"/>
            <a:ext cx="1481138" cy="0"/>
          </a:xfrm>
          <a:prstGeom prst="line">
            <a:avLst/>
          </a:prstGeom>
          <a:noFill/>
          <a:ln w="38100">
            <a:solidFill>
              <a:srgbClr val="996633"/>
            </a:solidFill>
            <a:round/>
            <a:headEnd type="triangle" w="lg" len="med"/>
            <a:tailEnd type="triangle" w="lg" len="med"/>
          </a:ln>
        </p:spPr>
        <p:txBody>
          <a:bodyPr/>
          <a:lstStyle/>
          <a:p>
            <a:endParaRPr lang="en-US">
              <a:latin typeface="Arial" panose="020B0604020202020204"/>
              <a:cs typeface="Arial" panose="020B0604020202020204"/>
            </a:endParaRPr>
          </a:p>
        </p:txBody>
      </p:sp>
      <p:sp>
        <p:nvSpPr>
          <p:cNvPr id="122912" name="Line 32"/>
          <p:cNvSpPr>
            <a:spLocks noChangeShapeType="1"/>
          </p:cNvSpPr>
          <p:nvPr>
            <p:custDataLst>
              <p:tags r:id="rId23"/>
            </p:custDataLst>
          </p:nvPr>
        </p:nvSpPr>
        <p:spPr bwMode="auto">
          <a:xfrm>
            <a:off x="6929438" y="4849813"/>
            <a:ext cx="1433512" cy="0"/>
          </a:xfrm>
          <a:prstGeom prst="line">
            <a:avLst/>
          </a:prstGeom>
          <a:noFill/>
          <a:ln w="38100">
            <a:solidFill>
              <a:srgbClr val="996633"/>
            </a:solidFill>
            <a:round/>
            <a:headEnd type="triangle" w="lg" len="med"/>
            <a:tailEnd type="triangle" w="lg" len="med"/>
          </a:ln>
        </p:spPr>
        <p:txBody>
          <a:bodyPr/>
          <a:lstStyle/>
          <a:p>
            <a:endParaRPr lang="en-US">
              <a:latin typeface="Arial" panose="020B0604020202020204"/>
              <a:cs typeface="Arial" panose="020B0604020202020204"/>
            </a:endParaRPr>
          </a:p>
        </p:txBody>
      </p:sp>
      <p:sp>
        <p:nvSpPr>
          <p:cNvPr id="23" name="TextBox 5"/>
          <p:cNvSpPr txBox="1"/>
          <p:nvPr>
            <p:custDataLst>
              <p:tags r:id="rId24"/>
            </p:custDataLst>
          </p:nvPr>
        </p:nvSpPr>
        <p:spPr>
          <a:xfrm>
            <a:off x="414137" y="641967"/>
            <a:ext cx="7590155" cy="583565"/>
          </a:xfrm>
          <a:prstGeom prst="rect">
            <a:avLst/>
          </a:prstGeom>
          <a:noFill/>
        </p:spPr>
        <p:txBody>
          <a:bodyPr wrap="none" rtlCol="0">
            <a:spAutoFit/>
          </a:bodyPr>
          <a:lstStyle/>
          <a:p>
            <a:pPr algn="l"/>
            <a:r>
              <a:rPr sz="3200">
                <a:solidFill>
                  <a:srgbClr val="002060"/>
                </a:solidFill>
              </a:rPr>
              <a:t>例 3: 三种不同规模工厂</a:t>
            </a:r>
            <a:r>
              <a:rPr lang="zh-CN" sz="3200">
                <a:solidFill>
                  <a:srgbClr val="002060"/>
                </a:solidFill>
              </a:rPr>
              <a:t>的</a:t>
            </a:r>
            <a:r>
              <a:rPr sz="3200">
                <a:solidFill>
                  <a:srgbClr val="002060"/>
                </a:solidFill>
                <a:sym typeface="+mn-ea"/>
              </a:rPr>
              <a:t>长期平均总成本</a:t>
            </a:r>
            <a:endParaRPr lang="zh-CN"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2909">
                                            <p:txEl>
                                              <p:pRg st="4294967295" end="4294967295"/>
                                            </p:txEl>
                                          </p:spTgt>
                                        </p:tgtEl>
                                        <p:attrNameLst>
                                          <p:attrName>style.visibility</p:attrName>
                                        </p:attrNameLst>
                                      </p:cBhvr>
                                      <p:to>
                                        <p:strVal val="visible"/>
                                      </p:to>
                                    </p:set>
                                    <p:animEffect transition="in" filter="wipe(left)">
                                      <p:cBhvr>
                                        <p:cTn id="16" dur="500"/>
                                        <p:tgtEl>
                                          <p:spTgt spid="122909">
                                            <p:txEl>
                                              <p:pRg st="4294967295" end="4294967295"/>
                                            </p:txEl>
                                          </p:spTgt>
                                        </p:tgtEl>
                                      </p:cBhvr>
                                    </p:animEffect>
                                  </p:childTnLst>
                                  <p:subTnLst>
                                    <p:animClr clrSpc="rgb" dir="cw">
                                      <p:cBhvr override="childStyle">
                                        <p:cTn dur="1" fill="hold" display="0" masterRel="nextClick" afterEffect="1"/>
                                        <p:tgtEl>
                                          <p:spTgt spid="122909">
                                            <p:txEl>
                                              <p:pRg st="4294967295" end="4294967295"/>
                                            </p:txEl>
                                          </p:spTgt>
                                        </p:tgtEl>
                                        <p:attrNameLst>
                                          <p:attrName>ppt_c</p:attrName>
                                        </p:attrNameLst>
                                      </p:cBhvr>
                                      <p:to>
                                        <a:srgbClr val="B2B2B2"/>
                                      </p:to>
                                    </p:animClr>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2909">
                                            <p:txEl>
                                              <p:pRg st="0" end="0"/>
                                            </p:txEl>
                                          </p:spTgt>
                                        </p:tgtEl>
                                        <p:attrNameLst>
                                          <p:attrName>style.visibility</p:attrName>
                                        </p:attrNameLst>
                                      </p:cBhvr>
                                      <p:to>
                                        <p:strVal val="visible"/>
                                      </p:to>
                                    </p:set>
                                    <p:animEffect transition="in" filter="wipe(left)">
                                      <p:cBhvr>
                                        <p:cTn id="21" dur="500"/>
                                        <p:tgtEl>
                                          <p:spTgt spid="122909">
                                            <p:txEl>
                                              <p:pRg st="0" end="0"/>
                                            </p:txEl>
                                          </p:spTgt>
                                        </p:tgtEl>
                                      </p:cBhvr>
                                    </p:animEffect>
                                  </p:childTnLst>
                                  <p:subTnLst>
                                    <p:animClr clrSpc="rgb" dir="cw">
                                      <p:cBhvr override="childStyle">
                                        <p:cTn dur="1" fill="hold" display="0" masterRel="nextClick" afterEffect="1"/>
                                        <p:tgtEl>
                                          <p:spTgt spid="122909">
                                            <p:txEl>
                                              <p:pRg st="0" end="0"/>
                                            </p:txEl>
                                          </p:spTgt>
                                        </p:tgtEl>
                                        <p:attrNameLst>
                                          <p:attrName>ppt_c</p:attrName>
                                        </p:attrNameLst>
                                      </p:cBhvr>
                                      <p:to>
                                        <a:srgbClr val="B2B2B2"/>
                                      </p:to>
                                    </p:animClr>
                                  </p:subTnLst>
                                </p:cTn>
                              </p:par>
                              <p:par>
                                <p:cTn id="22" presetID="17" presetClass="entr" presetSubtype="10" fill="hold" grpId="0" nodeType="withEffect">
                                  <p:stCondLst>
                                    <p:cond delay="0"/>
                                  </p:stCondLst>
                                  <p:childTnLst>
                                    <p:set>
                                      <p:cBhvr>
                                        <p:cTn id="23" dur="1" fill="hold">
                                          <p:stCondLst>
                                            <p:cond delay="0"/>
                                          </p:stCondLst>
                                        </p:cTn>
                                        <p:tgtEl>
                                          <p:spTgt spid="122910"/>
                                        </p:tgtEl>
                                        <p:attrNameLst>
                                          <p:attrName>style.visibility</p:attrName>
                                        </p:attrNameLst>
                                      </p:cBhvr>
                                      <p:to>
                                        <p:strVal val="visible"/>
                                      </p:to>
                                    </p:set>
                                    <p:anim calcmode="lin" valueType="num">
                                      <p:cBhvr>
                                        <p:cTn id="24" dur="500" fill="hold"/>
                                        <p:tgtEl>
                                          <p:spTgt spid="122910"/>
                                        </p:tgtEl>
                                        <p:attrNameLst>
                                          <p:attrName>ppt_w</p:attrName>
                                        </p:attrNameLst>
                                      </p:cBhvr>
                                      <p:tavLst>
                                        <p:tav tm="0">
                                          <p:val>
                                            <p:fltVal val="0"/>
                                          </p:val>
                                        </p:tav>
                                        <p:tav tm="100000">
                                          <p:val>
                                            <p:strVal val="#ppt_w"/>
                                          </p:val>
                                        </p:tav>
                                      </p:tavLst>
                                    </p:anim>
                                    <p:anim calcmode="lin" valueType="num">
                                      <p:cBhvr>
                                        <p:cTn id="25" dur="500" fill="hold"/>
                                        <p:tgtEl>
                                          <p:spTgt spid="122910"/>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500"/>
                                        <p:tgtEl>
                                          <p:spTgt spid="122910"/>
                                        </p:tgtEl>
                                      </p:cBhvr>
                                    </p:animEffect>
                                    <p:set>
                                      <p:cBhvr>
                                        <p:cTn id="30" dur="1" fill="hold">
                                          <p:stCondLst>
                                            <p:cond delay="499"/>
                                          </p:stCondLst>
                                        </p:cTn>
                                        <p:tgtEl>
                                          <p:spTgt spid="122910"/>
                                        </p:tgtEl>
                                        <p:attrNameLst>
                                          <p:attrName>style.visibility</p:attrName>
                                        </p:attrNameLst>
                                      </p:cBhvr>
                                      <p:to>
                                        <p:strVal val="hidden"/>
                                      </p:to>
                                    </p:set>
                                  </p:childTnLst>
                                </p:cTn>
                              </p:par>
                              <p:par>
                                <p:cTn id="31" presetID="17" presetClass="entr" presetSubtype="10" fill="hold" grpId="0" nodeType="withEffect">
                                  <p:stCondLst>
                                    <p:cond delay="0"/>
                                  </p:stCondLst>
                                  <p:childTnLst>
                                    <p:set>
                                      <p:cBhvr>
                                        <p:cTn id="32" dur="1" fill="hold">
                                          <p:stCondLst>
                                            <p:cond delay="0"/>
                                          </p:stCondLst>
                                        </p:cTn>
                                        <p:tgtEl>
                                          <p:spTgt spid="122911"/>
                                        </p:tgtEl>
                                        <p:attrNameLst>
                                          <p:attrName>style.visibility</p:attrName>
                                        </p:attrNameLst>
                                      </p:cBhvr>
                                      <p:to>
                                        <p:strVal val="visible"/>
                                      </p:to>
                                    </p:set>
                                    <p:anim calcmode="lin" valueType="num">
                                      <p:cBhvr>
                                        <p:cTn id="33" dur="500" fill="hold"/>
                                        <p:tgtEl>
                                          <p:spTgt spid="122911"/>
                                        </p:tgtEl>
                                        <p:attrNameLst>
                                          <p:attrName>ppt_w</p:attrName>
                                        </p:attrNameLst>
                                      </p:cBhvr>
                                      <p:tavLst>
                                        <p:tav tm="0">
                                          <p:val>
                                            <p:fltVal val="0"/>
                                          </p:val>
                                        </p:tav>
                                        <p:tav tm="100000">
                                          <p:val>
                                            <p:strVal val="#ppt_w"/>
                                          </p:val>
                                        </p:tav>
                                      </p:tavLst>
                                    </p:anim>
                                    <p:anim calcmode="lin" valueType="num">
                                      <p:cBhvr>
                                        <p:cTn id="34" dur="500" fill="hold"/>
                                        <p:tgtEl>
                                          <p:spTgt spid="122911"/>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122911"/>
                                        </p:tgtEl>
                                      </p:cBhvr>
                                    </p:animEffect>
                                    <p:set>
                                      <p:cBhvr>
                                        <p:cTn id="39" dur="1" fill="hold">
                                          <p:stCondLst>
                                            <p:cond delay="499"/>
                                          </p:stCondLst>
                                        </p:cTn>
                                        <p:tgtEl>
                                          <p:spTgt spid="12291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2909">
                                            <p:txEl>
                                              <p:pRg st="1" end="1"/>
                                            </p:txEl>
                                          </p:spTgt>
                                        </p:tgtEl>
                                        <p:attrNameLst>
                                          <p:attrName>style.visibility</p:attrName>
                                        </p:attrNameLst>
                                      </p:cBhvr>
                                      <p:to>
                                        <p:strVal val="visible"/>
                                      </p:to>
                                    </p:set>
                                    <p:animEffect transition="in" filter="wipe(left)">
                                      <p:cBhvr>
                                        <p:cTn id="44" dur="500"/>
                                        <p:tgtEl>
                                          <p:spTgt spid="122909">
                                            <p:txEl>
                                              <p:pRg st="1" end="1"/>
                                            </p:txEl>
                                          </p:spTgt>
                                        </p:tgtEl>
                                      </p:cBhvr>
                                    </p:animEffect>
                                  </p:childTnLst>
                                  <p:subTnLst>
                                    <p:animClr clrSpc="rgb" dir="cw">
                                      <p:cBhvr override="childStyle">
                                        <p:cTn dur="1" fill="hold" display="0" masterRel="nextClick" afterEffect="1"/>
                                        <p:tgtEl>
                                          <p:spTgt spid="122909">
                                            <p:txEl>
                                              <p:pRg st="1" end="1"/>
                                            </p:txEl>
                                          </p:spTgt>
                                        </p:tgtEl>
                                        <p:attrNameLst>
                                          <p:attrName>ppt_c</p:attrName>
                                        </p:attrNameLst>
                                      </p:cBhvr>
                                      <p:to>
                                        <a:srgbClr val="B2B2B2"/>
                                      </p:to>
                                    </p:animClr>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2909">
                                            <p:txEl>
                                              <p:pRg st="2" end="2"/>
                                            </p:txEl>
                                          </p:spTgt>
                                        </p:tgtEl>
                                        <p:attrNameLst>
                                          <p:attrName>style.visibility</p:attrName>
                                        </p:attrNameLst>
                                      </p:cBhvr>
                                      <p:to>
                                        <p:strVal val="visible"/>
                                      </p:to>
                                    </p:set>
                                    <p:animEffect transition="in" filter="wipe(left)">
                                      <p:cBhvr>
                                        <p:cTn id="49" dur="500"/>
                                        <p:tgtEl>
                                          <p:spTgt spid="122909">
                                            <p:txEl>
                                              <p:pRg st="2" end="2"/>
                                            </p:txEl>
                                          </p:spTgt>
                                        </p:tgtEl>
                                      </p:cBhvr>
                                    </p:animEffect>
                                  </p:childTnLst>
                                  <p:subTnLst>
                                    <p:animClr clrSpc="rgb" dir="cw">
                                      <p:cBhvr override="childStyle">
                                        <p:cTn dur="1" fill="hold" display="0" masterRel="nextClick" afterEffect="1"/>
                                        <p:tgtEl>
                                          <p:spTgt spid="122909">
                                            <p:txEl>
                                              <p:pRg st="2" end="2"/>
                                            </p:txEl>
                                          </p:spTgt>
                                        </p:tgtEl>
                                        <p:attrNameLst>
                                          <p:attrName>ppt_c</p:attrName>
                                        </p:attrNameLst>
                                      </p:cBhvr>
                                      <p:to>
                                        <a:srgbClr val="B2B2B2"/>
                                      </p:to>
                                    </p:animClr>
                                  </p:subTnLst>
                                </p:cTn>
                              </p:par>
                              <p:par>
                                <p:cTn id="50" presetID="17" presetClass="entr" presetSubtype="10" fill="hold" grpId="0" nodeType="withEffect">
                                  <p:stCondLst>
                                    <p:cond delay="0"/>
                                  </p:stCondLst>
                                  <p:childTnLst>
                                    <p:set>
                                      <p:cBhvr>
                                        <p:cTn id="51" dur="1" fill="hold">
                                          <p:stCondLst>
                                            <p:cond delay="0"/>
                                          </p:stCondLst>
                                        </p:cTn>
                                        <p:tgtEl>
                                          <p:spTgt spid="122912"/>
                                        </p:tgtEl>
                                        <p:attrNameLst>
                                          <p:attrName>style.visibility</p:attrName>
                                        </p:attrNameLst>
                                      </p:cBhvr>
                                      <p:to>
                                        <p:strVal val="visible"/>
                                      </p:to>
                                    </p:set>
                                    <p:anim calcmode="lin" valueType="num">
                                      <p:cBhvr>
                                        <p:cTn id="52" dur="500" fill="hold"/>
                                        <p:tgtEl>
                                          <p:spTgt spid="122912"/>
                                        </p:tgtEl>
                                        <p:attrNameLst>
                                          <p:attrName>ppt_w</p:attrName>
                                        </p:attrNameLst>
                                      </p:cBhvr>
                                      <p:tavLst>
                                        <p:tav tm="0">
                                          <p:val>
                                            <p:fltVal val="0"/>
                                          </p:val>
                                        </p:tav>
                                        <p:tav tm="100000">
                                          <p:val>
                                            <p:strVal val="#ppt_w"/>
                                          </p:val>
                                        </p:tav>
                                      </p:tavLst>
                                    </p:anim>
                                    <p:anim calcmode="lin" valueType="num">
                                      <p:cBhvr>
                                        <p:cTn id="53" dur="500" fill="hold"/>
                                        <p:tgtEl>
                                          <p:spTgt spid="122912"/>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122912"/>
                                        </p:tgtEl>
                                      </p:cBhvr>
                                    </p:animEffect>
                                    <p:set>
                                      <p:cBhvr>
                                        <p:cTn id="58" dur="1" fill="hold">
                                          <p:stCondLst>
                                            <p:cond delay="499"/>
                                          </p:stCondLst>
                                        </p:cTn>
                                        <p:tgtEl>
                                          <p:spTgt spid="1229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22908"/>
                                        </p:tgtEl>
                                        <p:attrNameLst>
                                          <p:attrName>style.visibility</p:attrName>
                                        </p:attrNameLst>
                                      </p:cBhvr>
                                      <p:to>
                                        <p:strVal val="visible"/>
                                      </p:to>
                                    </p:set>
                                    <p:animEffect transition="in" filter="fade">
                                      <p:cBhvr>
                                        <p:cTn id="66" dur="500"/>
                                        <p:tgtEl>
                                          <p:spTgt spid="122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8" grpId="0"/>
      <p:bldP spid="122909" grpId="0" build="p"/>
      <p:bldP spid="122910" grpId="0" bldLvl="0" animBg="1"/>
      <p:bldP spid="122910" grpId="1" bldLvl="0" animBg="1"/>
      <p:bldP spid="122911" grpId="0" bldLvl="0" animBg="1"/>
      <p:bldP spid="122911" grpId="1" bldLvl="0" animBg="1"/>
      <p:bldP spid="122912" grpId="0" bldLvl="0" animBg="1"/>
      <p:bldP spid="122912" grpId="1"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6278880" cy="583565"/>
          </a:xfrm>
          <a:prstGeom prst="rect">
            <a:avLst/>
          </a:prstGeom>
          <a:noFill/>
        </p:spPr>
        <p:txBody>
          <a:bodyPr wrap="none" rtlCol="0">
            <a:spAutoFit/>
          </a:bodyPr>
          <a:lstStyle/>
          <a:p>
            <a:pPr algn="l"/>
            <a:r>
              <a:rPr sz="3200" dirty="0">
                <a:solidFill>
                  <a:srgbClr val="002060"/>
                </a:solidFill>
                <a:latin typeface="华光中雅_CNKI" panose="02000500000000000000" pitchFamily="2" charset="-122"/>
                <a:ea typeface="华光中雅_CNKI" panose="02000500000000000000" pitchFamily="2" charset="-122"/>
              </a:rPr>
              <a:t>一个代表性的长期平均总成本曲线</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129028" name="Arc 4"/>
          <p:cNvSpPr/>
          <p:nvPr>
            <p:custDataLst>
              <p:tags r:id="rId1"/>
            </p:custDataLst>
          </p:nvPr>
        </p:nvSpPr>
        <p:spPr bwMode="auto">
          <a:xfrm flipH="1" flipV="1">
            <a:off x="4189413" y="2478088"/>
            <a:ext cx="1222375" cy="833437"/>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grpSp>
        <p:nvGrpSpPr>
          <p:cNvPr id="2" name="Group 49"/>
          <p:cNvGrpSpPr/>
          <p:nvPr/>
        </p:nvGrpSpPr>
        <p:grpSpPr bwMode="auto">
          <a:xfrm>
            <a:off x="3530600" y="1360488"/>
            <a:ext cx="5267325" cy="4006850"/>
            <a:chOff x="2224" y="857"/>
            <a:chExt cx="3318" cy="2524"/>
          </a:xfrm>
        </p:grpSpPr>
        <p:grpSp>
          <p:nvGrpSpPr>
            <p:cNvPr id="3" name="Group 13"/>
            <p:cNvGrpSpPr/>
            <p:nvPr/>
          </p:nvGrpSpPr>
          <p:grpSpPr bwMode="auto">
            <a:xfrm>
              <a:off x="2525" y="1137"/>
              <a:ext cx="2715" cy="2095"/>
              <a:chOff x="1489" y="785"/>
              <a:chExt cx="3650" cy="2492"/>
            </a:xfrm>
          </p:grpSpPr>
          <p:sp>
            <p:nvSpPr>
              <p:cNvPr id="45083" name="Line 14"/>
              <p:cNvSpPr>
                <a:spLocks noChangeShapeType="1"/>
              </p:cNvSpPr>
              <p:nvPr>
                <p:custDataLst>
                  <p:tags r:id="rId2"/>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45084" name="Line 15"/>
              <p:cNvSpPr>
                <a:spLocks noChangeShapeType="1"/>
              </p:cNvSpPr>
              <p:nvPr>
                <p:custDataLst>
                  <p:tags r:id="rId3"/>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45081" name="Text Box 16"/>
            <p:cNvSpPr txBox="1">
              <a:spLocks noChangeArrowheads="1"/>
            </p:cNvSpPr>
            <p:nvPr>
              <p:custDataLst>
                <p:tags r:id="rId4"/>
              </p:custDataLst>
            </p:nvPr>
          </p:nvSpPr>
          <p:spPr bwMode="auto">
            <a:xfrm>
              <a:off x="5210" y="3083"/>
              <a:ext cx="332"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45082" name="Text Box 17"/>
            <p:cNvSpPr txBox="1">
              <a:spLocks noChangeArrowheads="1"/>
            </p:cNvSpPr>
            <p:nvPr>
              <p:custDataLst>
                <p:tags r:id="rId5"/>
              </p:custDataLst>
            </p:nvPr>
          </p:nvSpPr>
          <p:spPr bwMode="auto">
            <a:xfrm>
              <a:off x="2224" y="857"/>
              <a:ext cx="568" cy="298"/>
            </a:xfrm>
            <a:prstGeom prst="rect">
              <a:avLst/>
            </a:prstGeom>
            <a:noFill/>
            <a:ln w="9525">
              <a:noFill/>
              <a:miter lim="800000"/>
            </a:ln>
          </p:spPr>
          <p:txBody>
            <a:bodyPr>
              <a:spAutoFit/>
            </a:bodyPr>
            <a:lstStyle/>
            <a:p>
              <a:pPr algn="r">
                <a:spcBef>
                  <a:spcPct val="50000"/>
                </a:spcBef>
              </a:pPr>
              <a:r>
                <a:rPr lang="en-US" sz="2500" i="1">
                  <a:latin typeface="Arial" panose="020B0604020202020204"/>
                  <a:cs typeface="Arial" panose="020B0604020202020204"/>
                </a:rPr>
                <a:t>ATC</a:t>
              </a:r>
              <a:endParaRPr lang="en-US" sz="2500" i="1">
                <a:latin typeface="Arial" panose="020B0604020202020204"/>
                <a:cs typeface="Arial" panose="020B0604020202020204"/>
              </a:endParaRPr>
            </a:p>
          </p:txBody>
        </p:sp>
      </p:grpSp>
      <p:sp>
        <p:nvSpPr>
          <p:cNvPr id="129052" name="Text Box 28"/>
          <p:cNvSpPr txBox="1">
            <a:spLocks noChangeArrowheads="1"/>
          </p:cNvSpPr>
          <p:nvPr>
            <p:custDataLst>
              <p:tags r:id="rId6"/>
            </p:custDataLst>
          </p:nvPr>
        </p:nvSpPr>
        <p:spPr bwMode="auto">
          <a:xfrm>
            <a:off x="490855" y="1556385"/>
            <a:ext cx="2797175" cy="3566795"/>
          </a:xfrm>
          <a:prstGeom prst="rect">
            <a:avLst/>
          </a:prstGeom>
          <a:solidFill>
            <a:schemeClr val="bg2">
              <a:lumMod val="90000"/>
            </a:schemeClr>
          </a:solidFill>
          <a:ln w="9525">
            <a:noFill/>
            <a:miter lim="800000"/>
          </a:ln>
        </p:spPr>
        <p:txBody>
          <a:bodyPr/>
          <a:lstStyle/>
          <a:p>
            <a:pPr>
              <a:lnSpc>
                <a:spcPct val="105000"/>
              </a:lnSpc>
              <a:spcBef>
                <a:spcPct val="45000"/>
              </a:spcBef>
            </a:pPr>
            <a:r>
              <a:rPr lang="en-US" sz="2500">
                <a:latin typeface="Arial" panose="020B0604020202020204"/>
                <a:cs typeface="Arial" panose="020B0604020202020204"/>
              </a:rPr>
              <a:t>现实世界中，存在许多不同规模的</a:t>
            </a:r>
            <a:r>
              <a:rPr lang="zh-CN" altLang="en-US" sz="2500">
                <a:latin typeface="Arial" panose="020B0604020202020204"/>
                <a:cs typeface="Arial" panose="020B0604020202020204"/>
              </a:rPr>
              <a:t>工厂</a:t>
            </a:r>
            <a:r>
              <a:rPr lang="en-US" sz="2500">
                <a:latin typeface="Arial" panose="020B0604020202020204"/>
                <a:cs typeface="Arial" panose="020B0604020202020204"/>
              </a:rPr>
              <a:t>，每种规模的工厂都有它自己的短期平均总成本曲线</a:t>
            </a:r>
            <a:endParaRPr lang="en-US" sz="2500">
              <a:latin typeface="Arial" panose="020B0604020202020204"/>
              <a:cs typeface="Arial" panose="020B0604020202020204"/>
            </a:endParaRPr>
          </a:p>
          <a:p>
            <a:pPr>
              <a:lnSpc>
                <a:spcPct val="105000"/>
              </a:lnSpc>
              <a:spcBef>
                <a:spcPct val="45000"/>
              </a:spcBef>
            </a:pPr>
            <a:r>
              <a:rPr lang="en-US" sz="2500">
                <a:latin typeface="Arial" panose="020B0604020202020204"/>
                <a:cs typeface="Arial" panose="020B0604020202020204"/>
              </a:rPr>
              <a:t>因此一个</a:t>
            </a:r>
            <a:r>
              <a:rPr lang="en-US" sz="2500" b="1">
                <a:solidFill>
                  <a:srgbClr val="FF0000"/>
                </a:solidFill>
                <a:latin typeface="Arial" panose="020B0604020202020204"/>
                <a:cs typeface="Arial" panose="020B0604020202020204"/>
              </a:rPr>
              <a:t>典型的长期平均总成本</a:t>
            </a:r>
            <a:r>
              <a:rPr lang="zh-CN" altLang="en-US" sz="2500" b="1">
                <a:solidFill>
                  <a:srgbClr val="FF0000"/>
                </a:solidFill>
                <a:latin typeface="Arial" panose="020B0604020202020204"/>
                <a:cs typeface="Arial" panose="020B0604020202020204"/>
              </a:rPr>
              <a:t>曲</a:t>
            </a:r>
            <a:r>
              <a:rPr lang="en-US" sz="2500" b="1">
                <a:solidFill>
                  <a:srgbClr val="FF0000"/>
                </a:solidFill>
                <a:latin typeface="Arial" panose="020B0604020202020204"/>
                <a:cs typeface="Arial" panose="020B0604020202020204"/>
              </a:rPr>
              <a:t>线</a:t>
            </a:r>
            <a:r>
              <a:rPr lang="en-US" sz="2500">
                <a:latin typeface="Arial" panose="020B0604020202020204"/>
                <a:cs typeface="Arial" panose="020B0604020202020204"/>
              </a:rPr>
              <a:t>就</a:t>
            </a:r>
            <a:r>
              <a:rPr lang="zh-CN" altLang="en-US" sz="2500">
                <a:latin typeface="Arial" panose="020B0604020202020204"/>
                <a:cs typeface="Arial" panose="020B0604020202020204"/>
              </a:rPr>
              <a:t>如右图所示</a:t>
            </a:r>
            <a:r>
              <a:rPr lang="en-US" sz="2500">
                <a:latin typeface="Arial" panose="020B0604020202020204"/>
                <a:cs typeface="Arial" panose="020B0604020202020204"/>
              </a:rPr>
              <a:t>:</a:t>
            </a:r>
            <a:endParaRPr lang="en-US" sz="2500">
              <a:latin typeface="Arial" panose="020B0604020202020204"/>
              <a:cs typeface="Arial" panose="020B0604020202020204"/>
            </a:endParaRPr>
          </a:p>
        </p:txBody>
      </p:sp>
      <p:sp>
        <p:nvSpPr>
          <p:cNvPr id="129059" name="Arc 35"/>
          <p:cNvSpPr/>
          <p:nvPr>
            <p:custDataLst>
              <p:tags r:id="rId7"/>
            </p:custDataLst>
          </p:nvPr>
        </p:nvSpPr>
        <p:spPr bwMode="auto">
          <a:xfrm flipH="1" flipV="1">
            <a:off x="4341813" y="273050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0" name="Arc 36"/>
          <p:cNvSpPr/>
          <p:nvPr>
            <p:custDataLst>
              <p:tags r:id="rId8"/>
            </p:custDataLst>
          </p:nvPr>
        </p:nvSpPr>
        <p:spPr bwMode="auto">
          <a:xfrm flipH="1" flipV="1">
            <a:off x="4587875" y="294322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1" name="Arc 37"/>
          <p:cNvSpPr/>
          <p:nvPr>
            <p:custDataLst>
              <p:tags r:id="rId9"/>
            </p:custDataLst>
          </p:nvPr>
        </p:nvSpPr>
        <p:spPr bwMode="auto">
          <a:xfrm flipH="1" flipV="1">
            <a:off x="4819650" y="304165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2" name="Arc 38"/>
          <p:cNvSpPr/>
          <p:nvPr>
            <p:custDataLst>
              <p:tags r:id="rId10"/>
            </p:custDataLst>
          </p:nvPr>
        </p:nvSpPr>
        <p:spPr bwMode="auto">
          <a:xfrm flipH="1" flipV="1">
            <a:off x="5153025" y="307975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3" name="Arc 39"/>
          <p:cNvSpPr/>
          <p:nvPr>
            <p:custDataLst>
              <p:tags r:id="rId11"/>
            </p:custDataLst>
          </p:nvPr>
        </p:nvSpPr>
        <p:spPr bwMode="auto">
          <a:xfrm flipH="1" flipV="1">
            <a:off x="5538788" y="307657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4" name="Arc 40"/>
          <p:cNvSpPr/>
          <p:nvPr>
            <p:custDataLst>
              <p:tags r:id="rId12"/>
            </p:custDataLst>
          </p:nvPr>
        </p:nvSpPr>
        <p:spPr bwMode="auto">
          <a:xfrm flipH="1" flipV="1">
            <a:off x="5924550" y="3078163"/>
            <a:ext cx="1222375" cy="833437"/>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5" name="Arc 41"/>
          <p:cNvSpPr/>
          <p:nvPr>
            <p:custDataLst>
              <p:tags r:id="rId13"/>
            </p:custDataLst>
          </p:nvPr>
        </p:nvSpPr>
        <p:spPr bwMode="auto">
          <a:xfrm flipH="1" flipV="1">
            <a:off x="6299200" y="307657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6" name="Arc 42"/>
          <p:cNvSpPr/>
          <p:nvPr>
            <p:custDataLst>
              <p:tags r:id="rId14"/>
            </p:custDataLst>
          </p:nvPr>
        </p:nvSpPr>
        <p:spPr bwMode="auto">
          <a:xfrm flipH="1" flipV="1">
            <a:off x="6618288" y="302895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7" name="Arc 43"/>
          <p:cNvSpPr/>
          <p:nvPr>
            <p:custDataLst>
              <p:tags r:id="rId15"/>
            </p:custDataLst>
          </p:nvPr>
        </p:nvSpPr>
        <p:spPr bwMode="auto">
          <a:xfrm flipH="1" flipV="1">
            <a:off x="6915150" y="284797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129068" name="Arc 44"/>
          <p:cNvSpPr/>
          <p:nvPr>
            <p:custDataLst>
              <p:tags r:id="rId16"/>
            </p:custDataLst>
          </p:nvPr>
        </p:nvSpPr>
        <p:spPr bwMode="auto">
          <a:xfrm flipH="1" flipV="1">
            <a:off x="7123113" y="2611438"/>
            <a:ext cx="1222375" cy="833437"/>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ln>
        </p:spPr>
        <p:txBody>
          <a:bodyPr wrap="none" anchor="ctr"/>
          <a:lstStyle/>
          <a:p>
            <a:endParaRPr lang="en-US">
              <a:latin typeface="Arial" panose="020B0604020202020204"/>
              <a:cs typeface="Arial" panose="020B0604020202020204"/>
            </a:endParaRPr>
          </a:p>
        </p:txBody>
      </p:sp>
      <p:grpSp>
        <p:nvGrpSpPr>
          <p:cNvPr id="4" name="Group 48"/>
          <p:cNvGrpSpPr/>
          <p:nvPr/>
        </p:nvGrpSpPr>
        <p:grpSpPr bwMode="auto">
          <a:xfrm>
            <a:off x="4189413" y="2176463"/>
            <a:ext cx="4610100" cy="1744662"/>
            <a:chOff x="2639" y="1371"/>
            <a:chExt cx="2904" cy="1099"/>
          </a:xfrm>
        </p:grpSpPr>
        <p:sp>
          <p:nvSpPr>
            <p:cNvPr id="45075" name="Text Box 29"/>
            <p:cNvSpPr txBox="1">
              <a:spLocks noChangeArrowheads="1"/>
            </p:cNvSpPr>
            <p:nvPr>
              <p:custDataLst>
                <p:tags r:id="rId17"/>
              </p:custDataLst>
            </p:nvPr>
          </p:nvSpPr>
          <p:spPr bwMode="auto">
            <a:xfrm>
              <a:off x="4733" y="1486"/>
              <a:ext cx="810" cy="298"/>
            </a:xfrm>
            <a:prstGeom prst="rect">
              <a:avLst/>
            </a:prstGeom>
            <a:noFill/>
            <a:ln w="9525">
              <a:noFill/>
              <a:miter lim="800000"/>
            </a:ln>
          </p:spPr>
          <p:txBody>
            <a:bodyPr>
              <a:spAutoFit/>
            </a:bodyPr>
            <a:lstStyle/>
            <a:p>
              <a:pPr>
                <a:spcBef>
                  <a:spcPct val="50000"/>
                </a:spcBef>
              </a:pPr>
              <a:r>
                <a:rPr lang="en-US" sz="2500" i="1">
                  <a:solidFill>
                    <a:srgbClr val="CC0000"/>
                  </a:solidFill>
                  <a:latin typeface="Arial" panose="020B0604020202020204"/>
                  <a:cs typeface="Arial" panose="020B0604020202020204"/>
                </a:rPr>
                <a:t>LRATC</a:t>
              </a:r>
              <a:endParaRPr lang="en-US" sz="2500" i="1" baseline="-25000">
                <a:solidFill>
                  <a:srgbClr val="CC0000"/>
                </a:solidFill>
                <a:latin typeface="Arial" panose="020B0604020202020204"/>
                <a:cs typeface="Arial" panose="020B0604020202020204"/>
              </a:endParaRPr>
            </a:p>
          </p:txBody>
        </p:sp>
        <p:grpSp>
          <p:nvGrpSpPr>
            <p:cNvPr id="15" name="Group 34"/>
            <p:cNvGrpSpPr/>
            <p:nvPr/>
          </p:nvGrpSpPr>
          <p:grpSpPr bwMode="auto">
            <a:xfrm>
              <a:off x="2639" y="1371"/>
              <a:ext cx="2654" cy="1099"/>
              <a:chOff x="2716" y="1497"/>
              <a:chExt cx="2654" cy="1099"/>
            </a:xfrm>
          </p:grpSpPr>
          <p:sp>
            <p:nvSpPr>
              <p:cNvPr id="45077" name="Arc 30"/>
              <p:cNvSpPr/>
              <p:nvPr>
                <p:custDataLst>
                  <p:tags r:id="rId18"/>
                </p:custDataLst>
              </p:nvPr>
            </p:nvSpPr>
            <p:spPr bwMode="auto">
              <a:xfrm flipH="1" flipV="1">
                <a:off x="2716" y="1497"/>
                <a:ext cx="948" cy="1099"/>
              </a:xfrm>
              <a:custGeom>
                <a:avLst/>
                <a:gdLst>
                  <a:gd name="T0" fmla="*/ 0 w 20154"/>
                  <a:gd name="T1" fmla="*/ 0 h 21600"/>
                  <a:gd name="T2" fmla="*/ 0 w 20154"/>
                  <a:gd name="T3" fmla="*/ 0 h 21600"/>
                  <a:gd name="T4" fmla="*/ 0 w 20154"/>
                  <a:gd name="T5" fmla="*/ 0 h 21600"/>
                  <a:gd name="T6" fmla="*/ 0 60000 65536"/>
                  <a:gd name="T7" fmla="*/ 0 60000 65536"/>
                  <a:gd name="T8" fmla="*/ 0 60000 65536"/>
                  <a:gd name="T9" fmla="*/ 0 w 20154"/>
                  <a:gd name="T10" fmla="*/ 0 h 21600"/>
                  <a:gd name="T11" fmla="*/ 20154 w 20154"/>
                  <a:gd name="T12" fmla="*/ 21600 h 21600"/>
                </a:gdLst>
                <a:ahLst/>
                <a:cxnLst>
                  <a:cxn ang="T6">
                    <a:pos x="T0" y="T1"/>
                  </a:cxn>
                  <a:cxn ang="T7">
                    <a:pos x="T2" y="T3"/>
                  </a:cxn>
                  <a:cxn ang="T8">
                    <a:pos x="T4" y="T5"/>
                  </a:cxn>
                </a:cxnLst>
                <a:rect l="T9" t="T10" r="T11" b="T12"/>
                <a:pathLst>
                  <a:path w="20154" h="21600" fill="none" extrusionOk="0">
                    <a:moveTo>
                      <a:pt x="0" y="0"/>
                    </a:moveTo>
                    <a:cubicBezTo>
                      <a:pt x="6" y="0"/>
                      <a:pt x="12" y="-1"/>
                      <a:pt x="19" y="0"/>
                    </a:cubicBezTo>
                    <a:cubicBezTo>
                      <a:pt x="8930" y="0"/>
                      <a:pt x="16927" y="5472"/>
                      <a:pt x="20153" y="13780"/>
                    </a:cubicBezTo>
                  </a:path>
                  <a:path w="20154" h="21600" stroke="0" extrusionOk="0">
                    <a:moveTo>
                      <a:pt x="0" y="0"/>
                    </a:moveTo>
                    <a:cubicBezTo>
                      <a:pt x="6" y="0"/>
                      <a:pt x="12" y="-1"/>
                      <a:pt x="19" y="0"/>
                    </a:cubicBezTo>
                    <a:cubicBezTo>
                      <a:pt x="8930" y="0"/>
                      <a:pt x="16927" y="5472"/>
                      <a:pt x="20153" y="13780"/>
                    </a:cubicBezTo>
                    <a:lnTo>
                      <a:pt x="19" y="21600"/>
                    </a:lnTo>
                    <a:close/>
                  </a:path>
                </a:pathLst>
              </a:custGeom>
              <a:noFill/>
              <a:ln w="38100">
                <a:solidFill>
                  <a:srgbClr val="CC0000"/>
                </a:solidFill>
                <a:round/>
              </a:ln>
            </p:spPr>
            <p:txBody>
              <a:bodyPr wrap="none" anchor="ctr"/>
              <a:lstStyle/>
              <a:p>
                <a:endParaRPr lang="en-US">
                  <a:latin typeface="Arial" panose="020B0604020202020204"/>
                  <a:cs typeface="Arial" panose="020B0604020202020204"/>
                </a:endParaRPr>
              </a:p>
            </p:txBody>
          </p:sp>
          <p:sp>
            <p:nvSpPr>
              <p:cNvPr id="45078" name="Arc 31"/>
              <p:cNvSpPr/>
              <p:nvPr>
                <p:custDataLst>
                  <p:tags r:id="rId19"/>
                </p:custDataLst>
              </p:nvPr>
            </p:nvSpPr>
            <p:spPr bwMode="auto">
              <a:xfrm flipH="1" flipV="1">
                <a:off x="4416" y="1497"/>
                <a:ext cx="954" cy="1099"/>
              </a:xfrm>
              <a:custGeom>
                <a:avLst/>
                <a:gdLst>
                  <a:gd name="T0" fmla="*/ 0 w 20283"/>
                  <a:gd name="T1" fmla="*/ 0 h 21600"/>
                  <a:gd name="T2" fmla="*/ 0 w 20283"/>
                  <a:gd name="T3" fmla="*/ 0 h 21600"/>
                  <a:gd name="T4" fmla="*/ 0 w 20283"/>
                  <a:gd name="T5" fmla="*/ 0 h 21600"/>
                  <a:gd name="T6" fmla="*/ 0 60000 65536"/>
                  <a:gd name="T7" fmla="*/ 0 60000 65536"/>
                  <a:gd name="T8" fmla="*/ 0 60000 65536"/>
                  <a:gd name="T9" fmla="*/ 0 w 20283"/>
                  <a:gd name="T10" fmla="*/ 0 h 21600"/>
                  <a:gd name="T11" fmla="*/ 20283 w 20283"/>
                  <a:gd name="T12" fmla="*/ 21600 h 21600"/>
                </a:gdLst>
                <a:ahLst/>
                <a:cxnLst>
                  <a:cxn ang="T6">
                    <a:pos x="T0" y="T1"/>
                  </a:cxn>
                  <a:cxn ang="T7">
                    <a:pos x="T2" y="T3"/>
                  </a:cxn>
                  <a:cxn ang="T8">
                    <a:pos x="T4" y="T5"/>
                  </a:cxn>
                </a:cxnLst>
                <a:rect l="T9" t="T10" r="T11" b="T12"/>
                <a:pathLst>
                  <a:path w="20283" h="21600" fill="none" extrusionOk="0">
                    <a:moveTo>
                      <a:pt x="0" y="13881"/>
                    </a:moveTo>
                    <a:cubicBezTo>
                      <a:pt x="3199" y="5520"/>
                      <a:pt x="11222" y="-1"/>
                      <a:pt x="20174" y="0"/>
                    </a:cubicBezTo>
                    <a:cubicBezTo>
                      <a:pt x="20210" y="0"/>
                      <a:pt x="20246" y="0"/>
                      <a:pt x="20282" y="0"/>
                    </a:cubicBezTo>
                  </a:path>
                  <a:path w="20283" h="21600" stroke="0" extrusionOk="0">
                    <a:moveTo>
                      <a:pt x="0" y="13881"/>
                    </a:moveTo>
                    <a:cubicBezTo>
                      <a:pt x="3199" y="5520"/>
                      <a:pt x="11222" y="-1"/>
                      <a:pt x="20174" y="0"/>
                    </a:cubicBezTo>
                    <a:cubicBezTo>
                      <a:pt x="20210" y="0"/>
                      <a:pt x="20246" y="0"/>
                      <a:pt x="20282" y="0"/>
                    </a:cubicBezTo>
                    <a:lnTo>
                      <a:pt x="20174" y="21600"/>
                    </a:lnTo>
                    <a:close/>
                  </a:path>
                </a:pathLst>
              </a:custGeom>
              <a:noFill/>
              <a:ln w="38100">
                <a:solidFill>
                  <a:srgbClr val="CC0000"/>
                </a:solidFill>
                <a:round/>
              </a:ln>
            </p:spPr>
            <p:txBody>
              <a:bodyPr wrap="none" anchor="ctr"/>
              <a:lstStyle/>
              <a:p>
                <a:endParaRPr lang="en-US">
                  <a:latin typeface="Arial" panose="020B0604020202020204"/>
                  <a:cs typeface="Arial" panose="020B0604020202020204"/>
                </a:endParaRPr>
              </a:p>
            </p:txBody>
          </p:sp>
          <p:sp>
            <p:nvSpPr>
              <p:cNvPr id="45079" name="Line 33"/>
              <p:cNvSpPr>
                <a:spLocks noChangeShapeType="1"/>
              </p:cNvSpPr>
              <p:nvPr>
                <p:custDataLst>
                  <p:tags r:id="rId20"/>
                </p:custDataLst>
              </p:nvPr>
            </p:nvSpPr>
            <p:spPr bwMode="auto">
              <a:xfrm>
                <a:off x="3663" y="2596"/>
                <a:ext cx="756" cy="0"/>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9028"/>
                                        </p:tgtEl>
                                        <p:attrNameLst>
                                          <p:attrName>style.visibility</p:attrName>
                                        </p:attrNameLst>
                                      </p:cBhvr>
                                      <p:to>
                                        <p:strVal val="visible"/>
                                      </p:to>
                                    </p:set>
                                    <p:animEffect transition="in" filter="fade">
                                      <p:cBhvr>
                                        <p:cTn id="7" dur="500"/>
                                        <p:tgtEl>
                                          <p:spTgt spid="12902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9059"/>
                                        </p:tgtEl>
                                        <p:attrNameLst>
                                          <p:attrName>style.visibility</p:attrName>
                                        </p:attrNameLst>
                                      </p:cBhvr>
                                      <p:to>
                                        <p:strVal val="visible"/>
                                      </p:to>
                                    </p:set>
                                    <p:animEffect transition="in" filter="fade">
                                      <p:cBhvr>
                                        <p:cTn id="11" dur="500"/>
                                        <p:tgtEl>
                                          <p:spTgt spid="12905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9060"/>
                                        </p:tgtEl>
                                        <p:attrNameLst>
                                          <p:attrName>style.visibility</p:attrName>
                                        </p:attrNameLst>
                                      </p:cBhvr>
                                      <p:to>
                                        <p:strVal val="visible"/>
                                      </p:to>
                                    </p:set>
                                    <p:animEffect transition="in" filter="fade">
                                      <p:cBhvr>
                                        <p:cTn id="15" dur="500"/>
                                        <p:tgtEl>
                                          <p:spTgt spid="12906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29061"/>
                                        </p:tgtEl>
                                        <p:attrNameLst>
                                          <p:attrName>style.visibility</p:attrName>
                                        </p:attrNameLst>
                                      </p:cBhvr>
                                      <p:to>
                                        <p:strVal val="visible"/>
                                      </p:to>
                                    </p:set>
                                    <p:animEffect transition="in" filter="fade">
                                      <p:cBhvr>
                                        <p:cTn id="19" dur="500"/>
                                        <p:tgtEl>
                                          <p:spTgt spid="12906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29062"/>
                                        </p:tgtEl>
                                        <p:attrNameLst>
                                          <p:attrName>style.visibility</p:attrName>
                                        </p:attrNameLst>
                                      </p:cBhvr>
                                      <p:to>
                                        <p:strVal val="visible"/>
                                      </p:to>
                                    </p:set>
                                    <p:animEffect transition="in" filter="fade">
                                      <p:cBhvr>
                                        <p:cTn id="23" dur="500"/>
                                        <p:tgtEl>
                                          <p:spTgt spid="129062"/>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9063"/>
                                        </p:tgtEl>
                                        <p:attrNameLst>
                                          <p:attrName>style.visibility</p:attrName>
                                        </p:attrNameLst>
                                      </p:cBhvr>
                                      <p:to>
                                        <p:strVal val="visible"/>
                                      </p:to>
                                    </p:set>
                                    <p:animEffect transition="in" filter="fade">
                                      <p:cBhvr>
                                        <p:cTn id="27" dur="500"/>
                                        <p:tgtEl>
                                          <p:spTgt spid="12906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29064"/>
                                        </p:tgtEl>
                                        <p:attrNameLst>
                                          <p:attrName>style.visibility</p:attrName>
                                        </p:attrNameLst>
                                      </p:cBhvr>
                                      <p:to>
                                        <p:strVal val="visible"/>
                                      </p:to>
                                    </p:set>
                                    <p:animEffect transition="in" filter="fade">
                                      <p:cBhvr>
                                        <p:cTn id="31" dur="500"/>
                                        <p:tgtEl>
                                          <p:spTgt spid="129064"/>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29065"/>
                                        </p:tgtEl>
                                        <p:attrNameLst>
                                          <p:attrName>style.visibility</p:attrName>
                                        </p:attrNameLst>
                                      </p:cBhvr>
                                      <p:to>
                                        <p:strVal val="visible"/>
                                      </p:to>
                                    </p:set>
                                    <p:animEffect transition="in" filter="fade">
                                      <p:cBhvr>
                                        <p:cTn id="35" dur="500"/>
                                        <p:tgtEl>
                                          <p:spTgt spid="129065"/>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29066"/>
                                        </p:tgtEl>
                                        <p:attrNameLst>
                                          <p:attrName>style.visibility</p:attrName>
                                        </p:attrNameLst>
                                      </p:cBhvr>
                                      <p:to>
                                        <p:strVal val="visible"/>
                                      </p:to>
                                    </p:set>
                                    <p:animEffect transition="in" filter="fade">
                                      <p:cBhvr>
                                        <p:cTn id="39" dur="500"/>
                                        <p:tgtEl>
                                          <p:spTgt spid="129066"/>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29067"/>
                                        </p:tgtEl>
                                        <p:attrNameLst>
                                          <p:attrName>style.visibility</p:attrName>
                                        </p:attrNameLst>
                                      </p:cBhvr>
                                      <p:to>
                                        <p:strVal val="visible"/>
                                      </p:to>
                                    </p:set>
                                    <p:animEffect transition="in" filter="fade">
                                      <p:cBhvr>
                                        <p:cTn id="43" dur="500"/>
                                        <p:tgtEl>
                                          <p:spTgt spid="129067"/>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29068"/>
                                        </p:tgtEl>
                                        <p:attrNameLst>
                                          <p:attrName>style.visibility</p:attrName>
                                        </p:attrNameLst>
                                      </p:cBhvr>
                                      <p:to>
                                        <p:strVal val="visible"/>
                                      </p:to>
                                    </p:set>
                                    <p:animEffect transition="in" filter="fade">
                                      <p:cBhvr>
                                        <p:cTn id="47" dur="500"/>
                                        <p:tgtEl>
                                          <p:spTgt spid="12906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9052">
                                            <p:txEl>
                                              <p:pRg st="4294967295" end="4294967295"/>
                                            </p:txEl>
                                          </p:spTgt>
                                        </p:tgtEl>
                                        <p:attrNameLst>
                                          <p:attrName>style.visibility</p:attrName>
                                        </p:attrNameLst>
                                      </p:cBhvr>
                                      <p:to>
                                        <p:strVal val="visible"/>
                                      </p:to>
                                    </p:set>
                                    <p:animEffect transition="in" filter="wipe(left)">
                                      <p:cBhvr>
                                        <p:cTn id="52" dur="500"/>
                                        <p:tgtEl>
                                          <p:spTgt spid="129052">
                                            <p:txEl>
                                              <p:pRg st="4294967295" end="429496729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9052">
                                            <p:txEl>
                                              <p:pRg st="0" end="0"/>
                                            </p:txEl>
                                          </p:spTgt>
                                        </p:tgtEl>
                                        <p:attrNameLst>
                                          <p:attrName>style.visibility</p:attrName>
                                        </p:attrNameLst>
                                      </p:cBhvr>
                                      <p:to>
                                        <p:strVal val="visible"/>
                                      </p:to>
                                    </p:set>
                                    <p:animEffect transition="in" filter="wipe(left)">
                                      <p:cBhvr>
                                        <p:cTn id="57" dur="500"/>
                                        <p:tgtEl>
                                          <p:spTgt spid="129052">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29052">
                                            <p:txEl>
                                              <p:pRg st="1" end="1"/>
                                            </p:txEl>
                                          </p:spTgt>
                                        </p:tgtEl>
                                        <p:attrNameLst>
                                          <p:attrName>style.visibility</p:attrName>
                                        </p:attrNameLst>
                                      </p:cBhvr>
                                      <p:to>
                                        <p:strVal val="visible"/>
                                      </p:to>
                                    </p:set>
                                    <p:animEffect transition="in" filter="wipe(left)">
                                      <p:cBhvr>
                                        <p:cTn id="62" dur="500"/>
                                        <p:tgtEl>
                                          <p:spTgt spid="129052">
                                            <p:txEl>
                                              <p:pRg st="1" end="1"/>
                                            </p:txEl>
                                          </p:spTgt>
                                        </p:tgtEl>
                                      </p:cBhvr>
                                    </p:animEffect>
                                  </p:childTnLst>
                                </p:cTn>
                              </p:par>
                            </p:childTnLst>
                          </p:cTn>
                        </p:par>
                        <p:par>
                          <p:cTn id="63" fill="hold">
                            <p:stCondLst>
                              <p:cond delay="500"/>
                            </p:stCondLst>
                            <p:childTnLst>
                              <p:par>
                                <p:cTn id="64" presetID="18" presetClass="entr" presetSubtype="3" fill="hold" nodeType="after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strips(upRight)">
                                      <p:cBhvr>
                                        <p:cTn id="6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bldLvl="0" animBg="1"/>
      <p:bldP spid="129052" grpId="0" build="p"/>
      <p:bldP spid="129059" grpId="0" bldLvl="0" animBg="1"/>
      <p:bldP spid="129060" grpId="0" bldLvl="0" animBg="1"/>
      <p:bldP spid="129061" grpId="0" bldLvl="0" animBg="1"/>
      <p:bldP spid="129062" grpId="0" bldLvl="0" animBg="1"/>
      <p:bldP spid="129063" grpId="0" bldLvl="0" animBg="1"/>
      <p:bldP spid="129064" grpId="0" bldLvl="0" animBg="1"/>
      <p:bldP spid="129065" grpId="0" bldLvl="0" animBg="1"/>
      <p:bldP spid="129066" grpId="0" bldLvl="0" animBg="1"/>
      <p:bldP spid="129067" grpId="0" bldLvl="0" animBg="1"/>
      <p:bldP spid="129068"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8" name="Text Box 10"/>
          <p:cNvSpPr txBox="1">
            <a:spLocks noChangeArrowheads="1"/>
          </p:cNvSpPr>
          <p:nvPr>
            <p:custDataLst>
              <p:tags r:id="rId1"/>
            </p:custDataLst>
          </p:nvPr>
        </p:nvSpPr>
        <p:spPr bwMode="auto">
          <a:xfrm>
            <a:off x="419100" y="1287780"/>
            <a:ext cx="3021330" cy="4658995"/>
          </a:xfrm>
          <a:prstGeom prst="rect">
            <a:avLst/>
          </a:prstGeom>
          <a:solidFill>
            <a:schemeClr val="bg2">
              <a:lumMod val="90000"/>
            </a:schemeClr>
          </a:solidFill>
          <a:ln w="9525">
            <a:noFill/>
            <a:miter lim="800000"/>
          </a:ln>
        </p:spPr>
        <p:txBody>
          <a:bodyPr/>
          <a:lstStyle/>
          <a:p>
            <a:pPr>
              <a:lnSpc>
                <a:spcPct val="110000"/>
              </a:lnSpc>
              <a:spcBef>
                <a:spcPct val="65000"/>
              </a:spcBef>
            </a:pPr>
            <a:r>
              <a:rPr lang="en-US" sz="2800" dirty="0">
                <a:solidFill>
                  <a:srgbClr val="FF0000"/>
                </a:solidFill>
                <a:latin typeface="Arial" panose="020B0604020202020204"/>
                <a:cs typeface="Arial" panose="020B0604020202020204"/>
              </a:rPr>
              <a:t>规模经济</a:t>
            </a:r>
            <a:r>
              <a:rPr lang="zh-CN" altLang="en-US" sz="2800" dirty="0">
                <a:solidFill>
                  <a:srgbClr val="FF0000"/>
                </a:solidFill>
                <a:latin typeface="Arial" panose="020B0604020202020204"/>
                <a:cs typeface="Arial" panose="020B0604020202020204"/>
              </a:rPr>
              <a:t>：</a:t>
            </a:r>
            <a:r>
              <a:rPr lang="en-US" sz="2500" dirty="0">
                <a:latin typeface="Arial" panose="020B0604020202020204"/>
                <a:cs typeface="Arial" panose="020B0604020202020204"/>
              </a:rPr>
              <a:t>长期平均总成本随产量增加而减少</a:t>
            </a:r>
            <a:endParaRPr lang="en-US" sz="2500" dirty="0">
              <a:latin typeface="Arial" panose="020B0604020202020204"/>
              <a:cs typeface="Arial" panose="020B0604020202020204"/>
            </a:endParaRPr>
          </a:p>
          <a:p>
            <a:pPr>
              <a:lnSpc>
                <a:spcPct val="110000"/>
              </a:lnSpc>
              <a:spcBef>
                <a:spcPct val="65000"/>
              </a:spcBef>
            </a:pPr>
            <a:r>
              <a:rPr lang="en-US" sz="2800" dirty="0">
                <a:solidFill>
                  <a:srgbClr val="FF0000"/>
                </a:solidFill>
                <a:latin typeface="Arial" panose="020B0604020202020204"/>
                <a:cs typeface="Arial" panose="020B0604020202020204"/>
              </a:rPr>
              <a:t>规模收益不变</a:t>
            </a:r>
            <a:r>
              <a:rPr lang="zh-CN" altLang="en-US" sz="2800" dirty="0">
                <a:solidFill>
                  <a:srgbClr val="FF0000"/>
                </a:solidFill>
                <a:latin typeface="Arial" panose="020B0604020202020204"/>
                <a:cs typeface="Arial" panose="020B0604020202020204"/>
              </a:rPr>
              <a:t>：</a:t>
            </a:r>
            <a:r>
              <a:rPr lang="en-US" sz="2500" dirty="0">
                <a:latin typeface="Arial" panose="020B0604020202020204"/>
                <a:cs typeface="Arial" panose="020B0604020202020204"/>
              </a:rPr>
              <a:t>长期平均总成本在</a:t>
            </a:r>
            <a:r>
              <a:rPr lang="zh-CN" altLang="en-US" sz="2500" dirty="0">
                <a:latin typeface="Arial" panose="020B0604020202020204"/>
                <a:cs typeface="Arial" panose="020B0604020202020204"/>
              </a:rPr>
              <a:t>产</a:t>
            </a:r>
            <a:r>
              <a:rPr lang="en-US" sz="2500" dirty="0">
                <a:latin typeface="Arial" panose="020B0604020202020204"/>
                <a:cs typeface="Arial" panose="020B0604020202020204"/>
              </a:rPr>
              <a:t>量变动时保持不变</a:t>
            </a:r>
            <a:endParaRPr lang="en-US" sz="2500" dirty="0">
              <a:latin typeface="Arial" panose="020B0604020202020204"/>
              <a:cs typeface="Arial" panose="020B0604020202020204"/>
            </a:endParaRPr>
          </a:p>
          <a:p>
            <a:pPr>
              <a:lnSpc>
                <a:spcPct val="110000"/>
              </a:lnSpc>
              <a:spcBef>
                <a:spcPct val="65000"/>
              </a:spcBef>
            </a:pPr>
            <a:r>
              <a:rPr lang="en-US" sz="2800" dirty="0">
                <a:solidFill>
                  <a:srgbClr val="FF0000"/>
                </a:solidFill>
                <a:latin typeface="Arial" panose="020B0604020202020204"/>
                <a:cs typeface="Arial" panose="020B0604020202020204"/>
              </a:rPr>
              <a:t>规模不经济</a:t>
            </a:r>
            <a:r>
              <a:rPr lang="zh-CN" altLang="en-US" sz="2800" dirty="0">
                <a:solidFill>
                  <a:srgbClr val="FF0000"/>
                </a:solidFill>
                <a:latin typeface="Arial" panose="020B0604020202020204"/>
                <a:cs typeface="Arial" panose="020B0604020202020204"/>
              </a:rPr>
              <a:t>：</a:t>
            </a:r>
            <a:r>
              <a:rPr lang="en-US" sz="2500" dirty="0">
                <a:latin typeface="Arial" panose="020B0604020202020204"/>
                <a:cs typeface="Arial" panose="020B0604020202020204"/>
              </a:rPr>
              <a:t>长期平均总成本随产量增加而增加</a:t>
            </a:r>
            <a:endParaRPr lang="en-US" sz="2500" dirty="0">
              <a:latin typeface="Arial" panose="020B0604020202020204"/>
              <a:cs typeface="Arial" panose="020B0604020202020204"/>
            </a:endParaRPr>
          </a:p>
        </p:txBody>
      </p:sp>
      <p:grpSp>
        <p:nvGrpSpPr>
          <p:cNvPr id="2" name="Group 33"/>
          <p:cNvGrpSpPr/>
          <p:nvPr/>
        </p:nvGrpSpPr>
        <p:grpSpPr bwMode="auto">
          <a:xfrm>
            <a:off x="4189413" y="2176463"/>
            <a:ext cx="4610100" cy="1744662"/>
            <a:chOff x="2639" y="1371"/>
            <a:chExt cx="2904" cy="1099"/>
          </a:xfrm>
        </p:grpSpPr>
        <p:sp>
          <p:nvSpPr>
            <p:cNvPr id="46099" name="Text Box 34"/>
            <p:cNvSpPr txBox="1">
              <a:spLocks noChangeArrowheads="1"/>
            </p:cNvSpPr>
            <p:nvPr>
              <p:custDataLst>
                <p:tags r:id="rId2"/>
              </p:custDataLst>
            </p:nvPr>
          </p:nvSpPr>
          <p:spPr bwMode="auto">
            <a:xfrm>
              <a:off x="4733" y="1486"/>
              <a:ext cx="810" cy="298"/>
            </a:xfrm>
            <a:prstGeom prst="rect">
              <a:avLst/>
            </a:prstGeom>
            <a:noFill/>
            <a:ln w="9525">
              <a:noFill/>
              <a:miter lim="800000"/>
            </a:ln>
          </p:spPr>
          <p:txBody>
            <a:bodyPr>
              <a:spAutoFit/>
            </a:bodyPr>
            <a:lstStyle/>
            <a:p>
              <a:pPr>
                <a:spcBef>
                  <a:spcPct val="50000"/>
                </a:spcBef>
              </a:pPr>
              <a:r>
                <a:rPr lang="en-US" sz="2500" i="1">
                  <a:solidFill>
                    <a:srgbClr val="CC0000"/>
                  </a:solidFill>
                  <a:latin typeface="Arial" panose="020B0604020202020204"/>
                  <a:cs typeface="Arial" panose="020B0604020202020204"/>
                </a:rPr>
                <a:t>LRATC</a:t>
              </a:r>
              <a:endParaRPr lang="en-US" sz="2500" i="1" baseline="-25000">
                <a:solidFill>
                  <a:srgbClr val="CC0000"/>
                </a:solidFill>
                <a:latin typeface="Arial" panose="020B0604020202020204"/>
                <a:cs typeface="Arial" panose="020B0604020202020204"/>
              </a:endParaRPr>
            </a:p>
          </p:txBody>
        </p:sp>
        <p:grpSp>
          <p:nvGrpSpPr>
            <p:cNvPr id="3" name="Group 35"/>
            <p:cNvGrpSpPr/>
            <p:nvPr/>
          </p:nvGrpSpPr>
          <p:grpSpPr bwMode="auto">
            <a:xfrm>
              <a:off x="2639" y="1371"/>
              <a:ext cx="2654" cy="1099"/>
              <a:chOff x="2716" y="1497"/>
              <a:chExt cx="2654" cy="1099"/>
            </a:xfrm>
          </p:grpSpPr>
          <p:sp>
            <p:nvSpPr>
              <p:cNvPr id="46101" name="Arc 36"/>
              <p:cNvSpPr/>
              <p:nvPr>
                <p:custDataLst>
                  <p:tags r:id="rId3"/>
                </p:custDataLst>
              </p:nvPr>
            </p:nvSpPr>
            <p:spPr bwMode="auto">
              <a:xfrm flipH="1" flipV="1">
                <a:off x="2716" y="1497"/>
                <a:ext cx="948" cy="1099"/>
              </a:xfrm>
              <a:custGeom>
                <a:avLst/>
                <a:gdLst>
                  <a:gd name="T0" fmla="*/ 0 w 20154"/>
                  <a:gd name="T1" fmla="*/ 0 h 21600"/>
                  <a:gd name="T2" fmla="*/ 0 w 20154"/>
                  <a:gd name="T3" fmla="*/ 0 h 21600"/>
                  <a:gd name="T4" fmla="*/ 0 w 20154"/>
                  <a:gd name="T5" fmla="*/ 0 h 21600"/>
                  <a:gd name="T6" fmla="*/ 0 60000 65536"/>
                  <a:gd name="T7" fmla="*/ 0 60000 65536"/>
                  <a:gd name="T8" fmla="*/ 0 60000 65536"/>
                  <a:gd name="T9" fmla="*/ 0 w 20154"/>
                  <a:gd name="T10" fmla="*/ 0 h 21600"/>
                  <a:gd name="T11" fmla="*/ 20154 w 20154"/>
                  <a:gd name="T12" fmla="*/ 21600 h 21600"/>
                </a:gdLst>
                <a:ahLst/>
                <a:cxnLst>
                  <a:cxn ang="T6">
                    <a:pos x="T0" y="T1"/>
                  </a:cxn>
                  <a:cxn ang="T7">
                    <a:pos x="T2" y="T3"/>
                  </a:cxn>
                  <a:cxn ang="T8">
                    <a:pos x="T4" y="T5"/>
                  </a:cxn>
                </a:cxnLst>
                <a:rect l="T9" t="T10" r="T11" b="T12"/>
                <a:pathLst>
                  <a:path w="20154" h="21600" fill="none" extrusionOk="0">
                    <a:moveTo>
                      <a:pt x="0" y="0"/>
                    </a:moveTo>
                    <a:cubicBezTo>
                      <a:pt x="6" y="0"/>
                      <a:pt x="12" y="-1"/>
                      <a:pt x="19" y="0"/>
                    </a:cubicBezTo>
                    <a:cubicBezTo>
                      <a:pt x="8930" y="0"/>
                      <a:pt x="16927" y="5472"/>
                      <a:pt x="20153" y="13780"/>
                    </a:cubicBezTo>
                  </a:path>
                  <a:path w="20154" h="21600" stroke="0" extrusionOk="0">
                    <a:moveTo>
                      <a:pt x="0" y="0"/>
                    </a:moveTo>
                    <a:cubicBezTo>
                      <a:pt x="6" y="0"/>
                      <a:pt x="12" y="-1"/>
                      <a:pt x="19" y="0"/>
                    </a:cubicBezTo>
                    <a:cubicBezTo>
                      <a:pt x="8930" y="0"/>
                      <a:pt x="16927" y="5472"/>
                      <a:pt x="20153" y="13780"/>
                    </a:cubicBezTo>
                    <a:lnTo>
                      <a:pt x="19" y="21600"/>
                    </a:lnTo>
                    <a:close/>
                  </a:path>
                </a:pathLst>
              </a:custGeom>
              <a:noFill/>
              <a:ln w="38100">
                <a:solidFill>
                  <a:srgbClr val="CC0000"/>
                </a:solidFill>
                <a:round/>
              </a:ln>
            </p:spPr>
            <p:txBody>
              <a:bodyPr wrap="none" anchor="ctr"/>
              <a:lstStyle/>
              <a:p>
                <a:endParaRPr lang="en-US">
                  <a:latin typeface="Arial" panose="020B0604020202020204"/>
                  <a:cs typeface="Arial" panose="020B0604020202020204"/>
                </a:endParaRPr>
              </a:p>
            </p:txBody>
          </p:sp>
          <p:sp>
            <p:nvSpPr>
              <p:cNvPr id="46102" name="Arc 37"/>
              <p:cNvSpPr/>
              <p:nvPr>
                <p:custDataLst>
                  <p:tags r:id="rId4"/>
                </p:custDataLst>
              </p:nvPr>
            </p:nvSpPr>
            <p:spPr bwMode="auto">
              <a:xfrm flipH="1" flipV="1">
                <a:off x="4416" y="1497"/>
                <a:ext cx="954" cy="1099"/>
              </a:xfrm>
              <a:custGeom>
                <a:avLst/>
                <a:gdLst>
                  <a:gd name="T0" fmla="*/ 0 w 20283"/>
                  <a:gd name="T1" fmla="*/ 0 h 21600"/>
                  <a:gd name="T2" fmla="*/ 0 w 20283"/>
                  <a:gd name="T3" fmla="*/ 0 h 21600"/>
                  <a:gd name="T4" fmla="*/ 0 w 20283"/>
                  <a:gd name="T5" fmla="*/ 0 h 21600"/>
                  <a:gd name="T6" fmla="*/ 0 60000 65536"/>
                  <a:gd name="T7" fmla="*/ 0 60000 65536"/>
                  <a:gd name="T8" fmla="*/ 0 60000 65536"/>
                  <a:gd name="T9" fmla="*/ 0 w 20283"/>
                  <a:gd name="T10" fmla="*/ 0 h 21600"/>
                  <a:gd name="T11" fmla="*/ 20283 w 20283"/>
                  <a:gd name="T12" fmla="*/ 21600 h 21600"/>
                </a:gdLst>
                <a:ahLst/>
                <a:cxnLst>
                  <a:cxn ang="T6">
                    <a:pos x="T0" y="T1"/>
                  </a:cxn>
                  <a:cxn ang="T7">
                    <a:pos x="T2" y="T3"/>
                  </a:cxn>
                  <a:cxn ang="T8">
                    <a:pos x="T4" y="T5"/>
                  </a:cxn>
                </a:cxnLst>
                <a:rect l="T9" t="T10" r="T11" b="T12"/>
                <a:pathLst>
                  <a:path w="20283" h="21600" fill="none" extrusionOk="0">
                    <a:moveTo>
                      <a:pt x="0" y="13881"/>
                    </a:moveTo>
                    <a:cubicBezTo>
                      <a:pt x="3199" y="5520"/>
                      <a:pt x="11222" y="-1"/>
                      <a:pt x="20174" y="0"/>
                    </a:cubicBezTo>
                    <a:cubicBezTo>
                      <a:pt x="20210" y="0"/>
                      <a:pt x="20246" y="0"/>
                      <a:pt x="20282" y="0"/>
                    </a:cubicBezTo>
                  </a:path>
                  <a:path w="20283" h="21600" stroke="0" extrusionOk="0">
                    <a:moveTo>
                      <a:pt x="0" y="13881"/>
                    </a:moveTo>
                    <a:cubicBezTo>
                      <a:pt x="3199" y="5520"/>
                      <a:pt x="11222" y="-1"/>
                      <a:pt x="20174" y="0"/>
                    </a:cubicBezTo>
                    <a:cubicBezTo>
                      <a:pt x="20210" y="0"/>
                      <a:pt x="20246" y="0"/>
                      <a:pt x="20282" y="0"/>
                    </a:cubicBezTo>
                    <a:lnTo>
                      <a:pt x="20174" y="21600"/>
                    </a:lnTo>
                    <a:close/>
                  </a:path>
                </a:pathLst>
              </a:custGeom>
              <a:noFill/>
              <a:ln w="38100">
                <a:solidFill>
                  <a:srgbClr val="CC0000"/>
                </a:solidFill>
                <a:round/>
              </a:ln>
            </p:spPr>
            <p:txBody>
              <a:bodyPr wrap="none" anchor="ctr"/>
              <a:lstStyle/>
              <a:p>
                <a:endParaRPr lang="en-US">
                  <a:latin typeface="Arial" panose="020B0604020202020204"/>
                  <a:cs typeface="Arial" panose="020B0604020202020204"/>
                </a:endParaRPr>
              </a:p>
            </p:txBody>
          </p:sp>
          <p:sp>
            <p:nvSpPr>
              <p:cNvPr id="46103" name="Line 38"/>
              <p:cNvSpPr>
                <a:spLocks noChangeShapeType="1"/>
              </p:cNvSpPr>
              <p:nvPr>
                <p:custDataLst>
                  <p:tags r:id="rId5"/>
                </p:custDataLst>
              </p:nvPr>
            </p:nvSpPr>
            <p:spPr bwMode="auto">
              <a:xfrm>
                <a:off x="3663" y="2596"/>
                <a:ext cx="756" cy="0"/>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grpSp>
      </p:grpSp>
      <p:sp>
        <p:nvSpPr>
          <p:cNvPr id="130087" name="Arc 39"/>
          <p:cNvSpPr/>
          <p:nvPr>
            <p:custDataLst>
              <p:tags r:id="rId6"/>
            </p:custDataLst>
          </p:nvPr>
        </p:nvSpPr>
        <p:spPr bwMode="auto">
          <a:xfrm flipH="1" flipV="1">
            <a:off x="4197350" y="2220913"/>
            <a:ext cx="1468438" cy="1736725"/>
          </a:xfrm>
          <a:custGeom>
            <a:avLst/>
            <a:gdLst>
              <a:gd name="T0" fmla="*/ 2147483647 w 19665"/>
              <a:gd name="T1" fmla="*/ 0 h 21502"/>
              <a:gd name="T2" fmla="*/ 2147483647 w 19665"/>
              <a:gd name="T3" fmla="*/ 2147483647 h 21502"/>
              <a:gd name="T4" fmla="*/ 0 w 19665"/>
              <a:gd name="T5" fmla="*/ 2147483647 h 21502"/>
              <a:gd name="T6" fmla="*/ 0 60000 65536"/>
              <a:gd name="T7" fmla="*/ 0 60000 65536"/>
              <a:gd name="T8" fmla="*/ 0 60000 65536"/>
              <a:gd name="T9" fmla="*/ 0 w 19665"/>
              <a:gd name="T10" fmla="*/ 0 h 21502"/>
              <a:gd name="T11" fmla="*/ 19665 w 19665"/>
              <a:gd name="T12" fmla="*/ 21502 h 21502"/>
            </a:gdLst>
            <a:ahLst/>
            <a:cxnLst>
              <a:cxn ang="T6">
                <a:pos x="T0" y="T1"/>
              </a:cxn>
              <a:cxn ang="T7">
                <a:pos x="T2" y="T3"/>
              </a:cxn>
              <a:cxn ang="T8">
                <a:pos x="T4" y="T5"/>
              </a:cxn>
            </a:cxnLst>
            <a:rect l="T9" t="T10" r="T11" b="T12"/>
            <a:pathLst>
              <a:path w="19665" h="21502" fill="none" extrusionOk="0">
                <a:moveTo>
                  <a:pt x="2053" y="-1"/>
                </a:moveTo>
                <a:cubicBezTo>
                  <a:pt x="9749" y="734"/>
                  <a:pt x="16466" y="5527"/>
                  <a:pt x="19664" y="12566"/>
                </a:cubicBezTo>
              </a:path>
              <a:path w="19665" h="21502" stroke="0" extrusionOk="0">
                <a:moveTo>
                  <a:pt x="2053" y="-1"/>
                </a:moveTo>
                <a:cubicBezTo>
                  <a:pt x="9749" y="734"/>
                  <a:pt x="16466" y="5527"/>
                  <a:pt x="19664" y="12566"/>
                </a:cubicBezTo>
                <a:lnTo>
                  <a:pt x="0" y="21502"/>
                </a:lnTo>
                <a:close/>
              </a:path>
            </a:pathLst>
          </a:custGeom>
          <a:noFill/>
          <a:ln w="38100">
            <a:solidFill>
              <a:srgbClr val="0000FF"/>
            </a:solidFill>
            <a:round/>
            <a:headEnd type="triangle" w="lg" len="med"/>
            <a:tailEnd type="none" w="lg" len="med"/>
          </a:ln>
        </p:spPr>
        <p:txBody>
          <a:bodyPr wrap="none" anchor="ctr"/>
          <a:lstStyle/>
          <a:p>
            <a:endParaRPr lang="en-US">
              <a:latin typeface="Arial" panose="020B0604020202020204"/>
              <a:cs typeface="Arial" panose="020B0604020202020204"/>
            </a:endParaRPr>
          </a:p>
        </p:txBody>
      </p:sp>
      <p:sp>
        <p:nvSpPr>
          <p:cNvPr id="130088" name="Arc 40"/>
          <p:cNvSpPr/>
          <p:nvPr>
            <p:custDataLst>
              <p:tags r:id="rId7"/>
            </p:custDataLst>
          </p:nvPr>
        </p:nvSpPr>
        <p:spPr bwMode="auto">
          <a:xfrm flipH="1" flipV="1">
            <a:off x="6937375" y="2214563"/>
            <a:ext cx="1509713" cy="1738312"/>
          </a:xfrm>
          <a:custGeom>
            <a:avLst/>
            <a:gdLst>
              <a:gd name="T0" fmla="*/ 0 w 20205"/>
              <a:gd name="T1" fmla="*/ 2147483647 h 21520"/>
              <a:gd name="T2" fmla="*/ 2147483647 w 20205"/>
              <a:gd name="T3" fmla="*/ 0 h 21520"/>
              <a:gd name="T4" fmla="*/ 2147483647 w 20205"/>
              <a:gd name="T5" fmla="*/ 2147483647 h 21520"/>
              <a:gd name="T6" fmla="*/ 0 60000 65536"/>
              <a:gd name="T7" fmla="*/ 0 60000 65536"/>
              <a:gd name="T8" fmla="*/ 0 60000 65536"/>
              <a:gd name="T9" fmla="*/ 0 w 20205"/>
              <a:gd name="T10" fmla="*/ 0 h 21520"/>
              <a:gd name="T11" fmla="*/ 20205 w 20205"/>
              <a:gd name="T12" fmla="*/ 21520 h 21520"/>
            </a:gdLst>
            <a:ahLst/>
            <a:cxnLst>
              <a:cxn ang="T6">
                <a:pos x="T0" y="T1"/>
              </a:cxn>
              <a:cxn ang="T7">
                <a:pos x="T2" y="T3"/>
              </a:cxn>
              <a:cxn ang="T8">
                <a:pos x="T4" y="T5"/>
              </a:cxn>
            </a:cxnLst>
            <a:rect l="T9" t="T10" r="T11" b="T12"/>
            <a:pathLst>
              <a:path w="20205" h="21520" fill="none" extrusionOk="0">
                <a:moveTo>
                  <a:pt x="0" y="13882"/>
                </a:moveTo>
                <a:cubicBezTo>
                  <a:pt x="2937" y="6113"/>
                  <a:pt x="10068" y="716"/>
                  <a:pt x="18343" y="0"/>
                </a:cubicBezTo>
              </a:path>
              <a:path w="20205" h="21520" stroke="0" extrusionOk="0">
                <a:moveTo>
                  <a:pt x="0" y="13882"/>
                </a:moveTo>
                <a:cubicBezTo>
                  <a:pt x="2937" y="6113"/>
                  <a:pt x="10068" y="716"/>
                  <a:pt x="18343" y="0"/>
                </a:cubicBezTo>
                <a:lnTo>
                  <a:pt x="20205" y="21520"/>
                </a:lnTo>
                <a:close/>
              </a:path>
            </a:pathLst>
          </a:custGeom>
          <a:noFill/>
          <a:ln w="38100">
            <a:solidFill>
              <a:srgbClr val="0000FF"/>
            </a:solidFill>
            <a:round/>
            <a:headEnd type="triangle" w="lg" len="med"/>
          </a:ln>
        </p:spPr>
        <p:txBody>
          <a:bodyPr wrap="none" anchor="ctr"/>
          <a:lstStyle/>
          <a:p>
            <a:endParaRPr lang="en-US">
              <a:latin typeface="Arial" panose="020B0604020202020204"/>
              <a:cs typeface="Arial" panose="020B0604020202020204"/>
            </a:endParaRPr>
          </a:p>
        </p:txBody>
      </p:sp>
      <p:sp>
        <p:nvSpPr>
          <p:cNvPr id="130089" name="Line 41"/>
          <p:cNvSpPr>
            <a:spLocks noChangeShapeType="1"/>
          </p:cNvSpPr>
          <p:nvPr>
            <p:custDataLst>
              <p:tags r:id="rId8"/>
            </p:custDataLst>
          </p:nvPr>
        </p:nvSpPr>
        <p:spPr bwMode="auto">
          <a:xfrm>
            <a:off x="5576888" y="3981450"/>
            <a:ext cx="1436687" cy="0"/>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sp>
        <p:nvSpPr>
          <p:cNvPr id="130092" name="Line 44"/>
          <p:cNvSpPr>
            <a:spLocks noChangeShapeType="1"/>
          </p:cNvSpPr>
          <p:nvPr>
            <p:custDataLst>
              <p:tags r:id="rId9"/>
            </p:custDataLst>
          </p:nvPr>
        </p:nvSpPr>
        <p:spPr bwMode="auto">
          <a:xfrm>
            <a:off x="4057650" y="5184775"/>
            <a:ext cx="1427163" cy="0"/>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sp>
        <p:nvSpPr>
          <p:cNvPr id="130093" name="Line 45"/>
          <p:cNvSpPr>
            <a:spLocks noChangeShapeType="1"/>
          </p:cNvSpPr>
          <p:nvPr>
            <p:custDataLst>
              <p:tags r:id="rId10"/>
            </p:custDataLst>
          </p:nvPr>
        </p:nvSpPr>
        <p:spPr bwMode="auto">
          <a:xfrm>
            <a:off x="5567363" y="5189538"/>
            <a:ext cx="1427162" cy="0"/>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sp>
        <p:nvSpPr>
          <p:cNvPr id="130094" name="Line 46"/>
          <p:cNvSpPr>
            <a:spLocks noChangeShapeType="1"/>
          </p:cNvSpPr>
          <p:nvPr>
            <p:custDataLst>
              <p:tags r:id="rId11"/>
            </p:custDataLst>
          </p:nvPr>
        </p:nvSpPr>
        <p:spPr bwMode="auto">
          <a:xfrm>
            <a:off x="7058025" y="5184775"/>
            <a:ext cx="1298575" cy="0"/>
          </a:xfrm>
          <a:prstGeom prst="line">
            <a:avLst/>
          </a:prstGeom>
          <a:noFill/>
          <a:ln w="38100">
            <a:solidFill>
              <a:srgbClr val="0000FF"/>
            </a:solidFill>
            <a:round/>
            <a:tailEnd type="triangle" w="lg" len="med"/>
          </a:ln>
        </p:spPr>
        <p:txBody>
          <a:bodyPr/>
          <a:lstStyle/>
          <a:p>
            <a:endParaRPr lang="en-US">
              <a:latin typeface="Arial" panose="020B0604020202020204"/>
              <a:cs typeface="Arial" panose="020B0604020202020204"/>
            </a:endParaRPr>
          </a:p>
        </p:txBody>
      </p:sp>
      <p:grpSp>
        <p:nvGrpSpPr>
          <p:cNvPr id="6" name="Group 47"/>
          <p:cNvGrpSpPr/>
          <p:nvPr/>
        </p:nvGrpSpPr>
        <p:grpSpPr bwMode="auto">
          <a:xfrm>
            <a:off x="3530600" y="1360488"/>
            <a:ext cx="5267325" cy="4006850"/>
            <a:chOff x="2224" y="857"/>
            <a:chExt cx="3318" cy="2524"/>
          </a:xfrm>
        </p:grpSpPr>
        <p:grpSp>
          <p:nvGrpSpPr>
            <p:cNvPr id="10" name="Group 48"/>
            <p:cNvGrpSpPr/>
            <p:nvPr/>
          </p:nvGrpSpPr>
          <p:grpSpPr bwMode="auto">
            <a:xfrm>
              <a:off x="2525" y="1137"/>
              <a:ext cx="2715" cy="2095"/>
              <a:chOff x="1489" y="785"/>
              <a:chExt cx="3650" cy="2492"/>
            </a:xfrm>
          </p:grpSpPr>
          <p:sp>
            <p:nvSpPr>
              <p:cNvPr id="46097" name="Line 49"/>
              <p:cNvSpPr>
                <a:spLocks noChangeShapeType="1"/>
              </p:cNvSpPr>
              <p:nvPr>
                <p:custDataLst>
                  <p:tags r:id="rId12"/>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46098" name="Line 50"/>
              <p:cNvSpPr>
                <a:spLocks noChangeShapeType="1"/>
              </p:cNvSpPr>
              <p:nvPr>
                <p:custDataLst>
                  <p:tags r:id="rId13"/>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46095" name="Text Box 51"/>
            <p:cNvSpPr txBox="1">
              <a:spLocks noChangeArrowheads="1"/>
            </p:cNvSpPr>
            <p:nvPr>
              <p:custDataLst>
                <p:tags r:id="rId14"/>
              </p:custDataLst>
            </p:nvPr>
          </p:nvSpPr>
          <p:spPr bwMode="auto">
            <a:xfrm>
              <a:off x="5210" y="3083"/>
              <a:ext cx="332"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46096" name="Text Box 52"/>
            <p:cNvSpPr txBox="1">
              <a:spLocks noChangeArrowheads="1"/>
            </p:cNvSpPr>
            <p:nvPr>
              <p:custDataLst>
                <p:tags r:id="rId15"/>
              </p:custDataLst>
            </p:nvPr>
          </p:nvSpPr>
          <p:spPr bwMode="auto">
            <a:xfrm>
              <a:off x="2224" y="857"/>
              <a:ext cx="568" cy="298"/>
            </a:xfrm>
            <a:prstGeom prst="rect">
              <a:avLst/>
            </a:prstGeom>
            <a:noFill/>
            <a:ln w="9525">
              <a:noFill/>
              <a:miter lim="800000"/>
            </a:ln>
          </p:spPr>
          <p:txBody>
            <a:bodyPr>
              <a:spAutoFit/>
            </a:bodyPr>
            <a:lstStyle/>
            <a:p>
              <a:pPr algn="r">
                <a:spcBef>
                  <a:spcPct val="50000"/>
                </a:spcBef>
              </a:pPr>
              <a:r>
                <a:rPr lang="en-US" sz="2500" i="1">
                  <a:latin typeface="Arial" panose="020B0604020202020204"/>
                  <a:cs typeface="Arial" panose="020B0604020202020204"/>
                </a:rPr>
                <a:t>ATC</a:t>
              </a:r>
              <a:endParaRPr lang="en-US" sz="2500" i="1">
                <a:latin typeface="Arial" panose="020B0604020202020204"/>
                <a:cs typeface="Arial" panose="020B0604020202020204"/>
              </a:endParaRPr>
            </a:p>
          </p:txBody>
        </p:sp>
      </p:grpSp>
      <p:sp>
        <p:nvSpPr>
          <p:cNvPr id="4" name="TextBox 5"/>
          <p:cNvSpPr txBox="1"/>
          <p:nvPr/>
        </p:nvSpPr>
        <p:spPr>
          <a:xfrm>
            <a:off x="414137" y="641967"/>
            <a:ext cx="6278880" cy="583565"/>
          </a:xfrm>
          <a:prstGeom prst="rect">
            <a:avLst/>
          </a:prstGeom>
          <a:noFill/>
        </p:spPr>
        <p:txBody>
          <a:bodyPr wrap="none" rtlCol="0">
            <a:spAutoFit/>
          </a:bodyPr>
          <a:p>
            <a:pPr algn="l"/>
            <a:r>
              <a:rPr sz="3200" dirty="0">
                <a:solidFill>
                  <a:srgbClr val="002060"/>
                </a:solidFill>
                <a:latin typeface="华光中雅_CNKI" panose="02000500000000000000" pitchFamily="2" charset="-122"/>
                <a:ea typeface="华光中雅_CNKI" panose="02000500000000000000" pitchFamily="2" charset="-122"/>
              </a:rPr>
              <a:t>一个代表性的长期平均总成本曲线</a:t>
            </a:r>
            <a:endParaRPr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0092"/>
                                        </p:tgtEl>
                                        <p:attrNameLst>
                                          <p:attrName>style.visibility</p:attrName>
                                        </p:attrNameLst>
                                      </p:cBhvr>
                                      <p:to>
                                        <p:strVal val="visible"/>
                                      </p:to>
                                    </p:set>
                                    <p:animEffect transition="in" filter="wipe(left)">
                                      <p:cBhvr>
                                        <p:cTn id="7" dur="500"/>
                                        <p:tgtEl>
                                          <p:spTgt spid="130092"/>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30087"/>
                                        </p:tgtEl>
                                        <p:attrNameLst>
                                          <p:attrName>style.visibility</p:attrName>
                                        </p:attrNameLst>
                                      </p:cBhvr>
                                      <p:to>
                                        <p:strVal val="visible"/>
                                      </p:to>
                                    </p:set>
                                    <p:animEffect transition="in" filter="strips(downRight)">
                                      <p:cBhvr>
                                        <p:cTn id="10" dur="500"/>
                                        <p:tgtEl>
                                          <p:spTgt spid="13008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30092"/>
                                        </p:tgtEl>
                                      </p:cBhvr>
                                    </p:animEffect>
                                    <p:set>
                                      <p:cBhvr>
                                        <p:cTn id="15" dur="1" fill="hold">
                                          <p:stCondLst>
                                            <p:cond delay="499"/>
                                          </p:stCondLst>
                                        </p:cTn>
                                        <p:tgtEl>
                                          <p:spTgt spid="130092"/>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500"/>
                                        <p:tgtEl>
                                          <p:spTgt spid="130087"/>
                                        </p:tgtEl>
                                      </p:cBhvr>
                                    </p:animEffect>
                                    <p:set>
                                      <p:cBhvr>
                                        <p:cTn id="18" dur="1" fill="hold">
                                          <p:stCondLst>
                                            <p:cond delay="499"/>
                                          </p:stCondLst>
                                        </p:cTn>
                                        <p:tgtEl>
                                          <p:spTgt spid="13008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0058">
                                            <p:txEl>
                                              <p:pRg st="4294967295" end="4294967295"/>
                                            </p:txEl>
                                          </p:spTgt>
                                        </p:tgtEl>
                                        <p:attrNameLst>
                                          <p:attrName>style.visibility</p:attrName>
                                        </p:attrNameLst>
                                      </p:cBhvr>
                                      <p:to>
                                        <p:strVal val="visible"/>
                                      </p:to>
                                    </p:set>
                                    <p:animEffect transition="in" filter="wipe(left)">
                                      <p:cBhvr>
                                        <p:cTn id="23" dur="500"/>
                                        <p:tgtEl>
                                          <p:spTgt spid="130058">
                                            <p:txEl>
                                              <p:pRg st="4294967295" end="429496729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0058">
                                            <p:txEl>
                                              <p:pRg st="0" end="0"/>
                                            </p:txEl>
                                          </p:spTgt>
                                        </p:tgtEl>
                                        <p:attrNameLst>
                                          <p:attrName>style.visibility</p:attrName>
                                        </p:attrNameLst>
                                      </p:cBhvr>
                                      <p:to>
                                        <p:strVal val="visible"/>
                                      </p:to>
                                    </p:set>
                                    <p:animEffect transition="in" filter="wipe(left)">
                                      <p:cBhvr>
                                        <p:cTn id="28" dur="500"/>
                                        <p:tgtEl>
                                          <p:spTgt spid="13005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0058">
                                            <p:txEl>
                                              <p:pRg st="1" end="1"/>
                                            </p:txEl>
                                          </p:spTgt>
                                        </p:tgtEl>
                                        <p:attrNameLst>
                                          <p:attrName>style.visibility</p:attrName>
                                        </p:attrNameLst>
                                      </p:cBhvr>
                                      <p:to>
                                        <p:strVal val="visible"/>
                                      </p:to>
                                    </p:set>
                                    <p:animEffect transition="in" filter="wipe(left)">
                                      <p:cBhvr>
                                        <p:cTn id="33" dur="500"/>
                                        <p:tgtEl>
                                          <p:spTgt spid="130058">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0058">
                                            <p:txEl>
                                              <p:pRg st="2" end="2"/>
                                            </p:txEl>
                                          </p:spTgt>
                                        </p:tgtEl>
                                        <p:attrNameLst>
                                          <p:attrName>style.visibility</p:attrName>
                                        </p:attrNameLst>
                                      </p:cBhvr>
                                      <p:to>
                                        <p:strVal val="visible"/>
                                      </p:to>
                                    </p:set>
                                    <p:animEffect transition="in" filter="wipe(left)">
                                      <p:cBhvr>
                                        <p:cTn id="38" dur="500"/>
                                        <p:tgtEl>
                                          <p:spTgt spid="130058">
                                            <p:txEl>
                                              <p:pRg st="2" end="2"/>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30093"/>
                                        </p:tgtEl>
                                        <p:attrNameLst>
                                          <p:attrName>style.visibility</p:attrName>
                                        </p:attrNameLst>
                                      </p:cBhvr>
                                      <p:to>
                                        <p:strVal val="visible"/>
                                      </p:to>
                                    </p:set>
                                    <p:animEffect transition="in" filter="wipe(left)">
                                      <p:cBhvr>
                                        <p:cTn id="41" dur="500"/>
                                        <p:tgtEl>
                                          <p:spTgt spid="13009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30089"/>
                                        </p:tgtEl>
                                        <p:attrNameLst>
                                          <p:attrName>style.visibility</p:attrName>
                                        </p:attrNameLst>
                                      </p:cBhvr>
                                      <p:to>
                                        <p:strVal val="visible"/>
                                      </p:to>
                                    </p:set>
                                    <p:animEffect transition="in" filter="wipe(left)">
                                      <p:cBhvr>
                                        <p:cTn id="44" dur="500"/>
                                        <p:tgtEl>
                                          <p:spTgt spid="13008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130093"/>
                                        </p:tgtEl>
                                      </p:cBhvr>
                                    </p:animEffect>
                                    <p:set>
                                      <p:cBhvr>
                                        <p:cTn id="49" dur="1" fill="hold">
                                          <p:stCondLst>
                                            <p:cond delay="499"/>
                                          </p:stCondLst>
                                        </p:cTn>
                                        <p:tgtEl>
                                          <p:spTgt spid="13009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30089"/>
                                        </p:tgtEl>
                                      </p:cBhvr>
                                    </p:animEffect>
                                    <p:set>
                                      <p:cBhvr>
                                        <p:cTn id="52" dur="1" fill="hold">
                                          <p:stCondLst>
                                            <p:cond delay="499"/>
                                          </p:stCondLst>
                                        </p:cTn>
                                        <p:tgtEl>
                                          <p:spTgt spid="130089"/>
                                        </p:tgtEl>
                                        <p:attrNameLst>
                                          <p:attrName>style.visibility</p:attrName>
                                        </p:attrNameLst>
                                      </p:cBhvr>
                                      <p:to>
                                        <p:strVal val="hidden"/>
                                      </p:to>
                                    </p:set>
                                  </p:childTnLst>
                                </p:cTn>
                              </p:par>
                              <p:par>
                                <p:cTn id="53" presetID="22" presetClass="entr" presetSubtype="8" fill="hold" grpId="0" nodeType="withEffect">
                                  <p:stCondLst>
                                    <p:cond delay="0"/>
                                  </p:stCondLst>
                                  <p:childTnLst>
                                    <p:set>
                                      <p:cBhvr>
                                        <p:cTn id="54" dur="1" fill="hold">
                                          <p:stCondLst>
                                            <p:cond delay="0"/>
                                          </p:stCondLst>
                                        </p:cTn>
                                        <p:tgtEl>
                                          <p:spTgt spid="130094"/>
                                        </p:tgtEl>
                                        <p:attrNameLst>
                                          <p:attrName>style.visibility</p:attrName>
                                        </p:attrNameLst>
                                      </p:cBhvr>
                                      <p:to>
                                        <p:strVal val="visible"/>
                                      </p:to>
                                    </p:set>
                                    <p:animEffect transition="in" filter="wipe(left)">
                                      <p:cBhvr>
                                        <p:cTn id="55" dur="500"/>
                                        <p:tgtEl>
                                          <p:spTgt spid="130094"/>
                                        </p:tgtEl>
                                      </p:cBhvr>
                                    </p:animEffect>
                                  </p:childTnLst>
                                </p:cTn>
                              </p:par>
                              <p:par>
                                <p:cTn id="56" presetID="18" presetClass="entr" presetSubtype="3" fill="hold" grpId="0" nodeType="withEffect">
                                  <p:stCondLst>
                                    <p:cond delay="0"/>
                                  </p:stCondLst>
                                  <p:childTnLst>
                                    <p:set>
                                      <p:cBhvr>
                                        <p:cTn id="57" dur="1" fill="hold">
                                          <p:stCondLst>
                                            <p:cond delay="0"/>
                                          </p:stCondLst>
                                        </p:cTn>
                                        <p:tgtEl>
                                          <p:spTgt spid="130088"/>
                                        </p:tgtEl>
                                        <p:attrNameLst>
                                          <p:attrName>style.visibility</p:attrName>
                                        </p:attrNameLst>
                                      </p:cBhvr>
                                      <p:to>
                                        <p:strVal val="visible"/>
                                      </p:to>
                                    </p:set>
                                    <p:animEffect transition="in" filter="strips(upRight)">
                                      <p:cBhvr>
                                        <p:cTn id="58" dur="500"/>
                                        <p:tgtEl>
                                          <p:spTgt spid="130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8" grpId="0" build="p"/>
      <p:bldP spid="130087" grpId="0" bldLvl="0" animBg="1"/>
      <p:bldP spid="130087" grpId="1" bldLvl="0" animBg="1"/>
      <p:bldP spid="130088" grpId="0" bldLvl="0" animBg="1"/>
      <p:bldP spid="130089" grpId="0" bldLvl="0" animBg="1"/>
      <p:bldP spid="130089" grpId="1" bldLvl="0" animBg="1"/>
      <p:bldP spid="130092" grpId="0" bldLvl="0" animBg="1"/>
      <p:bldP spid="130092" grpId="1" bldLvl="0" animBg="1"/>
      <p:bldP spid="130093" grpId="0" bldLvl="0" animBg="1"/>
      <p:bldP spid="130093" grpId="1" bldLvl="0" animBg="1"/>
      <p:bldP spid="13009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Rectangle 22"/>
          <p:cNvSpPr>
            <a:spLocks noGrp="1" noChangeArrowheads="1"/>
          </p:cNvSpPr>
          <p:nvPr>
            <p:custDataLst>
              <p:tags r:id="rId2"/>
            </p:custDataLst>
          </p:nvPr>
        </p:nvSpPr>
        <p:spPr>
          <a:xfrm>
            <a:off x="323215" y="1700530"/>
            <a:ext cx="8313420" cy="377888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dirty="0" smtClean="0"/>
              <a:t>规模经济的产生是因为产量</a:t>
            </a:r>
            <a:r>
              <a:rPr lang="zh-CN" altLang="en-US" dirty="0" smtClean="0"/>
              <a:t>增加时</a:t>
            </a:r>
            <a:r>
              <a:rPr lang="en-US" dirty="0" smtClean="0"/>
              <a:t>允许</a:t>
            </a:r>
            <a:r>
              <a:rPr lang="zh-CN" altLang="en-US" dirty="0" smtClean="0"/>
              <a:t>更大的分工</a:t>
            </a:r>
            <a:r>
              <a:rPr lang="en-US" dirty="0" smtClean="0"/>
              <a:t>: 专业化可以使工人更</a:t>
            </a:r>
            <a:r>
              <a:rPr lang="zh-CN" altLang="en-US" dirty="0" smtClean="0"/>
              <a:t>有效率专注于</a:t>
            </a:r>
            <a:r>
              <a:rPr lang="en-US" dirty="0" smtClean="0"/>
              <a:t>一项工作</a:t>
            </a:r>
            <a:endParaRPr lang="en-US" dirty="0" smtClean="0"/>
          </a:p>
          <a:p>
            <a:pPr lvl="1" eaLnBrk="1" hangingPunct="1"/>
            <a:r>
              <a:rPr lang="en-US" dirty="0" smtClean="0"/>
              <a:t>在产量</a:t>
            </a:r>
            <a:r>
              <a:rPr lang="zh-CN" altLang="en-US" dirty="0" smtClean="0"/>
              <a:t>较</a:t>
            </a:r>
            <a:r>
              <a:rPr lang="en-US" dirty="0" smtClean="0"/>
              <a:t>低时，规模经济更常见 </a:t>
            </a:r>
            <a:endParaRPr lang="en-US" dirty="0" smtClean="0"/>
          </a:p>
          <a:p>
            <a:pPr eaLnBrk="1" hangingPunct="1"/>
            <a:r>
              <a:rPr lang="en-US" dirty="0" smtClean="0"/>
              <a:t>规模不经济的</a:t>
            </a:r>
            <a:r>
              <a:rPr lang="zh-CN" altLang="en-US" dirty="0" smtClean="0"/>
              <a:t>产</a:t>
            </a:r>
            <a:r>
              <a:rPr lang="en-US" dirty="0" smtClean="0"/>
              <a:t>生是</a:t>
            </a:r>
            <a:r>
              <a:rPr lang="zh-CN" altLang="en-US" dirty="0" smtClean="0"/>
              <a:t>由于</a:t>
            </a:r>
            <a:r>
              <a:rPr lang="en-US" dirty="0" smtClean="0"/>
              <a:t>大型组织中固有的</a:t>
            </a:r>
            <a:r>
              <a:rPr lang="zh-CN" altLang="en-US" dirty="0" smtClean="0"/>
              <a:t>协调</a:t>
            </a:r>
            <a:r>
              <a:rPr lang="en-US" dirty="0" smtClean="0"/>
              <a:t>问题</a:t>
            </a:r>
            <a:r>
              <a:rPr lang="zh-CN" altLang="en-US" dirty="0" smtClean="0"/>
              <a:t>，</a:t>
            </a:r>
            <a:r>
              <a:rPr lang="en-US" dirty="0" smtClean="0"/>
              <a:t>例如:管理团队越庞大，成本控制就越困难。</a:t>
            </a:r>
            <a:endParaRPr lang="en-US" dirty="0" smtClean="0"/>
          </a:p>
          <a:p>
            <a:pPr lvl="1" eaLnBrk="1" hangingPunct="1"/>
            <a:r>
              <a:rPr lang="en-US" dirty="0" smtClean="0"/>
              <a:t>当产量高时，规模不经济更常见</a:t>
            </a:r>
            <a:endParaRPr lang="en-US" dirty="0" smtClean="0"/>
          </a:p>
        </p:txBody>
      </p:sp>
      <p:sp>
        <p:nvSpPr>
          <p:cNvPr id="4" name="TextBox 5"/>
          <p:cNvSpPr txBox="1"/>
          <p:nvPr/>
        </p:nvSpPr>
        <p:spPr>
          <a:xfrm>
            <a:off x="414137" y="641967"/>
            <a:ext cx="6278880" cy="583565"/>
          </a:xfrm>
          <a:prstGeom prst="rect">
            <a:avLst/>
          </a:prstGeom>
          <a:noFill/>
        </p:spPr>
        <p:txBody>
          <a:bodyPr wrap="none" rtlCol="0">
            <a:spAutoFit/>
          </a:bodyPr>
          <a:p>
            <a:pPr algn="l"/>
            <a:r>
              <a:rPr sz="3200" dirty="0">
                <a:solidFill>
                  <a:srgbClr val="002060"/>
                </a:solidFill>
                <a:latin typeface="华光中雅_CNKI" panose="02000500000000000000" pitchFamily="2" charset="-122"/>
                <a:ea typeface="华光中雅_CNKI" panose="02000500000000000000" pitchFamily="2" charset="-122"/>
              </a:rPr>
              <a:t>一个代表性的长期平均总成本曲线</a:t>
            </a:r>
            <a:endParaRPr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4"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9" name="TextBox 5"/>
          <p:cNvSpPr txBox="1"/>
          <p:nvPr/>
        </p:nvSpPr>
        <p:spPr>
          <a:xfrm>
            <a:off x="414137" y="641967"/>
            <a:ext cx="995680" cy="58356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结论</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48133" name="Rectangle 3"/>
          <p:cNvSpPr>
            <a:spLocks noGrp="1" noChangeArrowheads="1"/>
          </p:cNvSpPr>
          <p:nvPr>
            <p:custDataLst>
              <p:tags r:id="rId2"/>
            </p:custDataLst>
          </p:nvPr>
        </p:nvSpPr>
        <p:spPr>
          <a:xfrm>
            <a:off x="395605" y="1484630"/>
            <a:ext cx="8229600" cy="306705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dirty="0" smtClean="0"/>
              <a:t>成本对于许多商业决策而言是异常重要的，包括</a:t>
            </a:r>
            <a:r>
              <a:rPr lang="zh-CN" altLang="en-US" dirty="0" smtClean="0"/>
              <a:t>产量、</a:t>
            </a:r>
            <a:r>
              <a:rPr lang="en-US" dirty="0" smtClean="0"/>
              <a:t>定价以及</a:t>
            </a:r>
            <a:r>
              <a:rPr lang="zh-CN" altLang="en-US" dirty="0" smtClean="0"/>
              <a:t>用工等。</a:t>
            </a:r>
            <a:r>
              <a:rPr lang="en-US" dirty="0" smtClean="0"/>
              <a:t> </a:t>
            </a:r>
            <a:endParaRPr lang="en-US" dirty="0" smtClean="0"/>
          </a:p>
          <a:p>
            <a:pPr eaLnBrk="1" hangingPunct="1"/>
            <a:r>
              <a:rPr lang="en-US" dirty="0" smtClean="0"/>
              <a:t>本章介绍了许多关于成本的概念</a:t>
            </a:r>
            <a:r>
              <a:rPr lang="zh-CN" altLang="en-US" dirty="0" smtClean="0"/>
              <a:t>。</a:t>
            </a:r>
            <a:endParaRPr lang="en-US" dirty="0" smtClean="0"/>
          </a:p>
          <a:p>
            <a:pPr eaLnBrk="1" hangingPunct="1"/>
            <a:r>
              <a:rPr lang="en-US" dirty="0" smtClean="0"/>
              <a:t>接下来的章节中我们将展示企业如何利用这些概念</a:t>
            </a:r>
            <a:r>
              <a:rPr lang="zh-CN" altLang="en-US" dirty="0" smtClean="0"/>
              <a:t>，</a:t>
            </a:r>
            <a:r>
              <a:rPr lang="en-US" dirty="0" smtClean="0"/>
              <a:t>在不</a:t>
            </a:r>
            <a:r>
              <a:rPr lang="zh-CN" altLang="en-US" dirty="0" smtClean="0"/>
              <a:t>同</a:t>
            </a:r>
            <a:r>
              <a:rPr lang="en-US" dirty="0" smtClean="0"/>
              <a:t>的市场结构中实现利润最大化</a:t>
            </a:r>
            <a:r>
              <a:rPr lang="zh-CN" altLang="en-US" dirty="0" smtClean="0"/>
              <a:t>。</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3">
                                            <p:txEl>
                                              <p:pRg st="0" end="0"/>
                                            </p:txEl>
                                          </p:spTgt>
                                        </p:tgtEl>
                                        <p:attrNameLst>
                                          <p:attrName>style.visibility</p:attrName>
                                        </p:attrNameLst>
                                      </p:cBhvr>
                                      <p:to>
                                        <p:strVal val="visible"/>
                                      </p:to>
                                    </p:set>
                                    <p:animEffect transition="in" filter="wipe(left)">
                                      <p:cBhvr>
                                        <p:cTn id="7" dur="500"/>
                                        <p:tgtEl>
                                          <p:spTgt spid="481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3">
                                            <p:txEl>
                                              <p:pRg st="1" end="1"/>
                                            </p:txEl>
                                          </p:spTgt>
                                        </p:tgtEl>
                                        <p:attrNameLst>
                                          <p:attrName>style.visibility</p:attrName>
                                        </p:attrNameLst>
                                      </p:cBhvr>
                                      <p:to>
                                        <p:strVal val="visible"/>
                                      </p:to>
                                    </p:set>
                                    <p:animEffect transition="in" filter="wipe(left)">
                                      <p:cBhvr>
                                        <p:cTn id="12" dur="500"/>
                                        <p:tgtEl>
                                          <p:spTgt spid="481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133">
                                            <p:txEl>
                                              <p:pRg st="2" end="2"/>
                                            </p:txEl>
                                          </p:spTgt>
                                        </p:tgtEl>
                                        <p:attrNameLst>
                                          <p:attrName>style.visibility</p:attrName>
                                        </p:attrNameLst>
                                      </p:cBhvr>
                                      <p:to>
                                        <p:strVal val="visible"/>
                                      </p:to>
                                    </p:set>
                                    <p:animEffect transition="in" filter="wipe(left)">
                                      <p:cBhvr>
                                        <p:cTn id="17" dur="500"/>
                                        <p:tgtEl>
                                          <p:spTgt spid="481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bldLvl="4"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995680" cy="58356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总结</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3" name="Content Placeholder 2" descr="7b0a202020202262756c6c6574223a20227b5c2263617465676f727949645c223a5c225c222c5c2274656d706c61746549645c223a32303233313638347d220a7d0a"/>
          <p:cNvSpPr>
            <a:spLocks noGrp="1"/>
          </p:cNvSpPr>
          <p:nvPr>
            <p:ph idx="1"/>
            <p:custDataLst>
              <p:tags r:id="rId2"/>
            </p:custDataLst>
          </p:nvPr>
        </p:nvSpPr>
        <p:spPr>
          <a:xfrm>
            <a:off x="457200" y="1628775"/>
            <a:ext cx="8229600" cy="3299460"/>
          </a:xfrm>
        </p:spPr>
        <p:txBody>
          <a:bodyPr>
            <a:normAutofit/>
          </a:bodyPr>
          <a:lstStyle/>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隐性成本不涉及现金支出。然而对企业决策而言却如同显性成本一样重要</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会计利润等于收益减去显性成本。经济利润等于收益减去总成本(</a:t>
            </a:r>
            <a:r>
              <a:rPr lang="en-US" sz="2800" dirty="0" smtClean="0">
                <a:solidFill>
                  <a:schemeClr val="tx1"/>
                </a:solidFill>
                <a:latin typeface="华光楷体一_CNKI" panose="02000500000000000000" charset="-122"/>
                <a:ea typeface="华光楷体一_CNKI" panose="02000500000000000000" charset="-122"/>
                <a:cs typeface="华光楷体一_CNKI" panose="02000500000000000000" charset="-122"/>
              </a:rPr>
              <a:t>隐性成本+显性成本</a:t>
            </a:r>
            <a:r>
              <a:rPr lang="en-US" sz="2800" dirty="0" smtClean="0">
                <a:solidFill>
                  <a:schemeClr val="tx1"/>
                </a:solidFill>
                <a:latin typeface="Arial" panose="020B0604020202020204"/>
                <a:ea typeface="+mn-ea"/>
                <a:cs typeface="Arial" panose="020B0604020202020204"/>
              </a:rPr>
              <a:t>)</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生产函数表示一种物品的投入量与该物品</a:t>
            </a:r>
            <a:r>
              <a:rPr lang="zh-CN" altLang="en-US" sz="2800" dirty="0" smtClean="0">
                <a:solidFill>
                  <a:schemeClr val="tx1"/>
                </a:solidFill>
                <a:latin typeface="Arial" panose="020B0604020202020204"/>
                <a:ea typeface="+mn-ea"/>
                <a:cs typeface="Arial" panose="020B0604020202020204"/>
              </a:rPr>
              <a:t>的</a:t>
            </a:r>
            <a:r>
              <a:rPr lang="en-US" sz="2800" dirty="0" smtClean="0">
                <a:solidFill>
                  <a:schemeClr val="tx1"/>
                </a:solidFill>
                <a:latin typeface="Arial" panose="020B0604020202020204"/>
                <a:ea typeface="+mn-ea"/>
                <a:cs typeface="Arial" panose="020B0604020202020204"/>
              </a:rPr>
              <a:t>产量之间的关系</a:t>
            </a:r>
            <a:endParaRPr lang="en-US" sz="2800" dirty="0" smtClean="0">
              <a:solidFill>
                <a:schemeClr val="tx1"/>
              </a:solidFill>
              <a:latin typeface="Arial" panose="020B0604020202020204"/>
              <a:ea typeface="+mn-ea"/>
              <a:cs typeface="Arial" panose="020B06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9956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总结</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36" name="Content Placeholder 2" descr="7b0a202020202262756c6c6574223a20227b5c2263617465676f727949645c223a5c225c222c5c2274656d706c61746549645c223a32303233313638347d220a7d0a"/>
          <p:cNvSpPr>
            <a:spLocks noGrp="1"/>
          </p:cNvSpPr>
          <p:nvPr>
            <p:ph idx="1"/>
            <p:custDataLst>
              <p:tags r:id="rId2"/>
            </p:custDataLst>
          </p:nvPr>
        </p:nvSpPr>
        <p:spPr>
          <a:xfrm>
            <a:off x="457200" y="1628775"/>
            <a:ext cx="8229600" cy="3904615"/>
          </a:xfrm>
        </p:spPr>
        <p:txBody>
          <a:bodyPr>
            <a:normAutofit/>
          </a:bodyPr>
          <a:lstStyle/>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劳动的边际产量为其他投入量不变时，劳动增加一单位，产量所增加的量。其他投入的边际产量的定义与之类似 </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边际产量通常随着投入增加而减少。因此，随着产量增加，生产函数变得越来越平坦，</a:t>
            </a:r>
            <a:r>
              <a:rPr lang="zh-CN" altLang="en-US" sz="2800" dirty="0" smtClean="0">
                <a:solidFill>
                  <a:schemeClr val="tx1"/>
                </a:solidFill>
                <a:latin typeface="Arial" panose="020B0604020202020204"/>
                <a:ea typeface="+mn-ea"/>
                <a:cs typeface="Arial" panose="020B0604020202020204"/>
              </a:rPr>
              <a:t>而</a:t>
            </a:r>
            <a:r>
              <a:rPr lang="en-US" sz="2800" dirty="0" smtClean="0">
                <a:solidFill>
                  <a:schemeClr val="tx1"/>
                </a:solidFill>
                <a:latin typeface="Arial" panose="020B0604020202020204"/>
                <a:ea typeface="+mn-ea"/>
                <a:cs typeface="Arial" panose="020B0604020202020204"/>
              </a:rPr>
              <a:t>总成本曲线</a:t>
            </a:r>
            <a:r>
              <a:rPr lang="zh-CN" altLang="en-US" sz="2800" dirty="0" smtClean="0">
                <a:solidFill>
                  <a:schemeClr val="tx1"/>
                </a:solidFill>
                <a:latin typeface="Arial" panose="020B0604020202020204"/>
                <a:ea typeface="+mn-ea"/>
                <a:cs typeface="Arial" panose="020B0604020202020204"/>
              </a:rPr>
              <a:t>却</a:t>
            </a:r>
            <a:r>
              <a:rPr lang="en-US" sz="2800" dirty="0" smtClean="0">
                <a:solidFill>
                  <a:schemeClr val="tx1"/>
                </a:solidFill>
                <a:latin typeface="Arial" panose="020B0604020202020204"/>
                <a:ea typeface="+mn-ea"/>
                <a:cs typeface="Arial" panose="020B0604020202020204"/>
              </a:rPr>
              <a:t>变得更加陡峭  </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可变成本随产量的不同而变化</a:t>
            </a:r>
            <a:r>
              <a:rPr lang="zh-CN" altLang="en-US" sz="2800" dirty="0" smtClean="0">
                <a:solidFill>
                  <a:schemeClr val="tx1"/>
                </a:solidFill>
                <a:latin typeface="Arial" panose="020B0604020202020204"/>
                <a:ea typeface="+mn-ea"/>
                <a:cs typeface="Arial" panose="020B0604020202020204"/>
              </a:rPr>
              <a:t>；</a:t>
            </a:r>
            <a:r>
              <a:rPr lang="en-US" sz="2800" dirty="0" smtClean="0">
                <a:solidFill>
                  <a:schemeClr val="tx1"/>
                </a:solidFill>
                <a:latin typeface="Arial" panose="020B0604020202020204"/>
                <a:ea typeface="+mn-ea"/>
                <a:cs typeface="Arial" panose="020B0604020202020204"/>
              </a:rPr>
              <a:t>固定成本则不变</a:t>
            </a:r>
            <a:endParaRPr lang="en-US" sz="2800" dirty="0" smtClean="0">
              <a:solidFill>
                <a:schemeClr val="tx1"/>
              </a:solidFill>
              <a:latin typeface="Arial" panose="020B0604020202020204"/>
              <a:ea typeface="+mn-ea"/>
              <a:cs typeface="Arial" panose="020B06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9956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总结</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36" name="Content Placeholder 2" descr="7b0a202020202262756c6c6574223a20227b5c2263617465676f727949645c223a5c225c222c5c2274656d706c61746549645c223a32303233313638347d220a7d0a"/>
          <p:cNvSpPr>
            <a:spLocks noGrp="1"/>
          </p:cNvSpPr>
          <p:nvPr>
            <p:ph idx="1"/>
            <p:custDataLst>
              <p:tags r:id="rId2"/>
            </p:custDataLst>
          </p:nvPr>
        </p:nvSpPr>
        <p:spPr>
          <a:xfrm>
            <a:off x="467360" y="1484630"/>
            <a:ext cx="8229600" cy="4009390"/>
          </a:xfrm>
        </p:spPr>
        <p:txBody>
          <a:bodyPr>
            <a:normAutofit/>
          </a:bodyPr>
          <a:lstStyle/>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边际成本等于产出增加一单位时，总成本所增加的量。边际成本曲线通常是向上倾斜的  </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平均可变成本等于可变成本除以产量  </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平均固定成本等于固定成本除以产量。平均固定成本总是随着产量增加而减少 </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平均总成本(有时称作“单位成本”) 等于总成本除以产量。平均</a:t>
            </a:r>
            <a:r>
              <a:rPr lang="zh-CN" altLang="en-US" sz="2800" dirty="0" smtClean="0">
                <a:solidFill>
                  <a:schemeClr val="tx1"/>
                </a:solidFill>
                <a:latin typeface="Arial" panose="020B0604020202020204"/>
                <a:ea typeface="+mn-ea"/>
                <a:cs typeface="Arial" panose="020B0604020202020204"/>
              </a:rPr>
              <a:t>总</a:t>
            </a:r>
            <a:r>
              <a:rPr lang="en-US" sz="2800" dirty="0" smtClean="0">
                <a:solidFill>
                  <a:schemeClr val="tx1"/>
                </a:solidFill>
                <a:latin typeface="Arial" panose="020B0604020202020204"/>
                <a:ea typeface="+mn-ea"/>
                <a:cs typeface="Arial" panose="020B0604020202020204"/>
              </a:rPr>
              <a:t>成本曲线通常为U</a:t>
            </a:r>
            <a:r>
              <a:rPr lang="zh-CN" altLang="en-US" sz="2800" dirty="0" smtClean="0">
                <a:solidFill>
                  <a:schemeClr val="tx1"/>
                </a:solidFill>
                <a:latin typeface="Arial" panose="020B0604020202020204"/>
                <a:ea typeface="+mn-ea"/>
                <a:cs typeface="Arial" panose="020B0604020202020204"/>
              </a:rPr>
              <a:t>型</a:t>
            </a:r>
            <a:r>
              <a:rPr lang="en-US" sz="2800" dirty="0" smtClean="0">
                <a:solidFill>
                  <a:schemeClr val="tx1"/>
                </a:solidFill>
                <a:latin typeface="Arial" panose="020B0604020202020204"/>
                <a:ea typeface="+mn-ea"/>
                <a:cs typeface="Arial" panose="020B0604020202020204"/>
              </a:rPr>
              <a:t> </a:t>
            </a:r>
            <a:endParaRPr lang="en-US" sz="2800" dirty="0" smtClean="0">
              <a:solidFill>
                <a:schemeClr val="tx1"/>
              </a:solidFill>
              <a:latin typeface="Arial" panose="020B0604020202020204"/>
              <a:ea typeface="+mn-ea"/>
              <a:cs typeface="Arial" panose="020B06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9956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总结</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36" name="Content Placeholder 2" descr="7b0a202020202262756c6c6574223a20227b5c2263617465676f727949645c223a5c225c222c5c2274656d706c61746549645c223a32303233313638347d220a7d0a"/>
          <p:cNvSpPr>
            <a:spLocks noGrp="1"/>
          </p:cNvSpPr>
          <p:nvPr>
            <p:ph idx="1"/>
            <p:custDataLst>
              <p:tags r:id="rId2"/>
            </p:custDataLst>
          </p:nvPr>
        </p:nvSpPr>
        <p:spPr>
          <a:xfrm>
            <a:off x="457200" y="1295400"/>
            <a:ext cx="8229600" cy="5181600"/>
          </a:xfrm>
        </p:spPr>
        <p:txBody>
          <a:bodyPr>
            <a:normAutofit/>
          </a:bodyPr>
          <a:lstStyle/>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边际成本曲线总是与平均总成本曲线相交于平均总成本的最低点。  </a:t>
            </a:r>
            <a:br>
              <a:rPr lang="en-US" sz="2800" dirty="0" smtClean="0">
                <a:solidFill>
                  <a:schemeClr val="tx1"/>
                </a:solidFill>
                <a:latin typeface="Arial" panose="020B0604020202020204"/>
                <a:ea typeface="+mn-ea"/>
                <a:cs typeface="Arial" panose="020B0604020202020204"/>
              </a:rPr>
            </a:br>
            <a:r>
              <a:rPr lang="en-US" sz="2800" dirty="0" smtClean="0">
                <a:solidFill>
                  <a:schemeClr val="tx1"/>
                </a:solidFill>
                <a:latin typeface="Arial" panose="020B0604020202020204"/>
                <a:ea typeface="+mn-ea"/>
                <a:cs typeface="Arial" panose="020B0604020202020204"/>
              </a:rPr>
              <a:t>    当 MC &lt; ATC, ATC 随产量增加而下降</a:t>
            </a:r>
            <a:br>
              <a:rPr lang="en-US" sz="2800" dirty="0" smtClean="0">
                <a:solidFill>
                  <a:schemeClr val="tx1"/>
                </a:solidFill>
                <a:latin typeface="Arial" panose="020B0604020202020204"/>
                <a:ea typeface="+mn-ea"/>
                <a:cs typeface="Arial" panose="020B0604020202020204"/>
              </a:rPr>
            </a:br>
            <a:r>
              <a:rPr lang="en-US" sz="2800" dirty="0" smtClean="0">
                <a:solidFill>
                  <a:schemeClr val="tx1"/>
                </a:solidFill>
                <a:latin typeface="Arial" panose="020B0604020202020204"/>
                <a:ea typeface="+mn-ea"/>
                <a:cs typeface="Arial" panose="020B0604020202020204"/>
              </a:rPr>
              <a:t>    当 MC &gt; ATC, ATC</a:t>
            </a:r>
            <a:r>
              <a:rPr lang="en-US" sz="2800" dirty="0" smtClean="0">
                <a:solidFill>
                  <a:schemeClr val="tx1"/>
                </a:solidFill>
                <a:latin typeface="Arial" panose="020B0604020202020204"/>
                <a:ea typeface="+mn-ea"/>
                <a:cs typeface="Arial" panose="020B0604020202020204"/>
                <a:sym typeface="+mn-ea"/>
              </a:rPr>
              <a:t>随产量增加而上升</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长期内，所有成本都是可变的  </a:t>
            </a:r>
            <a:endParaRPr lang="en-US" sz="2800" dirty="0" smtClean="0">
              <a:solidFill>
                <a:schemeClr val="tx1"/>
              </a:solidFill>
              <a:latin typeface="Arial" panose="020B0604020202020204"/>
              <a:ea typeface="+mn-ea"/>
              <a:cs typeface="Arial" panose="020B0604020202020204"/>
            </a:endParaRPr>
          </a:p>
          <a:p>
            <a:pPr indent="-342900"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规模经济</a:t>
            </a:r>
            <a:r>
              <a:rPr lang="zh-CN" altLang="en-US" sz="2800" dirty="0" smtClean="0">
                <a:solidFill>
                  <a:schemeClr val="tx1"/>
                </a:solidFill>
                <a:latin typeface="Arial" panose="020B0604020202020204"/>
                <a:ea typeface="+mn-ea"/>
                <a:cs typeface="Arial" panose="020B0604020202020204"/>
              </a:rPr>
              <a:t>：</a:t>
            </a:r>
            <a:r>
              <a:rPr lang="en-US" altLang="zh-CN" sz="2800" dirty="0" smtClean="0">
                <a:solidFill>
                  <a:schemeClr val="tx1"/>
                </a:solidFill>
                <a:latin typeface="Arial" panose="020B0604020202020204"/>
                <a:ea typeface="+mn-ea"/>
                <a:cs typeface="Arial" panose="020B0604020202020204"/>
              </a:rPr>
              <a:t>A</a:t>
            </a:r>
            <a:r>
              <a:rPr lang="en-US" sz="2800" dirty="0" smtClean="0">
                <a:solidFill>
                  <a:schemeClr val="tx1"/>
                </a:solidFill>
                <a:latin typeface="Arial" panose="020B0604020202020204"/>
                <a:ea typeface="+mn-ea"/>
                <a:cs typeface="Arial" panose="020B0604020202020204"/>
              </a:rPr>
              <a:t>TC 随产量增加而下降 </a:t>
            </a:r>
            <a:endParaRPr lang="en-US" sz="2800" dirty="0" smtClean="0">
              <a:solidFill>
                <a:schemeClr val="tx1"/>
              </a:solidFill>
              <a:latin typeface="Arial" panose="020B0604020202020204"/>
              <a:ea typeface="+mn-ea"/>
              <a:cs typeface="Arial" panose="020B0604020202020204"/>
            </a:endParaRPr>
          </a:p>
          <a:p>
            <a:pPr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 规模不经济</a:t>
            </a:r>
            <a:r>
              <a:rPr lang="zh-CN" altLang="en-US" sz="2800" dirty="0" smtClean="0">
                <a:solidFill>
                  <a:schemeClr val="tx1"/>
                </a:solidFill>
                <a:latin typeface="Arial" panose="020B0604020202020204"/>
                <a:ea typeface="+mn-ea"/>
                <a:cs typeface="Arial" panose="020B0604020202020204"/>
              </a:rPr>
              <a:t>：</a:t>
            </a:r>
            <a:r>
              <a:rPr lang="en-US" sz="2800" dirty="0" smtClean="0">
                <a:solidFill>
                  <a:schemeClr val="tx1"/>
                </a:solidFill>
                <a:latin typeface="Arial" panose="020B0604020202020204"/>
                <a:ea typeface="+mn-ea"/>
                <a:cs typeface="Arial" panose="020B0604020202020204"/>
              </a:rPr>
              <a:t>ATC随产量增加而上升  </a:t>
            </a:r>
            <a:endParaRPr lang="en-US" sz="2800" dirty="0" smtClean="0">
              <a:solidFill>
                <a:schemeClr val="tx1"/>
              </a:solidFill>
              <a:latin typeface="Arial" panose="020B0604020202020204"/>
              <a:ea typeface="+mn-ea"/>
              <a:cs typeface="Arial" panose="020B0604020202020204"/>
            </a:endParaRPr>
          </a:p>
          <a:p>
            <a:pPr algn="l">
              <a:lnSpc>
                <a:spcPct val="105000"/>
              </a:lnSpc>
              <a:spcBef>
                <a:spcPts val="1200"/>
              </a:spcBef>
              <a:spcAft>
                <a:spcPts val="0"/>
              </a:spcAft>
              <a:buClr>
                <a:srgbClr val="A3C167"/>
              </a:buClr>
              <a:buSzTx/>
              <a:buFont typeface="Wingdings" panose="05000000000000000000" pitchFamily="2" charset="2"/>
              <a:buBlip>
                <a:blip r:embed="rId3">
                  <a:extLst>
                    <a:ext uri="{96DAC541-7B7A-43D3-8B79-37D633B846F1}">
                      <asvg:svgBlip xmlns:asvg="http://schemas.microsoft.com/office/drawing/2016/SVG/main" r:embed="rId4"/>
                    </a:ext>
                  </a:extLst>
                </a:blip>
              </a:buBlip>
            </a:pPr>
            <a:r>
              <a:rPr lang="en-US" sz="2800" dirty="0" smtClean="0">
                <a:solidFill>
                  <a:schemeClr val="tx1"/>
                </a:solidFill>
                <a:latin typeface="Arial" panose="020B0604020202020204"/>
                <a:ea typeface="+mn-ea"/>
                <a:cs typeface="Arial" panose="020B0604020202020204"/>
              </a:rPr>
              <a:t> 规模收益不变</a:t>
            </a:r>
            <a:r>
              <a:rPr lang="zh-CN" altLang="en-US" sz="2800" dirty="0" smtClean="0">
                <a:solidFill>
                  <a:schemeClr val="tx1"/>
                </a:solidFill>
                <a:latin typeface="Arial" panose="020B0604020202020204"/>
                <a:ea typeface="+mn-ea"/>
                <a:cs typeface="Arial" panose="020B0604020202020204"/>
              </a:rPr>
              <a:t>：</a:t>
            </a:r>
            <a:r>
              <a:rPr lang="en-US" sz="2800" dirty="0" smtClean="0">
                <a:solidFill>
                  <a:schemeClr val="tx1"/>
                </a:solidFill>
                <a:latin typeface="Arial" panose="020B0604020202020204"/>
                <a:ea typeface="+mn-ea"/>
                <a:cs typeface="Arial" panose="020B0604020202020204"/>
              </a:rPr>
              <a:t>ATC随产量增加而保持不变</a:t>
            </a:r>
            <a:endParaRPr lang="zh-CN" altLang="en-US" sz="2800" dirty="0" smtClean="0">
              <a:solidFill>
                <a:schemeClr val="tx1"/>
              </a:solidFill>
              <a:latin typeface="Arial" panose="020B0604020202020204"/>
              <a:ea typeface="+mn-ea"/>
              <a:cs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2827020" cy="583565"/>
          </a:xfrm>
          <a:prstGeom prst="rect">
            <a:avLst/>
          </a:prstGeom>
          <a:noFill/>
        </p:spPr>
        <p:txBody>
          <a:bodyPr wrap="none" rtlCol="0">
            <a:spAutoFit/>
          </a:bodyPr>
          <a:lstStyle/>
          <a:p>
            <a:pPr algn="l" eaLnBrk="1" hangingPunct="1"/>
            <a:r>
              <a:rPr lang="en-US" sz="3200" smtClean="0">
                <a:sym typeface="+mn-ea"/>
              </a:rPr>
              <a:t>例2的完整数据</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53253" name="Rectangle 3"/>
          <p:cNvSpPr>
            <a:spLocks noChangeArrowheads="1"/>
          </p:cNvSpPr>
          <p:nvPr>
            <p:custDataLst>
              <p:tags r:id="rId2"/>
            </p:custDataLst>
          </p:nvPr>
        </p:nvSpPr>
        <p:spPr bwMode="auto">
          <a:xfrm>
            <a:off x="6127750" y="5880100"/>
            <a:ext cx="11747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102.50</a:t>
            </a:r>
            <a:endParaRPr lang="en-US" sz="2400">
              <a:cs typeface="Arial" panose="020B0604020202020204" pitchFamily="34" charset="0"/>
            </a:endParaRPr>
          </a:p>
        </p:txBody>
      </p:sp>
      <p:sp>
        <p:nvSpPr>
          <p:cNvPr id="53254" name="Rectangle 4"/>
          <p:cNvSpPr>
            <a:spLocks noChangeArrowheads="1"/>
          </p:cNvSpPr>
          <p:nvPr>
            <p:custDataLst>
              <p:tags r:id="rId3"/>
            </p:custDataLst>
          </p:nvPr>
        </p:nvSpPr>
        <p:spPr bwMode="auto">
          <a:xfrm>
            <a:off x="4999038" y="5880100"/>
            <a:ext cx="1128712"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90</a:t>
            </a:r>
            <a:endParaRPr lang="en-US" sz="2400">
              <a:cs typeface="Arial" panose="020B0604020202020204" pitchFamily="34" charset="0"/>
            </a:endParaRPr>
          </a:p>
        </p:txBody>
      </p:sp>
      <p:sp>
        <p:nvSpPr>
          <p:cNvPr id="53255" name="Rectangle 5"/>
          <p:cNvSpPr>
            <a:spLocks noChangeArrowheads="1"/>
          </p:cNvSpPr>
          <p:nvPr>
            <p:custDataLst>
              <p:tags r:id="rId4"/>
            </p:custDataLst>
          </p:nvPr>
        </p:nvSpPr>
        <p:spPr bwMode="auto">
          <a:xfrm>
            <a:off x="3811588" y="5880100"/>
            <a:ext cx="11874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12.50</a:t>
            </a:r>
            <a:endParaRPr lang="en-US" sz="2400">
              <a:cs typeface="Arial" panose="020B0604020202020204" pitchFamily="34" charset="0"/>
            </a:endParaRPr>
          </a:p>
        </p:txBody>
      </p:sp>
      <p:sp>
        <p:nvSpPr>
          <p:cNvPr id="53256" name="Rectangle 6"/>
          <p:cNvSpPr>
            <a:spLocks noChangeArrowheads="1"/>
          </p:cNvSpPr>
          <p:nvPr>
            <p:custDataLst>
              <p:tags r:id="rId5"/>
            </p:custDataLst>
          </p:nvPr>
        </p:nvSpPr>
        <p:spPr bwMode="auto">
          <a:xfrm>
            <a:off x="2825750" y="5880100"/>
            <a:ext cx="98583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820</a:t>
            </a:r>
            <a:endParaRPr lang="en-US" sz="2400">
              <a:cs typeface="Arial" panose="020B0604020202020204" pitchFamily="34" charset="0"/>
            </a:endParaRPr>
          </a:p>
        </p:txBody>
      </p:sp>
      <p:sp>
        <p:nvSpPr>
          <p:cNvPr id="53257" name="Rectangle 7"/>
          <p:cNvSpPr>
            <a:spLocks noChangeArrowheads="1"/>
          </p:cNvSpPr>
          <p:nvPr>
            <p:custDataLst>
              <p:tags r:id="rId6"/>
            </p:custDataLst>
          </p:nvPr>
        </p:nvSpPr>
        <p:spPr bwMode="auto">
          <a:xfrm>
            <a:off x="2017713" y="5880100"/>
            <a:ext cx="808037"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720</a:t>
            </a:r>
            <a:endParaRPr lang="en-US" sz="2400">
              <a:cs typeface="Arial" panose="020B0604020202020204" pitchFamily="34" charset="0"/>
            </a:endParaRPr>
          </a:p>
        </p:txBody>
      </p:sp>
      <p:sp>
        <p:nvSpPr>
          <p:cNvPr id="53258" name="Rectangle 8"/>
          <p:cNvSpPr>
            <a:spLocks noChangeArrowheads="1"/>
          </p:cNvSpPr>
          <p:nvPr>
            <p:custDataLst>
              <p:tags r:id="rId7"/>
            </p:custDataLst>
          </p:nvPr>
        </p:nvSpPr>
        <p:spPr bwMode="auto">
          <a:xfrm>
            <a:off x="1127125" y="5880100"/>
            <a:ext cx="89058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259" name="Rectangle 9"/>
          <p:cNvSpPr>
            <a:spLocks noChangeArrowheads="1"/>
          </p:cNvSpPr>
          <p:nvPr>
            <p:custDataLst>
              <p:tags r:id="rId8"/>
            </p:custDataLst>
          </p:nvPr>
        </p:nvSpPr>
        <p:spPr bwMode="auto">
          <a:xfrm>
            <a:off x="539750" y="5880100"/>
            <a:ext cx="587375"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8</a:t>
            </a:r>
            <a:endParaRPr lang="en-US" sz="2400">
              <a:cs typeface="Arial" panose="020B0604020202020204" pitchFamily="34" charset="0"/>
            </a:endParaRPr>
          </a:p>
        </p:txBody>
      </p:sp>
      <p:sp>
        <p:nvSpPr>
          <p:cNvPr id="53260" name="Rectangle 10"/>
          <p:cNvSpPr>
            <a:spLocks noChangeArrowheads="1"/>
          </p:cNvSpPr>
          <p:nvPr>
            <p:custDataLst>
              <p:tags r:id="rId9"/>
            </p:custDataLst>
          </p:nvPr>
        </p:nvSpPr>
        <p:spPr bwMode="auto">
          <a:xfrm>
            <a:off x="6127750" y="5367338"/>
            <a:ext cx="1174750"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88.57</a:t>
            </a:r>
            <a:endParaRPr lang="en-US" sz="2400">
              <a:cs typeface="Arial" panose="020B0604020202020204" pitchFamily="34" charset="0"/>
            </a:endParaRPr>
          </a:p>
        </p:txBody>
      </p:sp>
      <p:sp>
        <p:nvSpPr>
          <p:cNvPr id="53261" name="Rectangle 11"/>
          <p:cNvSpPr>
            <a:spLocks noChangeArrowheads="1"/>
          </p:cNvSpPr>
          <p:nvPr>
            <p:custDataLst>
              <p:tags r:id="rId10"/>
            </p:custDataLst>
          </p:nvPr>
        </p:nvSpPr>
        <p:spPr bwMode="auto">
          <a:xfrm>
            <a:off x="4999038" y="5367338"/>
            <a:ext cx="1128712"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74.29</a:t>
            </a:r>
            <a:endParaRPr lang="en-US" sz="2400">
              <a:cs typeface="Arial" panose="020B0604020202020204" pitchFamily="34" charset="0"/>
            </a:endParaRPr>
          </a:p>
        </p:txBody>
      </p:sp>
      <p:sp>
        <p:nvSpPr>
          <p:cNvPr id="53262" name="Rectangle 12"/>
          <p:cNvSpPr>
            <a:spLocks noChangeArrowheads="1"/>
          </p:cNvSpPr>
          <p:nvPr>
            <p:custDataLst>
              <p:tags r:id="rId11"/>
            </p:custDataLst>
          </p:nvPr>
        </p:nvSpPr>
        <p:spPr bwMode="auto">
          <a:xfrm>
            <a:off x="3811588" y="5367338"/>
            <a:ext cx="1187450"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14.29</a:t>
            </a:r>
            <a:endParaRPr lang="en-US" sz="2400">
              <a:cs typeface="Arial" panose="020B0604020202020204" pitchFamily="34" charset="0"/>
            </a:endParaRPr>
          </a:p>
        </p:txBody>
      </p:sp>
      <p:sp>
        <p:nvSpPr>
          <p:cNvPr id="53263" name="Rectangle 13"/>
          <p:cNvSpPr>
            <a:spLocks noChangeArrowheads="1"/>
          </p:cNvSpPr>
          <p:nvPr>
            <p:custDataLst>
              <p:tags r:id="rId12"/>
            </p:custDataLst>
          </p:nvPr>
        </p:nvSpPr>
        <p:spPr bwMode="auto">
          <a:xfrm>
            <a:off x="2825750" y="5367338"/>
            <a:ext cx="985838"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620</a:t>
            </a:r>
            <a:endParaRPr lang="en-US" sz="2400">
              <a:cs typeface="Arial" panose="020B0604020202020204" pitchFamily="34" charset="0"/>
            </a:endParaRPr>
          </a:p>
        </p:txBody>
      </p:sp>
      <p:sp>
        <p:nvSpPr>
          <p:cNvPr id="53264" name="Rectangle 14"/>
          <p:cNvSpPr>
            <a:spLocks noChangeArrowheads="1"/>
          </p:cNvSpPr>
          <p:nvPr>
            <p:custDataLst>
              <p:tags r:id="rId13"/>
            </p:custDataLst>
          </p:nvPr>
        </p:nvSpPr>
        <p:spPr bwMode="auto">
          <a:xfrm>
            <a:off x="2017713" y="5367338"/>
            <a:ext cx="808037"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520</a:t>
            </a:r>
            <a:endParaRPr lang="en-US" sz="2400">
              <a:cs typeface="Arial" panose="020B0604020202020204" pitchFamily="34" charset="0"/>
            </a:endParaRPr>
          </a:p>
        </p:txBody>
      </p:sp>
      <p:sp>
        <p:nvSpPr>
          <p:cNvPr id="53265" name="Rectangle 15"/>
          <p:cNvSpPr>
            <a:spLocks noChangeArrowheads="1"/>
          </p:cNvSpPr>
          <p:nvPr>
            <p:custDataLst>
              <p:tags r:id="rId14"/>
            </p:custDataLst>
          </p:nvPr>
        </p:nvSpPr>
        <p:spPr bwMode="auto">
          <a:xfrm>
            <a:off x="1127125" y="5367338"/>
            <a:ext cx="890588"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266" name="Rectangle 16"/>
          <p:cNvSpPr>
            <a:spLocks noChangeArrowheads="1"/>
          </p:cNvSpPr>
          <p:nvPr>
            <p:custDataLst>
              <p:tags r:id="rId15"/>
            </p:custDataLst>
          </p:nvPr>
        </p:nvSpPr>
        <p:spPr bwMode="auto">
          <a:xfrm>
            <a:off x="539750" y="5367338"/>
            <a:ext cx="587375"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a:t>
            </a:r>
            <a:endParaRPr lang="en-US" sz="2400">
              <a:cs typeface="Arial" panose="020B0604020202020204" pitchFamily="34" charset="0"/>
            </a:endParaRPr>
          </a:p>
        </p:txBody>
      </p:sp>
      <p:sp>
        <p:nvSpPr>
          <p:cNvPr id="53267" name="Rectangle 17"/>
          <p:cNvSpPr>
            <a:spLocks noChangeArrowheads="1"/>
          </p:cNvSpPr>
          <p:nvPr>
            <p:custDataLst>
              <p:tags r:id="rId16"/>
            </p:custDataLst>
          </p:nvPr>
        </p:nvSpPr>
        <p:spPr bwMode="auto">
          <a:xfrm>
            <a:off x="6127750" y="4856163"/>
            <a:ext cx="1174750"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80</a:t>
            </a:r>
            <a:endParaRPr lang="en-US" sz="2400">
              <a:cs typeface="Arial" panose="020B0604020202020204" pitchFamily="34" charset="0"/>
            </a:endParaRPr>
          </a:p>
        </p:txBody>
      </p:sp>
      <p:sp>
        <p:nvSpPr>
          <p:cNvPr id="53268" name="Rectangle 18"/>
          <p:cNvSpPr>
            <a:spLocks noChangeArrowheads="1"/>
          </p:cNvSpPr>
          <p:nvPr>
            <p:custDataLst>
              <p:tags r:id="rId17"/>
            </p:custDataLst>
          </p:nvPr>
        </p:nvSpPr>
        <p:spPr bwMode="auto">
          <a:xfrm>
            <a:off x="4999038" y="4856163"/>
            <a:ext cx="1128712"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63.33</a:t>
            </a:r>
            <a:endParaRPr lang="en-US" sz="2400">
              <a:cs typeface="Arial" panose="020B0604020202020204" pitchFamily="34" charset="0"/>
            </a:endParaRPr>
          </a:p>
        </p:txBody>
      </p:sp>
      <p:sp>
        <p:nvSpPr>
          <p:cNvPr id="53269" name="Rectangle 19"/>
          <p:cNvSpPr>
            <a:spLocks noChangeArrowheads="1"/>
          </p:cNvSpPr>
          <p:nvPr>
            <p:custDataLst>
              <p:tags r:id="rId18"/>
            </p:custDataLst>
          </p:nvPr>
        </p:nvSpPr>
        <p:spPr bwMode="auto">
          <a:xfrm>
            <a:off x="3811588" y="4856163"/>
            <a:ext cx="1187450"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16.67</a:t>
            </a:r>
            <a:endParaRPr lang="en-US" sz="2400">
              <a:cs typeface="Arial" panose="020B0604020202020204" pitchFamily="34" charset="0"/>
            </a:endParaRPr>
          </a:p>
        </p:txBody>
      </p:sp>
      <p:sp>
        <p:nvSpPr>
          <p:cNvPr id="53270" name="Rectangle 20"/>
          <p:cNvSpPr>
            <a:spLocks noChangeArrowheads="1"/>
          </p:cNvSpPr>
          <p:nvPr>
            <p:custDataLst>
              <p:tags r:id="rId19"/>
            </p:custDataLst>
          </p:nvPr>
        </p:nvSpPr>
        <p:spPr bwMode="auto">
          <a:xfrm>
            <a:off x="2825750" y="4856163"/>
            <a:ext cx="985838"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480</a:t>
            </a:r>
            <a:endParaRPr lang="en-US" sz="2400">
              <a:cs typeface="Arial" panose="020B0604020202020204" pitchFamily="34" charset="0"/>
            </a:endParaRPr>
          </a:p>
        </p:txBody>
      </p:sp>
      <p:sp>
        <p:nvSpPr>
          <p:cNvPr id="53271" name="Rectangle 21"/>
          <p:cNvSpPr>
            <a:spLocks noChangeArrowheads="1"/>
          </p:cNvSpPr>
          <p:nvPr>
            <p:custDataLst>
              <p:tags r:id="rId20"/>
            </p:custDataLst>
          </p:nvPr>
        </p:nvSpPr>
        <p:spPr bwMode="auto">
          <a:xfrm>
            <a:off x="2017713" y="4856163"/>
            <a:ext cx="808037"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380</a:t>
            </a:r>
            <a:endParaRPr lang="en-US" sz="2400">
              <a:cs typeface="Arial" panose="020B0604020202020204" pitchFamily="34" charset="0"/>
            </a:endParaRPr>
          </a:p>
        </p:txBody>
      </p:sp>
      <p:sp>
        <p:nvSpPr>
          <p:cNvPr id="53272" name="Rectangle 22"/>
          <p:cNvSpPr>
            <a:spLocks noChangeArrowheads="1"/>
          </p:cNvSpPr>
          <p:nvPr>
            <p:custDataLst>
              <p:tags r:id="rId21"/>
            </p:custDataLst>
          </p:nvPr>
        </p:nvSpPr>
        <p:spPr bwMode="auto">
          <a:xfrm>
            <a:off x="1127125" y="4856163"/>
            <a:ext cx="890588"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273" name="Rectangle 23"/>
          <p:cNvSpPr>
            <a:spLocks noChangeArrowheads="1"/>
          </p:cNvSpPr>
          <p:nvPr>
            <p:custDataLst>
              <p:tags r:id="rId22"/>
            </p:custDataLst>
          </p:nvPr>
        </p:nvSpPr>
        <p:spPr bwMode="auto">
          <a:xfrm>
            <a:off x="539750" y="4856163"/>
            <a:ext cx="587375"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6</a:t>
            </a:r>
            <a:endParaRPr lang="en-US" sz="2400">
              <a:cs typeface="Arial" panose="020B0604020202020204" pitchFamily="34" charset="0"/>
            </a:endParaRPr>
          </a:p>
        </p:txBody>
      </p:sp>
      <p:sp>
        <p:nvSpPr>
          <p:cNvPr id="53274" name="Rectangle 24"/>
          <p:cNvSpPr>
            <a:spLocks noChangeArrowheads="1"/>
          </p:cNvSpPr>
          <p:nvPr>
            <p:custDataLst>
              <p:tags r:id="rId23"/>
            </p:custDataLst>
          </p:nvPr>
        </p:nvSpPr>
        <p:spPr bwMode="auto">
          <a:xfrm>
            <a:off x="6127750" y="4343400"/>
            <a:ext cx="11747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76</a:t>
            </a:r>
            <a:endParaRPr lang="en-US" sz="2400">
              <a:cs typeface="Arial" panose="020B0604020202020204" pitchFamily="34" charset="0"/>
            </a:endParaRPr>
          </a:p>
        </p:txBody>
      </p:sp>
      <p:sp>
        <p:nvSpPr>
          <p:cNvPr id="53275" name="Rectangle 25"/>
          <p:cNvSpPr>
            <a:spLocks noChangeArrowheads="1"/>
          </p:cNvSpPr>
          <p:nvPr>
            <p:custDataLst>
              <p:tags r:id="rId24"/>
            </p:custDataLst>
          </p:nvPr>
        </p:nvSpPr>
        <p:spPr bwMode="auto">
          <a:xfrm>
            <a:off x="4999038" y="4343400"/>
            <a:ext cx="1128712"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56.00</a:t>
            </a:r>
            <a:endParaRPr lang="en-US" sz="2400">
              <a:cs typeface="Arial" panose="020B0604020202020204" pitchFamily="34" charset="0"/>
            </a:endParaRPr>
          </a:p>
        </p:txBody>
      </p:sp>
      <p:sp>
        <p:nvSpPr>
          <p:cNvPr id="53276" name="Rectangle 26"/>
          <p:cNvSpPr>
            <a:spLocks noChangeArrowheads="1"/>
          </p:cNvSpPr>
          <p:nvPr>
            <p:custDataLst>
              <p:tags r:id="rId25"/>
            </p:custDataLst>
          </p:nvPr>
        </p:nvSpPr>
        <p:spPr bwMode="auto">
          <a:xfrm>
            <a:off x="3811588" y="4343400"/>
            <a:ext cx="11874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20</a:t>
            </a:r>
            <a:endParaRPr lang="en-US" sz="2400">
              <a:cs typeface="Arial" panose="020B0604020202020204" pitchFamily="34" charset="0"/>
            </a:endParaRPr>
          </a:p>
        </p:txBody>
      </p:sp>
      <p:sp>
        <p:nvSpPr>
          <p:cNvPr id="53277" name="Rectangle 27"/>
          <p:cNvSpPr>
            <a:spLocks noChangeArrowheads="1"/>
          </p:cNvSpPr>
          <p:nvPr>
            <p:custDataLst>
              <p:tags r:id="rId26"/>
            </p:custDataLst>
          </p:nvPr>
        </p:nvSpPr>
        <p:spPr bwMode="auto">
          <a:xfrm>
            <a:off x="2825750" y="4343400"/>
            <a:ext cx="98583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380</a:t>
            </a:r>
            <a:endParaRPr lang="en-US" sz="2400">
              <a:cs typeface="Arial" panose="020B0604020202020204" pitchFamily="34" charset="0"/>
            </a:endParaRPr>
          </a:p>
        </p:txBody>
      </p:sp>
      <p:sp>
        <p:nvSpPr>
          <p:cNvPr id="53278" name="Rectangle 28"/>
          <p:cNvSpPr>
            <a:spLocks noChangeArrowheads="1"/>
          </p:cNvSpPr>
          <p:nvPr>
            <p:custDataLst>
              <p:tags r:id="rId27"/>
            </p:custDataLst>
          </p:nvPr>
        </p:nvSpPr>
        <p:spPr bwMode="auto">
          <a:xfrm>
            <a:off x="2017713" y="4343400"/>
            <a:ext cx="808037"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280</a:t>
            </a:r>
            <a:endParaRPr lang="en-US" sz="2400">
              <a:cs typeface="Arial" panose="020B0604020202020204" pitchFamily="34" charset="0"/>
            </a:endParaRPr>
          </a:p>
        </p:txBody>
      </p:sp>
      <p:sp>
        <p:nvSpPr>
          <p:cNvPr id="53279" name="Rectangle 29"/>
          <p:cNvSpPr>
            <a:spLocks noChangeArrowheads="1"/>
          </p:cNvSpPr>
          <p:nvPr>
            <p:custDataLst>
              <p:tags r:id="rId28"/>
            </p:custDataLst>
          </p:nvPr>
        </p:nvSpPr>
        <p:spPr bwMode="auto">
          <a:xfrm>
            <a:off x="1127125" y="4343400"/>
            <a:ext cx="89058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280" name="Rectangle 30"/>
          <p:cNvSpPr>
            <a:spLocks noChangeArrowheads="1"/>
          </p:cNvSpPr>
          <p:nvPr>
            <p:custDataLst>
              <p:tags r:id="rId29"/>
            </p:custDataLst>
          </p:nvPr>
        </p:nvSpPr>
        <p:spPr bwMode="auto">
          <a:xfrm>
            <a:off x="539750" y="4343400"/>
            <a:ext cx="587375"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a:t>
            </a:r>
            <a:endParaRPr lang="en-US" sz="2400">
              <a:cs typeface="Arial" panose="020B0604020202020204" pitchFamily="34" charset="0"/>
            </a:endParaRPr>
          </a:p>
        </p:txBody>
      </p:sp>
      <p:sp>
        <p:nvSpPr>
          <p:cNvPr id="53281" name="Rectangle 31"/>
          <p:cNvSpPr>
            <a:spLocks noChangeArrowheads="1"/>
          </p:cNvSpPr>
          <p:nvPr>
            <p:custDataLst>
              <p:tags r:id="rId30"/>
            </p:custDataLst>
          </p:nvPr>
        </p:nvSpPr>
        <p:spPr bwMode="auto">
          <a:xfrm>
            <a:off x="6127750" y="3830638"/>
            <a:ext cx="1174750"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77.50</a:t>
            </a:r>
            <a:endParaRPr lang="en-US" sz="2400">
              <a:cs typeface="Arial" panose="020B0604020202020204" pitchFamily="34" charset="0"/>
            </a:endParaRPr>
          </a:p>
        </p:txBody>
      </p:sp>
      <p:sp>
        <p:nvSpPr>
          <p:cNvPr id="53282" name="Rectangle 32"/>
          <p:cNvSpPr>
            <a:spLocks noChangeArrowheads="1"/>
          </p:cNvSpPr>
          <p:nvPr>
            <p:custDataLst>
              <p:tags r:id="rId31"/>
            </p:custDataLst>
          </p:nvPr>
        </p:nvSpPr>
        <p:spPr bwMode="auto">
          <a:xfrm>
            <a:off x="4999038" y="3830638"/>
            <a:ext cx="1128712"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52.50</a:t>
            </a:r>
            <a:endParaRPr lang="en-US" sz="2400">
              <a:cs typeface="Arial" panose="020B0604020202020204" pitchFamily="34" charset="0"/>
            </a:endParaRPr>
          </a:p>
        </p:txBody>
      </p:sp>
      <p:sp>
        <p:nvSpPr>
          <p:cNvPr id="53283" name="Rectangle 33"/>
          <p:cNvSpPr>
            <a:spLocks noChangeArrowheads="1"/>
          </p:cNvSpPr>
          <p:nvPr>
            <p:custDataLst>
              <p:tags r:id="rId32"/>
            </p:custDataLst>
          </p:nvPr>
        </p:nvSpPr>
        <p:spPr bwMode="auto">
          <a:xfrm>
            <a:off x="3811588" y="3830638"/>
            <a:ext cx="1187450"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25</a:t>
            </a:r>
            <a:endParaRPr lang="en-US" sz="2400">
              <a:cs typeface="Arial" panose="020B0604020202020204" pitchFamily="34" charset="0"/>
            </a:endParaRPr>
          </a:p>
        </p:txBody>
      </p:sp>
      <p:sp>
        <p:nvSpPr>
          <p:cNvPr id="53284" name="Rectangle 34"/>
          <p:cNvSpPr>
            <a:spLocks noChangeArrowheads="1"/>
          </p:cNvSpPr>
          <p:nvPr>
            <p:custDataLst>
              <p:tags r:id="rId33"/>
            </p:custDataLst>
          </p:nvPr>
        </p:nvSpPr>
        <p:spPr bwMode="auto">
          <a:xfrm>
            <a:off x="2825750" y="3830638"/>
            <a:ext cx="985838"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310</a:t>
            </a:r>
            <a:endParaRPr lang="en-US" sz="2400">
              <a:cs typeface="Arial" panose="020B0604020202020204" pitchFamily="34" charset="0"/>
            </a:endParaRPr>
          </a:p>
        </p:txBody>
      </p:sp>
      <p:sp>
        <p:nvSpPr>
          <p:cNvPr id="53285" name="Rectangle 35"/>
          <p:cNvSpPr>
            <a:spLocks noChangeArrowheads="1"/>
          </p:cNvSpPr>
          <p:nvPr>
            <p:custDataLst>
              <p:tags r:id="rId34"/>
            </p:custDataLst>
          </p:nvPr>
        </p:nvSpPr>
        <p:spPr bwMode="auto">
          <a:xfrm>
            <a:off x="2017713" y="3830638"/>
            <a:ext cx="808037"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210</a:t>
            </a:r>
            <a:endParaRPr lang="en-US" sz="2400">
              <a:cs typeface="Arial" panose="020B0604020202020204" pitchFamily="34" charset="0"/>
            </a:endParaRPr>
          </a:p>
        </p:txBody>
      </p:sp>
      <p:sp>
        <p:nvSpPr>
          <p:cNvPr id="53286" name="Rectangle 36"/>
          <p:cNvSpPr>
            <a:spLocks noChangeArrowheads="1"/>
          </p:cNvSpPr>
          <p:nvPr>
            <p:custDataLst>
              <p:tags r:id="rId35"/>
            </p:custDataLst>
          </p:nvPr>
        </p:nvSpPr>
        <p:spPr bwMode="auto">
          <a:xfrm>
            <a:off x="1127125" y="3830638"/>
            <a:ext cx="890588"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287" name="Rectangle 37"/>
          <p:cNvSpPr>
            <a:spLocks noChangeArrowheads="1"/>
          </p:cNvSpPr>
          <p:nvPr>
            <p:custDataLst>
              <p:tags r:id="rId36"/>
            </p:custDataLst>
          </p:nvPr>
        </p:nvSpPr>
        <p:spPr bwMode="auto">
          <a:xfrm>
            <a:off x="539750" y="3830638"/>
            <a:ext cx="587375"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4</a:t>
            </a:r>
            <a:endParaRPr lang="en-US" sz="2400">
              <a:cs typeface="Arial" panose="020B0604020202020204" pitchFamily="34" charset="0"/>
            </a:endParaRPr>
          </a:p>
        </p:txBody>
      </p:sp>
      <p:sp>
        <p:nvSpPr>
          <p:cNvPr id="53288" name="Rectangle 38"/>
          <p:cNvSpPr>
            <a:spLocks noChangeArrowheads="1"/>
          </p:cNvSpPr>
          <p:nvPr>
            <p:custDataLst>
              <p:tags r:id="rId37"/>
            </p:custDataLst>
          </p:nvPr>
        </p:nvSpPr>
        <p:spPr bwMode="auto">
          <a:xfrm>
            <a:off x="6127750" y="3317875"/>
            <a:ext cx="11747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86.67</a:t>
            </a:r>
            <a:endParaRPr lang="en-US" sz="2400">
              <a:cs typeface="Arial" panose="020B0604020202020204" pitchFamily="34" charset="0"/>
            </a:endParaRPr>
          </a:p>
        </p:txBody>
      </p:sp>
      <p:sp>
        <p:nvSpPr>
          <p:cNvPr id="53289" name="Rectangle 39"/>
          <p:cNvSpPr>
            <a:spLocks noChangeArrowheads="1"/>
          </p:cNvSpPr>
          <p:nvPr>
            <p:custDataLst>
              <p:tags r:id="rId38"/>
            </p:custDataLst>
          </p:nvPr>
        </p:nvSpPr>
        <p:spPr bwMode="auto">
          <a:xfrm>
            <a:off x="4999038" y="3317875"/>
            <a:ext cx="1128712"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53.33</a:t>
            </a:r>
            <a:endParaRPr lang="en-US" sz="2400">
              <a:cs typeface="Arial" panose="020B0604020202020204" pitchFamily="34" charset="0"/>
            </a:endParaRPr>
          </a:p>
        </p:txBody>
      </p:sp>
      <p:sp>
        <p:nvSpPr>
          <p:cNvPr id="53290" name="Rectangle 40"/>
          <p:cNvSpPr>
            <a:spLocks noChangeArrowheads="1"/>
          </p:cNvSpPr>
          <p:nvPr>
            <p:custDataLst>
              <p:tags r:id="rId39"/>
            </p:custDataLst>
          </p:nvPr>
        </p:nvSpPr>
        <p:spPr bwMode="auto">
          <a:xfrm>
            <a:off x="3811588" y="3317875"/>
            <a:ext cx="11874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33.33</a:t>
            </a:r>
            <a:endParaRPr lang="en-US" sz="2400">
              <a:cs typeface="Arial" panose="020B0604020202020204" pitchFamily="34" charset="0"/>
            </a:endParaRPr>
          </a:p>
        </p:txBody>
      </p:sp>
      <p:sp>
        <p:nvSpPr>
          <p:cNvPr id="53291" name="Rectangle 41"/>
          <p:cNvSpPr>
            <a:spLocks noChangeArrowheads="1"/>
          </p:cNvSpPr>
          <p:nvPr>
            <p:custDataLst>
              <p:tags r:id="rId40"/>
            </p:custDataLst>
          </p:nvPr>
        </p:nvSpPr>
        <p:spPr bwMode="auto">
          <a:xfrm>
            <a:off x="2825750" y="3317875"/>
            <a:ext cx="98583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260</a:t>
            </a:r>
            <a:endParaRPr lang="en-US" sz="2400">
              <a:cs typeface="Arial" panose="020B0604020202020204" pitchFamily="34" charset="0"/>
            </a:endParaRPr>
          </a:p>
        </p:txBody>
      </p:sp>
      <p:sp>
        <p:nvSpPr>
          <p:cNvPr id="53292" name="Rectangle 42"/>
          <p:cNvSpPr>
            <a:spLocks noChangeArrowheads="1"/>
          </p:cNvSpPr>
          <p:nvPr>
            <p:custDataLst>
              <p:tags r:id="rId41"/>
            </p:custDataLst>
          </p:nvPr>
        </p:nvSpPr>
        <p:spPr bwMode="auto">
          <a:xfrm>
            <a:off x="2017713" y="3317875"/>
            <a:ext cx="808037"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160</a:t>
            </a:r>
            <a:endParaRPr lang="en-US" sz="2400">
              <a:cs typeface="Arial" panose="020B0604020202020204" pitchFamily="34" charset="0"/>
            </a:endParaRPr>
          </a:p>
        </p:txBody>
      </p:sp>
      <p:sp>
        <p:nvSpPr>
          <p:cNvPr id="53293" name="Rectangle 43"/>
          <p:cNvSpPr>
            <a:spLocks noChangeArrowheads="1"/>
          </p:cNvSpPr>
          <p:nvPr>
            <p:custDataLst>
              <p:tags r:id="rId42"/>
            </p:custDataLst>
          </p:nvPr>
        </p:nvSpPr>
        <p:spPr bwMode="auto">
          <a:xfrm>
            <a:off x="1127125" y="3317875"/>
            <a:ext cx="89058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294" name="Rectangle 44"/>
          <p:cNvSpPr>
            <a:spLocks noChangeArrowheads="1"/>
          </p:cNvSpPr>
          <p:nvPr>
            <p:custDataLst>
              <p:tags r:id="rId43"/>
            </p:custDataLst>
          </p:nvPr>
        </p:nvSpPr>
        <p:spPr bwMode="auto">
          <a:xfrm>
            <a:off x="539750" y="3317875"/>
            <a:ext cx="587375"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3</a:t>
            </a:r>
            <a:endParaRPr lang="en-US" sz="2400">
              <a:cs typeface="Arial" panose="020B0604020202020204" pitchFamily="34" charset="0"/>
            </a:endParaRPr>
          </a:p>
        </p:txBody>
      </p:sp>
      <p:sp>
        <p:nvSpPr>
          <p:cNvPr id="53295" name="Rectangle 45"/>
          <p:cNvSpPr>
            <a:spLocks noChangeArrowheads="1"/>
          </p:cNvSpPr>
          <p:nvPr>
            <p:custDataLst>
              <p:tags r:id="rId44"/>
            </p:custDataLst>
          </p:nvPr>
        </p:nvSpPr>
        <p:spPr bwMode="auto">
          <a:xfrm>
            <a:off x="6127750" y="2805113"/>
            <a:ext cx="1174750"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110</a:t>
            </a:r>
            <a:endParaRPr lang="en-US" sz="2400">
              <a:cs typeface="Arial" panose="020B0604020202020204" pitchFamily="34" charset="0"/>
            </a:endParaRPr>
          </a:p>
        </p:txBody>
      </p:sp>
      <p:sp>
        <p:nvSpPr>
          <p:cNvPr id="53296" name="Rectangle 46"/>
          <p:cNvSpPr>
            <a:spLocks noChangeArrowheads="1"/>
          </p:cNvSpPr>
          <p:nvPr>
            <p:custDataLst>
              <p:tags r:id="rId45"/>
            </p:custDataLst>
          </p:nvPr>
        </p:nvSpPr>
        <p:spPr bwMode="auto">
          <a:xfrm>
            <a:off x="4999038" y="2805113"/>
            <a:ext cx="1128712"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60</a:t>
            </a:r>
            <a:endParaRPr lang="en-US" sz="2400">
              <a:cs typeface="Arial" panose="020B0604020202020204" pitchFamily="34" charset="0"/>
            </a:endParaRPr>
          </a:p>
        </p:txBody>
      </p:sp>
      <p:sp>
        <p:nvSpPr>
          <p:cNvPr id="53297" name="Rectangle 47"/>
          <p:cNvSpPr>
            <a:spLocks noChangeArrowheads="1"/>
          </p:cNvSpPr>
          <p:nvPr>
            <p:custDataLst>
              <p:tags r:id="rId46"/>
            </p:custDataLst>
          </p:nvPr>
        </p:nvSpPr>
        <p:spPr bwMode="auto">
          <a:xfrm>
            <a:off x="3811588" y="2805113"/>
            <a:ext cx="1187450"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50</a:t>
            </a:r>
            <a:endParaRPr lang="en-US" sz="2400">
              <a:cs typeface="Arial" panose="020B0604020202020204" pitchFamily="34" charset="0"/>
            </a:endParaRPr>
          </a:p>
        </p:txBody>
      </p:sp>
      <p:sp>
        <p:nvSpPr>
          <p:cNvPr id="53298" name="Rectangle 48"/>
          <p:cNvSpPr>
            <a:spLocks noChangeArrowheads="1"/>
          </p:cNvSpPr>
          <p:nvPr>
            <p:custDataLst>
              <p:tags r:id="rId47"/>
            </p:custDataLst>
          </p:nvPr>
        </p:nvSpPr>
        <p:spPr bwMode="auto">
          <a:xfrm>
            <a:off x="2825750" y="2805113"/>
            <a:ext cx="985838"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220</a:t>
            </a:r>
            <a:endParaRPr lang="en-US" sz="2400">
              <a:cs typeface="Arial" panose="020B0604020202020204" pitchFamily="34" charset="0"/>
            </a:endParaRPr>
          </a:p>
        </p:txBody>
      </p:sp>
      <p:sp>
        <p:nvSpPr>
          <p:cNvPr id="53299" name="Rectangle 49"/>
          <p:cNvSpPr>
            <a:spLocks noChangeArrowheads="1"/>
          </p:cNvSpPr>
          <p:nvPr>
            <p:custDataLst>
              <p:tags r:id="rId48"/>
            </p:custDataLst>
          </p:nvPr>
        </p:nvSpPr>
        <p:spPr bwMode="auto">
          <a:xfrm>
            <a:off x="2017713" y="2805113"/>
            <a:ext cx="808037"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120</a:t>
            </a:r>
            <a:endParaRPr lang="en-US" sz="2400">
              <a:cs typeface="Arial" panose="020B0604020202020204" pitchFamily="34" charset="0"/>
            </a:endParaRPr>
          </a:p>
        </p:txBody>
      </p:sp>
      <p:sp>
        <p:nvSpPr>
          <p:cNvPr id="53300" name="Rectangle 50"/>
          <p:cNvSpPr>
            <a:spLocks noChangeArrowheads="1"/>
          </p:cNvSpPr>
          <p:nvPr>
            <p:custDataLst>
              <p:tags r:id="rId49"/>
            </p:custDataLst>
          </p:nvPr>
        </p:nvSpPr>
        <p:spPr bwMode="auto">
          <a:xfrm>
            <a:off x="1127125" y="2805113"/>
            <a:ext cx="890588"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301" name="Rectangle 51"/>
          <p:cNvSpPr>
            <a:spLocks noChangeArrowheads="1"/>
          </p:cNvSpPr>
          <p:nvPr>
            <p:custDataLst>
              <p:tags r:id="rId50"/>
            </p:custDataLst>
          </p:nvPr>
        </p:nvSpPr>
        <p:spPr bwMode="auto">
          <a:xfrm>
            <a:off x="539750" y="2805113"/>
            <a:ext cx="587375" cy="512762"/>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a:t>
            </a:r>
            <a:endParaRPr lang="en-US" sz="2400">
              <a:cs typeface="Arial" panose="020B0604020202020204" pitchFamily="34" charset="0"/>
            </a:endParaRPr>
          </a:p>
        </p:txBody>
      </p:sp>
      <p:sp>
        <p:nvSpPr>
          <p:cNvPr id="53302" name="Rectangle 52"/>
          <p:cNvSpPr>
            <a:spLocks noChangeArrowheads="1"/>
          </p:cNvSpPr>
          <p:nvPr>
            <p:custDataLst>
              <p:tags r:id="rId51"/>
            </p:custDataLst>
          </p:nvPr>
        </p:nvSpPr>
        <p:spPr bwMode="auto">
          <a:xfrm>
            <a:off x="6127750" y="2293938"/>
            <a:ext cx="1174750"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170</a:t>
            </a:r>
            <a:endParaRPr lang="en-US" sz="2400">
              <a:cs typeface="Arial" panose="020B0604020202020204" pitchFamily="34" charset="0"/>
            </a:endParaRPr>
          </a:p>
        </p:txBody>
      </p:sp>
      <p:sp>
        <p:nvSpPr>
          <p:cNvPr id="53303" name="Rectangle 53"/>
          <p:cNvSpPr>
            <a:spLocks noChangeArrowheads="1"/>
          </p:cNvSpPr>
          <p:nvPr>
            <p:custDataLst>
              <p:tags r:id="rId52"/>
            </p:custDataLst>
          </p:nvPr>
        </p:nvSpPr>
        <p:spPr bwMode="auto">
          <a:xfrm>
            <a:off x="4999038" y="2293938"/>
            <a:ext cx="1128712"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70</a:t>
            </a:r>
            <a:endParaRPr lang="en-US" sz="2400">
              <a:cs typeface="Arial" panose="020B0604020202020204" pitchFamily="34" charset="0"/>
            </a:endParaRPr>
          </a:p>
        </p:txBody>
      </p:sp>
      <p:sp>
        <p:nvSpPr>
          <p:cNvPr id="53304" name="Rectangle 54"/>
          <p:cNvSpPr>
            <a:spLocks noChangeArrowheads="1"/>
          </p:cNvSpPr>
          <p:nvPr>
            <p:custDataLst>
              <p:tags r:id="rId53"/>
            </p:custDataLst>
          </p:nvPr>
        </p:nvSpPr>
        <p:spPr bwMode="auto">
          <a:xfrm>
            <a:off x="3811588" y="2293938"/>
            <a:ext cx="1187450"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305" name="Rectangle 55"/>
          <p:cNvSpPr>
            <a:spLocks noChangeArrowheads="1"/>
          </p:cNvSpPr>
          <p:nvPr>
            <p:custDataLst>
              <p:tags r:id="rId54"/>
            </p:custDataLst>
          </p:nvPr>
        </p:nvSpPr>
        <p:spPr bwMode="auto">
          <a:xfrm>
            <a:off x="2825750" y="2293938"/>
            <a:ext cx="985838"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170</a:t>
            </a:r>
            <a:endParaRPr lang="en-US" sz="2400">
              <a:cs typeface="Arial" panose="020B0604020202020204" pitchFamily="34" charset="0"/>
            </a:endParaRPr>
          </a:p>
        </p:txBody>
      </p:sp>
      <p:sp>
        <p:nvSpPr>
          <p:cNvPr id="53306" name="Rectangle 56"/>
          <p:cNvSpPr>
            <a:spLocks noChangeArrowheads="1"/>
          </p:cNvSpPr>
          <p:nvPr>
            <p:custDataLst>
              <p:tags r:id="rId55"/>
            </p:custDataLst>
          </p:nvPr>
        </p:nvSpPr>
        <p:spPr bwMode="auto">
          <a:xfrm>
            <a:off x="2017713" y="2293938"/>
            <a:ext cx="808037"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70</a:t>
            </a:r>
            <a:endParaRPr lang="en-US" sz="2400">
              <a:cs typeface="Arial" panose="020B0604020202020204" pitchFamily="34" charset="0"/>
            </a:endParaRPr>
          </a:p>
        </p:txBody>
      </p:sp>
      <p:sp>
        <p:nvSpPr>
          <p:cNvPr id="53307" name="Rectangle 57"/>
          <p:cNvSpPr>
            <a:spLocks noChangeArrowheads="1"/>
          </p:cNvSpPr>
          <p:nvPr>
            <p:custDataLst>
              <p:tags r:id="rId56"/>
            </p:custDataLst>
          </p:nvPr>
        </p:nvSpPr>
        <p:spPr bwMode="auto">
          <a:xfrm>
            <a:off x="1127125" y="2293938"/>
            <a:ext cx="890588"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308" name="Rectangle 58"/>
          <p:cNvSpPr>
            <a:spLocks noChangeArrowheads="1"/>
          </p:cNvSpPr>
          <p:nvPr>
            <p:custDataLst>
              <p:tags r:id="rId57"/>
            </p:custDataLst>
          </p:nvPr>
        </p:nvSpPr>
        <p:spPr bwMode="auto">
          <a:xfrm>
            <a:off x="539750" y="2293938"/>
            <a:ext cx="587375" cy="51117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a:t>
            </a:r>
            <a:endParaRPr lang="en-US" sz="2400">
              <a:cs typeface="Arial" panose="020B0604020202020204" pitchFamily="34" charset="0"/>
            </a:endParaRPr>
          </a:p>
        </p:txBody>
      </p:sp>
      <p:sp>
        <p:nvSpPr>
          <p:cNvPr id="53309" name="Rectangle 59"/>
          <p:cNvSpPr>
            <a:spLocks noChangeArrowheads="1"/>
          </p:cNvSpPr>
          <p:nvPr>
            <p:custDataLst>
              <p:tags r:id="rId58"/>
            </p:custDataLst>
          </p:nvPr>
        </p:nvSpPr>
        <p:spPr bwMode="auto">
          <a:xfrm>
            <a:off x="7302500" y="1781175"/>
            <a:ext cx="109220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endParaRPr lang="en-US" sz="2400">
              <a:cs typeface="Arial" panose="020B0604020202020204" pitchFamily="34" charset="0"/>
            </a:endParaRPr>
          </a:p>
        </p:txBody>
      </p:sp>
      <p:sp>
        <p:nvSpPr>
          <p:cNvPr id="53310" name="Rectangle 60"/>
          <p:cNvSpPr>
            <a:spLocks noChangeArrowheads="1"/>
          </p:cNvSpPr>
          <p:nvPr>
            <p:custDataLst>
              <p:tags r:id="rId59"/>
            </p:custDataLst>
          </p:nvPr>
        </p:nvSpPr>
        <p:spPr bwMode="auto">
          <a:xfrm>
            <a:off x="6127750" y="1781175"/>
            <a:ext cx="11747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n/a</a:t>
            </a:r>
            <a:endParaRPr lang="en-US" sz="2400">
              <a:cs typeface="Arial" panose="020B0604020202020204" pitchFamily="34" charset="0"/>
            </a:endParaRPr>
          </a:p>
        </p:txBody>
      </p:sp>
      <p:sp>
        <p:nvSpPr>
          <p:cNvPr id="53311" name="Rectangle 61"/>
          <p:cNvSpPr>
            <a:spLocks noChangeArrowheads="1"/>
          </p:cNvSpPr>
          <p:nvPr>
            <p:custDataLst>
              <p:tags r:id="rId60"/>
            </p:custDataLst>
          </p:nvPr>
        </p:nvSpPr>
        <p:spPr bwMode="auto">
          <a:xfrm>
            <a:off x="4999038" y="1781175"/>
            <a:ext cx="1128712"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n/a</a:t>
            </a:r>
            <a:endParaRPr lang="en-US" sz="2400">
              <a:cs typeface="Arial" panose="020B0604020202020204" pitchFamily="34" charset="0"/>
            </a:endParaRPr>
          </a:p>
        </p:txBody>
      </p:sp>
      <p:sp>
        <p:nvSpPr>
          <p:cNvPr id="53312" name="Rectangle 62"/>
          <p:cNvSpPr>
            <a:spLocks noChangeArrowheads="1"/>
          </p:cNvSpPr>
          <p:nvPr>
            <p:custDataLst>
              <p:tags r:id="rId61"/>
            </p:custDataLst>
          </p:nvPr>
        </p:nvSpPr>
        <p:spPr bwMode="auto">
          <a:xfrm>
            <a:off x="3811588" y="1781175"/>
            <a:ext cx="1187450"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n/a</a:t>
            </a:r>
            <a:endParaRPr lang="en-US" sz="2400">
              <a:cs typeface="Arial" panose="020B0604020202020204" pitchFamily="34" charset="0"/>
            </a:endParaRPr>
          </a:p>
        </p:txBody>
      </p:sp>
      <p:sp>
        <p:nvSpPr>
          <p:cNvPr id="53313" name="Rectangle 63"/>
          <p:cNvSpPr>
            <a:spLocks noChangeArrowheads="1"/>
          </p:cNvSpPr>
          <p:nvPr>
            <p:custDataLst>
              <p:tags r:id="rId62"/>
            </p:custDataLst>
          </p:nvPr>
        </p:nvSpPr>
        <p:spPr bwMode="auto">
          <a:xfrm>
            <a:off x="2825750" y="1781175"/>
            <a:ext cx="98583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314" name="Rectangle 64"/>
          <p:cNvSpPr>
            <a:spLocks noChangeArrowheads="1"/>
          </p:cNvSpPr>
          <p:nvPr>
            <p:custDataLst>
              <p:tags r:id="rId63"/>
            </p:custDataLst>
          </p:nvPr>
        </p:nvSpPr>
        <p:spPr bwMode="auto">
          <a:xfrm>
            <a:off x="2017713" y="1781175"/>
            <a:ext cx="808037"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0</a:t>
            </a:r>
            <a:endParaRPr lang="en-US" sz="2400">
              <a:cs typeface="Arial" panose="020B0604020202020204" pitchFamily="34" charset="0"/>
            </a:endParaRPr>
          </a:p>
        </p:txBody>
      </p:sp>
      <p:sp>
        <p:nvSpPr>
          <p:cNvPr id="53315" name="Rectangle 65"/>
          <p:cNvSpPr>
            <a:spLocks noChangeArrowheads="1"/>
          </p:cNvSpPr>
          <p:nvPr>
            <p:custDataLst>
              <p:tags r:id="rId64"/>
            </p:custDataLst>
          </p:nvPr>
        </p:nvSpPr>
        <p:spPr bwMode="auto">
          <a:xfrm>
            <a:off x="1127125" y="1781175"/>
            <a:ext cx="890588"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316" name="Rectangle 66"/>
          <p:cNvSpPr>
            <a:spLocks noChangeArrowheads="1"/>
          </p:cNvSpPr>
          <p:nvPr>
            <p:custDataLst>
              <p:tags r:id="rId65"/>
            </p:custDataLst>
          </p:nvPr>
        </p:nvSpPr>
        <p:spPr bwMode="auto">
          <a:xfrm>
            <a:off x="539750" y="1781175"/>
            <a:ext cx="587375" cy="51276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0</a:t>
            </a:r>
            <a:endParaRPr lang="en-US" sz="2400">
              <a:cs typeface="Arial" panose="020B0604020202020204" pitchFamily="34" charset="0"/>
            </a:endParaRPr>
          </a:p>
        </p:txBody>
      </p:sp>
      <p:sp>
        <p:nvSpPr>
          <p:cNvPr id="53317" name="Rectangle 67"/>
          <p:cNvSpPr>
            <a:spLocks noChangeArrowheads="1"/>
          </p:cNvSpPr>
          <p:nvPr>
            <p:custDataLst>
              <p:tags r:id="rId66"/>
            </p:custDataLst>
          </p:nvPr>
        </p:nvSpPr>
        <p:spPr bwMode="auto">
          <a:xfrm>
            <a:off x="7302500" y="1268413"/>
            <a:ext cx="1092200"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MC</a:t>
            </a:r>
            <a:endParaRPr lang="en-US" sz="2400" i="1">
              <a:cs typeface="Arial" panose="020B0604020202020204" pitchFamily="34" charset="0"/>
            </a:endParaRPr>
          </a:p>
        </p:txBody>
      </p:sp>
      <p:sp>
        <p:nvSpPr>
          <p:cNvPr id="53318" name="Rectangle 68"/>
          <p:cNvSpPr>
            <a:spLocks noChangeArrowheads="1"/>
          </p:cNvSpPr>
          <p:nvPr>
            <p:custDataLst>
              <p:tags r:id="rId67"/>
            </p:custDataLst>
          </p:nvPr>
        </p:nvSpPr>
        <p:spPr bwMode="auto">
          <a:xfrm>
            <a:off x="6127750" y="1268413"/>
            <a:ext cx="1174750"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ATC</a:t>
            </a:r>
            <a:endParaRPr lang="en-US" sz="2400" i="1">
              <a:cs typeface="Arial" panose="020B0604020202020204" pitchFamily="34" charset="0"/>
            </a:endParaRPr>
          </a:p>
        </p:txBody>
      </p:sp>
      <p:sp>
        <p:nvSpPr>
          <p:cNvPr id="53319" name="Rectangle 69"/>
          <p:cNvSpPr>
            <a:spLocks noChangeArrowheads="1"/>
          </p:cNvSpPr>
          <p:nvPr>
            <p:custDataLst>
              <p:tags r:id="rId68"/>
            </p:custDataLst>
          </p:nvPr>
        </p:nvSpPr>
        <p:spPr bwMode="auto">
          <a:xfrm>
            <a:off x="4999038" y="1268413"/>
            <a:ext cx="1128712"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AVC</a:t>
            </a:r>
            <a:endParaRPr lang="en-US" sz="2400" i="1">
              <a:cs typeface="Arial" panose="020B0604020202020204" pitchFamily="34" charset="0"/>
            </a:endParaRPr>
          </a:p>
        </p:txBody>
      </p:sp>
      <p:sp>
        <p:nvSpPr>
          <p:cNvPr id="53320" name="Rectangle 70"/>
          <p:cNvSpPr>
            <a:spLocks noChangeArrowheads="1"/>
          </p:cNvSpPr>
          <p:nvPr>
            <p:custDataLst>
              <p:tags r:id="rId69"/>
            </p:custDataLst>
          </p:nvPr>
        </p:nvSpPr>
        <p:spPr bwMode="auto">
          <a:xfrm>
            <a:off x="3811588" y="1268413"/>
            <a:ext cx="1187450"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AFC</a:t>
            </a:r>
            <a:endParaRPr lang="en-US" sz="2400" i="1">
              <a:cs typeface="Arial" panose="020B0604020202020204" pitchFamily="34" charset="0"/>
            </a:endParaRPr>
          </a:p>
        </p:txBody>
      </p:sp>
      <p:sp>
        <p:nvSpPr>
          <p:cNvPr id="53321" name="Rectangle 71"/>
          <p:cNvSpPr>
            <a:spLocks noChangeArrowheads="1"/>
          </p:cNvSpPr>
          <p:nvPr>
            <p:custDataLst>
              <p:tags r:id="rId70"/>
            </p:custDataLst>
          </p:nvPr>
        </p:nvSpPr>
        <p:spPr bwMode="auto">
          <a:xfrm>
            <a:off x="2825750" y="1268413"/>
            <a:ext cx="985838"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TC</a:t>
            </a:r>
            <a:endParaRPr lang="en-US" sz="2400" i="1">
              <a:cs typeface="Arial" panose="020B0604020202020204" pitchFamily="34" charset="0"/>
            </a:endParaRPr>
          </a:p>
        </p:txBody>
      </p:sp>
      <p:sp>
        <p:nvSpPr>
          <p:cNvPr id="53322" name="Rectangle 72"/>
          <p:cNvSpPr>
            <a:spLocks noChangeArrowheads="1"/>
          </p:cNvSpPr>
          <p:nvPr>
            <p:custDataLst>
              <p:tags r:id="rId71"/>
            </p:custDataLst>
          </p:nvPr>
        </p:nvSpPr>
        <p:spPr bwMode="auto">
          <a:xfrm>
            <a:off x="2017713" y="1268413"/>
            <a:ext cx="808037"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VC</a:t>
            </a:r>
            <a:endParaRPr lang="en-US" sz="2400" i="1">
              <a:cs typeface="Arial" panose="020B0604020202020204" pitchFamily="34" charset="0"/>
            </a:endParaRPr>
          </a:p>
        </p:txBody>
      </p:sp>
      <p:sp>
        <p:nvSpPr>
          <p:cNvPr id="53323" name="Rectangle 73"/>
          <p:cNvSpPr>
            <a:spLocks noChangeArrowheads="1"/>
          </p:cNvSpPr>
          <p:nvPr>
            <p:custDataLst>
              <p:tags r:id="rId72"/>
            </p:custDataLst>
          </p:nvPr>
        </p:nvSpPr>
        <p:spPr bwMode="auto">
          <a:xfrm>
            <a:off x="1127125" y="1268413"/>
            <a:ext cx="890588"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i="1">
                <a:cs typeface="Arial" panose="020B0604020202020204" pitchFamily="34" charset="0"/>
              </a:rPr>
              <a:t>FC</a:t>
            </a:r>
            <a:endParaRPr lang="en-US" sz="2400" i="1">
              <a:cs typeface="Arial" panose="020B0604020202020204" pitchFamily="34" charset="0"/>
            </a:endParaRPr>
          </a:p>
        </p:txBody>
      </p:sp>
      <p:sp>
        <p:nvSpPr>
          <p:cNvPr id="53324" name="Rectangle 74"/>
          <p:cNvSpPr>
            <a:spLocks noChangeArrowheads="1"/>
          </p:cNvSpPr>
          <p:nvPr>
            <p:custDataLst>
              <p:tags r:id="rId73"/>
            </p:custDataLst>
          </p:nvPr>
        </p:nvSpPr>
        <p:spPr bwMode="auto">
          <a:xfrm>
            <a:off x="539750" y="1268413"/>
            <a:ext cx="587375" cy="512762"/>
          </a:xfrm>
          <a:prstGeom prst="rect">
            <a:avLst/>
          </a:prstGeom>
          <a:noFill/>
          <a:ln w="9525">
            <a:noFill/>
            <a:miter lim="800000"/>
          </a:ln>
        </p:spPr>
        <p:txBody>
          <a:bodyPr/>
          <a:lstStyle/>
          <a:p>
            <a:pPr algn="ctr">
              <a:lnSpc>
                <a:spcPct val="105000"/>
              </a:lnSpc>
              <a:spcBef>
                <a:spcPct val="45000"/>
              </a:spcBef>
              <a:buClr>
                <a:srgbClr val="00B85C"/>
              </a:buClr>
              <a:buSzPct val="120000"/>
              <a:buFont typeface="Wingdings" panose="05000000000000000000" pitchFamily="2" charset="2"/>
              <a:buNone/>
            </a:pPr>
            <a:r>
              <a:rPr lang="en-US" sz="2400" b="1" i="1">
                <a:cs typeface="Arial" panose="020B0604020202020204" pitchFamily="34" charset="0"/>
              </a:rPr>
              <a:t>Q</a:t>
            </a:r>
            <a:endParaRPr lang="en-US" sz="2400" b="1" i="1">
              <a:cs typeface="Arial" panose="020B0604020202020204" pitchFamily="34" charset="0"/>
            </a:endParaRPr>
          </a:p>
        </p:txBody>
      </p:sp>
      <p:sp>
        <p:nvSpPr>
          <p:cNvPr id="53325" name="Line 75"/>
          <p:cNvSpPr>
            <a:spLocks noChangeShapeType="1"/>
          </p:cNvSpPr>
          <p:nvPr>
            <p:custDataLst>
              <p:tags r:id="rId74"/>
            </p:custDataLst>
          </p:nvPr>
        </p:nvSpPr>
        <p:spPr bwMode="auto">
          <a:xfrm>
            <a:off x="539750" y="1268413"/>
            <a:ext cx="7854950" cy="0"/>
          </a:xfrm>
          <a:prstGeom prst="line">
            <a:avLst/>
          </a:prstGeom>
          <a:noFill/>
          <a:ln w="9525" cap="sq">
            <a:solidFill>
              <a:schemeClr val="tx1"/>
            </a:solidFill>
            <a:round/>
          </a:ln>
        </p:spPr>
        <p:txBody>
          <a:bodyPr/>
          <a:lstStyle/>
          <a:p>
            <a:endParaRPr lang="en-US"/>
          </a:p>
        </p:txBody>
      </p:sp>
      <p:sp>
        <p:nvSpPr>
          <p:cNvPr id="53326" name="Line 76"/>
          <p:cNvSpPr>
            <a:spLocks noChangeShapeType="1"/>
          </p:cNvSpPr>
          <p:nvPr>
            <p:custDataLst>
              <p:tags r:id="rId75"/>
            </p:custDataLst>
          </p:nvPr>
        </p:nvSpPr>
        <p:spPr bwMode="auto">
          <a:xfrm>
            <a:off x="539750" y="1781175"/>
            <a:ext cx="7854950" cy="0"/>
          </a:xfrm>
          <a:prstGeom prst="line">
            <a:avLst/>
          </a:prstGeom>
          <a:noFill/>
          <a:ln w="9525">
            <a:solidFill>
              <a:schemeClr val="tx1"/>
            </a:solidFill>
            <a:round/>
          </a:ln>
        </p:spPr>
        <p:txBody>
          <a:bodyPr/>
          <a:lstStyle/>
          <a:p>
            <a:endParaRPr lang="en-US"/>
          </a:p>
        </p:txBody>
      </p:sp>
      <p:sp>
        <p:nvSpPr>
          <p:cNvPr id="53327" name="Line 77"/>
          <p:cNvSpPr>
            <a:spLocks noChangeShapeType="1"/>
          </p:cNvSpPr>
          <p:nvPr>
            <p:custDataLst>
              <p:tags r:id="rId76"/>
            </p:custDataLst>
          </p:nvPr>
        </p:nvSpPr>
        <p:spPr bwMode="auto">
          <a:xfrm>
            <a:off x="539750" y="2293938"/>
            <a:ext cx="7854950" cy="0"/>
          </a:xfrm>
          <a:prstGeom prst="line">
            <a:avLst/>
          </a:prstGeom>
          <a:noFill/>
          <a:ln w="9525">
            <a:solidFill>
              <a:schemeClr val="tx1"/>
            </a:solidFill>
            <a:round/>
          </a:ln>
        </p:spPr>
        <p:txBody>
          <a:bodyPr/>
          <a:lstStyle/>
          <a:p>
            <a:endParaRPr lang="en-US"/>
          </a:p>
        </p:txBody>
      </p:sp>
      <p:sp>
        <p:nvSpPr>
          <p:cNvPr id="53328" name="Line 78"/>
          <p:cNvSpPr>
            <a:spLocks noChangeShapeType="1"/>
          </p:cNvSpPr>
          <p:nvPr>
            <p:custDataLst>
              <p:tags r:id="rId77"/>
            </p:custDataLst>
          </p:nvPr>
        </p:nvSpPr>
        <p:spPr bwMode="auto">
          <a:xfrm>
            <a:off x="539750" y="2805113"/>
            <a:ext cx="7854950" cy="0"/>
          </a:xfrm>
          <a:prstGeom prst="line">
            <a:avLst/>
          </a:prstGeom>
          <a:noFill/>
          <a:ln w="9525">
            <a:solidFill>
              <a:schemeClr val="tx1"/>
            </a:solidFill>
            <a:round/>
          </a:ln>
        </p:spPr>
        <p:txBody>
          <a:bodyPr/>
          <a:lstStyle/>
          <a:p>
            <a:endParaRPr lang="en-US"/>
          </a:p>
        </p:txBody>
      </p:sp>
      <p:sp>
        <p:nvSpPr>
          <p:cNvPr id="53329" name="Line 79"/>
          <p:cNvSpPr>
            <a:spLocks noChangeShapeType="1"/>
          </p:cNvSpPr>
          <p:nvPr>
            <p:custDataLst>
              <p:tags r:id="rId78"/>
            </p:custDataLst>
          </p:nvPr>
        </p:nvSpPr>
        <p:spPr bwMode="auto">
          <a:xfrm>
            <a:off x="539750" y="3317875"/>
            <a:ext cx="7854950" cy="0"/>
          </a:xfrm>
          <a:prstGeom prst="line">
            <a:avLst/>
          </a:prstGeom>
          <a:noFill/>
          <a:ln w="9525">
            <a:solidFill>
              <a:schemeClr val="tx1"/>
            </a:solidFill>
            <a:round/>
          </a:ln>
        </p:spPr>
        <p:txBody>
          <a:bodyPr/>
          <a:lstStyle/>
          <a:p>
            <a:endParaRPr lang="en-US"/>
          </a:p>
        </p:txBody>
      </p:sp>
      <p:sp>
        <p:nvSpPr>
          <p:cNvPr id="53330" name="Line 80"/>
          <p:cNvSpPr>
            <a:spLocks noChangeShapeType="1"/>
          </p:cNvSpPr>
          <p:nvPr>
            <p:custDataLst>
              <p:tags r:id="rId79"/>
            </p:custDataLst>
          </p:nvPr>
        </p:nvSpPr>
        <p:spPr bwMode="auto">
          <a:xfrm>
            <a:off x="539750" y="3830638"/>
            <a:ext cx="7854950" cy="0"/>
          </a:xfrm>
          <a:prstGeom prst="line">
            <a:avLst/>
          </a:prstGeom>
          <a:noFill/>
          <a:ln w="9525">
            <a:solidFill>
              <a:schemeClr val="tx1"/>
            </a:solidFill>
            <a:round/>
          </a:ln>
        </p:spPr>
        <p:txBody>
          <a:bodyPr/>
          <a:lstStyle/>
          <a:p>
            <a:endParaRPr lang="en-US"/>
          </a:p>
        </p:txBody>
      </p:sp>
      <p:sp>
        <p:nvSpPr>
          <p:cNvPr id="53331" name="Line 81"/>
          <p:cNvSpPr>
            <a:spLocks noChangeShapeType="1"/>
          </p:cNvSpPr>
          <p:nvPr>
            <p:custDataLst>
              <p:tags r:id="rId80"/>
            </p:custDataLst>
          </p:nvPr>
        </p:nvSpPr>
        <p:spPr bwMode="auto">
          <a:xfrm>
            <a:off x="539750" y="4343400"/>
            <a:ext cx="7854950" cy="0"/>
          </a:xfrm>
          <a:prstGeom prst="line">
            <a:avLst/>
          </a:prstGeom>
          <a:noFill/>
          <a:ln w="9525">
            <a:solidFill>
              <a:schemeClr val="tx1"/>
            </a:solidFill>
            <a:round/>
          </a:ln>
        </p:spPr>
        <p:txBody>
          <a:bodyPr/>
          <a:lstStyle/>
          <a:p>
            <a:endParaRPr lang="en-US"/>
          </a:p>
        </p:txBody>
      </p:sp>
      <p:sp>
        <p:nvSpPr>
          <p:cNvPr id="53332" name="Line 82"/>
          <p:cNvSpPr>
            <a:spLocks noChangeShapeType="1"/>
          </p:cNvSpPr>
          <p:nvPr>
            <p:custDataLst>
              <p:tags r:id="rId81"/>
            </p:custDataLst>
          </p:nvPr>
        </p:nvSpPr>
        <p:spPr bwMode="auto">
          <a:xfrm>
            <a:off x="539750" y="4856163"/>
            <a:ext cx="7854950" cy="0"/>
          </a:xfrm>
          <a:prstGeom prst="line">
            <a:avLst/>
          </a:prstGeom>
          <a:noFill/>
          <a:ln w="9525">
            <a:solidFill>
              <a:schemeClr val="tx1"/>
            </a:solidFill>
            <a:round/>
          </a:ln>
        </p:spPr>
        <p:txBody>
          <a:bodyPr/>
          <a:lstStyle/>
          <a:p>
            <a:endParaRPr lang="en-US"/>
          </a:p>
        </p:txBody>
      </p:sp>
      <p:sp>
        <p:nvSpPr>
          <p:cNvPr id="53333" name="Line 83"/>
          <p:cNvSpPr>
            <a:spLocks noChangeShapeType="1"/>
          </p:cNvSpPr>
          <p:nvPr>
            <p:custDataLst>
              <p:tags r:id="rId82"/>
            </p:custDataLst>
          </p:nvPr>
        </p:nvSpPr>
        <p:spPr bwMode="auto">
          <a:xfrm>
            <a:off x="539750" y="5367338"/>
            <a:ext cx="7854950" cy="0"/>
          </a:xfrm>
          <a:prstGeom prst="line">
            <a:avLst/>
          </a:prstGeom>
          <a:noFill/>
          <a:ln w="9525">
            <a:solidFill>
              <a:schemeClr val="tx1"/>
            </a:solidFill>
            <a:round/>
          </a:ln>
        </p:spPr>
        <p:txBody>
          <a:bodyPr/>
          <a:lstStyle/>
          <a:p>
            <a:endParaRPr lang="en-US"/>
          </a:p>
        </p:txBody>
      </p:sp>
      <p:sp>
        <p:nvSpPr>
          <p:cNvPr id="53334" name="Line 84"/>
          <p:cNvSpPr>
            <a:spLocks noChangeShapeType="1"/>
          </p:cNvSpPr>
          <p:nvPr>
            <p:custDataLst>
              <p:tags r:id="rId83"/>
            </p:custDataLst>
          </p:nvPr>
        </p:nvSpPr>
        <p:spPr bwMode="auto">
          <a:xfrm>
            <a:off x="539750" y="5880100"/>
            <a:ext cx="7854950" cy="0"/>
          </a:xfrm>
          <a:prstGeom prst="line">
            <a:avLst/>
          </a:prstGeom>
          <a:noFill/>
          <a:ln w="9525">
            <a:solidFill>
              <a:schemeClr val="tx1"/>
            </a:solidFill>
            <a:round/>
          </a:ln>
        </p:spPr>
        <p:txBody>
          <a:bodyPr/>
          <a:lstStyle/>
          <a:p>
            <a:endParaRPr lang="en-US"/>
          </a:p>
        </p:txBody>
      </p:sp>
      <p:sp>
        <p:nvSpPr>
          <p:cNvPr id="53335" name="Line 85"/>
          <p:cNvSpPr>
            <a:spLocks noChangeShapeType="1"/>
          </p:cNvSpPr>
          <p:nvPr>
            <p:custDataLst>
              <p:tags r:id="rId84"/>
            </p:custDataLst>
          </p:nvPr>
        </p:nvSpPr>
        <p:spPr bwMode="auto">
          <a:xfrm flipV="1">
            <a:off x="539750" y="6286500"/>
            <a:ext cx="7854950" cy="106680"/>
          </a:xfrm>
          <a:prstGeom prst="line">
            <a:avLst/>
          </a:prstGeom>
          <a:noFill/>
          <a:ln w="9525" cap="sq">
            <a:solidFill>
              <a:schemeClr val="tx1"/>
            </a:solidFill>
            <a:round/>
          </a:ln>
        </p:spPr>
        <p:txBody>
          <a:bodyPr/>
          <a:lstStyle/>
          <a:p>
            <a:endParaRPr lang="en-US"/>
          </a:p>
        </p:txBody>
      </p:sp>
      <p:sp>
        <p:nvSpPr>
          <p:cNvPr id="53336" name="Line 86"/>
          <p:cNvSpPr>
            <a:spLocks noChangeShapeType="1"/>
          </p:cNvSpPr>
          <p:nvPr>
            <p:custDataLst>
              <p:tags r:id="rId85"/>
            </p:custDataLst>
          </p:nvPr>
        </p:nvSpPr>
        <p:spPr bwMode="auto">
          <a:xfrm>
            <a:off x="539750" y="1268413"/>
            <a:ext cx="0" cy="5124450"/>
          </a:xfrm>
          <a:prstGeom prst="line">
            <a:avLst/>
          </a:prstGeom>
          <a:noFill/>
          <a:ln w="9525" cap="sq">
            <a:solidFill>
              <a:schemeClr val="tx1"/>
            </a:solidFill>
            <a:round/>
          </a:ln>
        </p:spPr>
        <p:txBody>
          <a:bodyPr/>
          <a:lstStyle/>
          <a:p>
            <a:endParaRPr lang="en-US"/>
          </a:p>
        </p:txBody>
      </p:sp>
      <p:sp>
        <p:nvSpPr>
          <p:cNvPr id="53337" name="Line 87"/>
          <p:cNvSpPr>
            <a:spLocks noChangeShapeType="1"/>
          </p:cNvSpPr>
          <p:nvPr>
            <p:custDataLst>
              <p:tags r:id="rId86"/>
            </p:custDataLst>
          </p:nvPr>
        </p:nvSpPr>
        <p:spPr bwMode="auto">
          <a:xfrm>
            <a:off x="1127125" y="1268413"/>
            <a:ext cx="0" cy="5124450"/>
          </a:xfrm>
          <a:prstGeom prst="line">
            <a:avLst/>
          </a:prstGeom>
          <a:noFill/>
          <a:ln w="9525">
            <a:solidFill>
              <a:schemeClr val="tx1"/>
            </a:solidFill>
            <a:round/>
          </a:ln>
        </p:spPr>
        <p:txBody>
          <a:bodyPr/>
          <a:lstStyle/>
          <a:p>
            <a:endParaRPr lang="en-US"/>
          </a:p>
        </p:txBody>
      </p:sp>
      <p:sp>
        <p:nvSpPr>
          <p:cNvPr id="53338" name="Line 88"/>
          <p:cNvSpPr>
            <a:spLocks noChangeShapeType="1"/>
          </p:cNvSpPr>
          <p:nvPr>
            <p:custDataLst>
              <p:tags r:id="rId87"/>
            </p:custDataLst>
          </p:nvPr>
        </p:nvSpPr>
        <p:spPr bwMode="auto">
          <a:xfrm>
            <a:off x="2017713" y="1268413"/>
            <a:ext cx="0" cy="5124450"/>
          </a:xfrm>
          <a:prstGeom prst="line">
            <a:avLst/>
          </a:prstGeom>
          <a:noFill/>
          <a:ln w="9525">
            <a:solidFill>
              <a:schemeClr val="tx1"/>
            </a:solidFill>
            <a:round/>
          </a:ln>
        </p:spPr>
        <p:txBody>
          <a:bodyPr/>
          <a:lstStyle/>
          <a:p>
            <a:endParaRPr lang="en-US"/>
          </a:p>
        </p:txBody>
      </p:sp>
      <p:sp>
        <p:nvSpPr>
          <p:cNvPr id="53339" name="Line 89"/>
          <p:cNvSpPr>
            <a:spLocks noChangeShapeType="1"/>
          </p:cNvSpPr>
          <p:nvPr>
            <p:custDataLst>
              <p:tags r:id="rId88"/>
            </p:custDataLst>
          </p:nvPr>
        </p:nvSpPr>
        <p:spPr bwMode="auto">
          <a:xfrm>
            <a:off x="2825750" y="1268413"/>
            <a:ext cx="0" cy="5124450"/>
          </a:xfrm>
          <a:prstGeom prst="line">
            <a:avLst/>
          </a:prstGeom>
          <a:noFill/>
          <a:ln w="9525">
            <a:solidFill>
              <a:schemeClr val="tx1"/>
            </a:solidFill>
            <a:round/>
          </a:ln>
        </p:spPr>
        <p:txBody>
          <a:bodyPr/>
          <a:lstStyle/>
          <a:p>
            <a:endParaRPr lang="en-US"/>
          </a:p>
        </p:txBody>
      </p:sp>
      <p:sp>
        <p:nvSpPr>
          <p:cNvPr id="53340" name="Line 90"/>
          <p:cNvSpPr>
            <a:spLocks noChangeShapeType="1"/>
          </p:cNvSpPr>
          <p:nvPr>
            <p:custDataLst>
              <p:tags r:id="rId89"/>
            </p:custDataLst>
          </p:nvPr>
        </p:nvSpPr>
        <p:spPr bwMode="auto">
          <a:xfrm>
            <a:off x="3811588" y="1268413"/>
            <a:ext cx="0" cy="5124450"/>
          </a:xfrm>
          <a:prstGeom prst="line">
            <a:avLst/>
          </a:prstGeom>
          <a:noFill/>
          <a:ln w="9525">
            <a:solidFill>
              <a:schemeClr val="tx1"/>
            </a:solidFill>
            <a:round/>
          </a:ln>
        </p:spPr>
        <p:txBody>
          <a:bodyPr/>
          <a:lstStyle/>
          <a:p>
            <a:endParaRPr lang="en-US"/>
          </a:p>
        </p:txBody>
      </p:sp>
      <p:sp>
        <p:nvSpPr>
          <p:cNvPr id="53341" name="Line 91"/>
          <p:cNvSpPr>
            <a:spLocks noChangeShapeType="1"/>
          </p:cNvSpPr>
          <p:nvPr>
            <p:custDataLst>
              <p:tags r:id="rId90"/>
            </p:custDataLst>
          </p:nvPr>
        </p:nvSpPr>
        <p:spPr bwMode="auto">
          <a:xfrm>
            <a:off x="4999038" y="1268413"/>
            <a:ext cx="0" cy="5124450"/>
          </a:xfrm>
          <a:prstGeom prst="line">
            <a:avLst/>
          </a:prstGeom>
          <a:noFill/>
          <a:ln w="9525">
            <a:solidFill>
              <a:schemeClr val="tx1"/>
            </a:solidFill>
            <a:round/>
          </a:ln>
        </p:spPr>
        <p:txBody>
          <a:bodyPr/>
          <a:lstStyle/>
          <a:p>
            <a:endParaRPr lang="en-US"/>
          </a:p>
        </p:txBody>
      </p:sp>
      <p:sp>
        <p:nvSpPr>
          <p:cNvPr id="53342" name="Line 92"/>
          <p:cNvSpPr>
            <a:spLocks noChangeShapeType="1"/>
          </p:cNvSpPr>
          <p:nvPr>
            <p:custDataLst>
              <p:tags r:id="rId91"/>
            </p:custDataLst>
          </p:nvPr>
        </p:nvSpPr>
        <p:spPr bwMode="auto">
          <a:xfrm>
            <a:off x="6127750" y="1268413"/>
            <a:ext cx="0" cy="5124450"/>
          </a:xfrm>
          <a:prstGeom prst="line">
            <a:avLst/>
          </a:prstGeom>
          <a:noFill/>
          <a:ln w="9525">
            <a:solidFill>
              <a:schemeClr val="tx1"/>
            </a:solidFill>
            <a:round/>
          </a:ln>
        </p:spPr>
        <p:txBody>
          <a:bodyPr/>
          <a:lstStyle/>
          <a:p>
            <a:endParaRPr lang="en-US"/>
          </a:p>
        </p:txBody>
      </p:sp>
      <p:sp>
        <p:nvSpPr>
          <p:cNvPr id="53343" name="Line 93"/>
          <p:cNvSpPr>
            <a:spLocks noChangeShapeType="1"/>
          </p:cNvSpPr>
          <p:nvPr>
            <p:custDataLst>
              <p:tags r:id="rId92"/>
            </p:custDataLst>
          </p:nvPr>
        </p:nvSpPr>
        <p:spPr bwMode="auto">
          <a:xfrm>
            <a:off x="7302500" y="1268413"/>
            <a:ext cx="0" cy="5124450"/>
          </a:xfrm>
          <a:prstGeom prst="line">
            <a:avLst/>
          </a:prstGeom>
          <a:noFill/>
          <a:ln w="9525">
            <a:solidFill>
              <a:schemeClr val="tx1"/>
            </a:solidFill>
            <a:round/>
          </a:ln>
        </p:spPr>
        <p:txBody>
          <a:bodyPr/>
          <a:lstStyle/>
          <a:p>
            <a:endParaRPr lang="en-US"/>
          </a:p>
        </p:txBody>
      </p:sp>
      <p:sp>
        <p:nvSpPr>
          <p:cNvPr id="53344" name="Line 94"/>
          <p:cNvSpPr>
            <a:spLocks noChangeShapeType="1"/>
          </p:cNvSpPr>
          <p:nvPr>
            <p:custDataLst>
              <p:tags r:id="rId93"/>
            </p:custDataLst>
          </p:nvPr>
        </p:nvSpPr>
        <p:spPr bwMode="auto">
          <a:xfrm>
            <a:off x="8394700" y="1268413"/>
            <a:ext cx="0" cy="5124450"/>
          </a:xfrm>
          <a:prstGeom prst="line">
            <a:avLst/>
          </a:prstGeom>
          <a:noFill/>
          <a:ln w="9525" cap="sq">
            <a:solidFill>
              <a:schemeClr val="tx1"/>
            </a:solidFill>
            <a:round/>
          </a:ln>
        </p:spPr>
        <p:txBody>
          <a:bodyPr/>
          <a:lstStyle/>
          <a:p>
            <a:endParaRPr lang="en-US"/>
          </a:p>
        </p:txBody>
      </p:sp>
      <p:sp>
        <p:nvSpPr>
          <p:cNvPr id="53345" name="Rectangle 95"/>
          <p:cNvSpPr>
            <a:spLocks noChangeArrowheads="1"/>
          </p:cNvSpPr>
          <p:nvPr>
            <p:custDataLst>
              <p:tags r:id="rId94"/>
            </p:custDataLst>
          </p:nvPr>
        </p:nvSpPr>
        <p:spPr bwMode="auto">
          <a:xfrm>
            <a:off x="7313613" y="5591175"/>
            <a:ext cx="1069975" cy="512763"/>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200</a:t>
            </a:r>
            <a:endParaRPr lang="en-US" sz="2400">
              <a:cs typeface="Arial" panose="020B0604020202020204" pitchFamily="34" charset="0"/>
            </a:endParaRPr>
          </a:p>
        </p:txBody>
      </p:sp>
      <p:sp>
        <p:nvSpPr>
          <p:cNvPr id="53346" name="Rectangle 96"/>
          <p:cNvSpPr>
            <a:spLocks noChangeArrowheads="1"/>
          </p:cNvSpPr>
          <p:nvPr>
            <p:custDataLst>
              <p:tags r:id="rId95"/>
            </p:custDataLst>
          </p:nvPr>
        </p:nvSpPr>
        <p:spPr bwMode="auto">
          <a:xfrm>
            <a:off x="7313613" y="5078413"/>
            <a:ext cx="1069975" cy="512762"/>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140</a:t>
            </a:r>
            <a:endParaRPr lang="en-US" sz="2400">
              <a:cs typeface="Arial" panose="020B0604020202020204" pitchFamily="34" charset="0"/>
            </a:endParaRPr>
          </a:p>
        </p:txBody>
      </p:sp>
      <p:sp>
        <p:nvSpPr>
          <p:cNvPr id="53347" name="Rectangle 97"/>
          <p:cNvSpPr>
            <a:spLocks noChangeArrowheads="1"/>
          </p:cNvSpPr>
          <p:nvPr>
            <p:custDataLst>
              <p:tags r:id="rId96"/>
            </p:custDataLst>
          </p:nvPr>
        </p:nvSpPr>
        <p:spPr bwMode="auto">
          <a:xfrm>
            <a:off x="7313613" y="4567238"/>
            <a:ext cx="1069975" cy="511175"/>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100</a:t>
            </a:r>
            <a:endParaRPr lang="en-US" sz="2400">
              <a:cs typeface="Arial" panose="020B0604020202020204" pitchFamily="34" charset="0"/>
            </a:endParaRPr>
          </a:p>
        </p:txBody>
      </p:sp>
      <p:sp>
        <p:nvSpPr>
          <p:cNvPr id="53348" name="Rectangle 98"/>
          <p:cNvSpPr>
            <a:spLocks noChangeArrowheads="1"/>
          </p:cNvSpPr>
          <p:nvPr>
            <p:custDataLst>
              <p:tags r:id="rId97"/>
            </p:custDataLst>
          </p:nvPr>
        </p:nvSpPr>
        <p:spPr bwMode="auto">
          <a:xfrm>
            <a:off x="7313613" y="4054475"/>
            <a:ext cx="1069975" cy="512763"/>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70</a:t>
            </a:r>
            <a:endParaRPr lang="en-US" sz="2400">
              <a:cs typeface="Arial" panose="020B0604020202020204" pitchFamily="34" charset="0"/>
            </a:endParaRPr>
          </a:p>
        </p:txBody>
      </p:sp>
      <p:sp>
        <p:nvSpPr>
          <p:cNvPr id="53349" name="Rectangle 99"/>
          <p:cNvSpPr>
            <a:spLocks noChangeArrowheads="1"/>
          </p:cNvSpPr>
          <p:nvPr>
            <p:custDataLst>
              <p:tags r:id="rId98"/>
            </p:custDataLst>
          </p:nvPr>
        </p:nvSpPr>
        <p:spPr bwMode="auto">
          <a:xfrm>
            <a:off x="7313613" y="3541713"/>
            <a:ext cx="1069975" cy="512762"/>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50</a:t>
            </a:r>
            <a:endParaRPr lang="en-US" sz="2400">
              <a:cs typeface="Arial" panose="020B0604020202020204" pitchFamily="34" charset="0"/>
            </a:endParaRPr>
          </a:p>
        </p:txBody>
      </p:sp>
      <p:sp>
        <p:nvSpPr>
          <p:cNvPr id="53350" name="Rectangle 100"/>
          <p:cNvSpPr>
            <a:spLocks noChangeArrowheads="1"/>
          </p:cNvSpPr>
          <p:nvPr>
            <p:custDataLst>
              <p:tags r:id="rId99"/>
            </p:custDataLst>
          </p:nvPr>
        </p:nvSpPr>
        <p:spPr bwMode="auto">
          <a:xfrm>
            <a:off x="7313613" y="3028950"/>
            <a:ext cx="1069975" cy="512763"/>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40</a:t>
            </a:r>
            <a:endParaRPr lang="en-US" sz="2400">
              <a:cs typeface="Arial" panose="020B0604020202020204" pitchFamily="34" charset="0"/>
            </a:endParaRPr>
          </a:p>
        </p:txBody>
      </p:sp>
      <p:sp>
        <p:nvSpPr>
          <p:cNvPr id="53351" name="Rectangle 101"/>
          <p:cNvSpPr>
            <a:spLocks noChangeArrowheads="1"/>
          </p:cNvSpPr>
          <p:nvPr>
            <p:custDataLst>
              <p:tags r:id="rId100"/>
            </p:custDataLst>
          </p:nvPr>
        </p:nvSpPr>
        <p:spPr bwMode="auto">
          <a:xfrm>
            <a:off x="7313613" y="2516188"/>
            <a:ext cx="1069975" cy="512762"/>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50</a:t>
            </a:r>
            <a:endParaRPr lang="en-US" sz="2400">
              <a:cs typeface="Arial" panose="020B0604020202020204" pitchFamily="34" charset="0"/>
            </a:endParaRPr>
          </a:p>
        </p:txBody>
      </p:sp>
      <p:sp>
        <p:nvSpPr>
          <p:cNvPr id="53352" name="Rectangle 102"/>
          <p:cNvSpPr>
            <a:spLocks noChangeArrowheads="1"/>
          </p:cNvSpPr>
          <p:nvPr>
            <p:custDataLst>
              <p:tags r:id="rId101"/>
            </p:custDataLst>
          </p:nvPr>
        </p:nvSpPr>
        <p:spPr bwMode="auto">
          <a:xfrm>
            <a:off x="7313613" y="2005013"/>
            <a:ext cx="1069975" cy="511175"/>
          </a:xfrm>
          <a:prstGeom prst="rect">
            <a:avLst/>
          </a:prstGeom>
          <a:solidFill>
            <a:schemeClr val="bg1"/>
          </a:solid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a:cs typeface="Arial" panose="020B0604020202020204" pitchFamily="34" charset="0"/>
              </a:rPr>
              <a:t>70</a:t>
            </a:r>
            <a:endParaRPr lang="en-US" sz="2400">
              <a:cs typeface="Arial" panose="020B0604020202020204" pitchFamily="34" charset="0"/>
            </a:endParaRPr>
          </a:p>
        </p:txBody>
      </p:sp>
      <p:sp>
        <p:nvSpPr>
          <p:cNvPr id="53353" name="Line 103"/>
          <p:cNvSpPr>
            <a:spLocks noChangeShapeType="1"/>
          </p:cNvSpPr>
          <p:nvPr>
            <p:custDataLst>
              <p:tags r:id="rId102"/>
            </p:custDataLst>
          </p:nvPr>
        </p:nvSpPr>
        <p:spPr bwMode="auto">
          <a:xfrm>
            <a:off x="7302500" y="2543175"/>
            <a:ext cx="1090613" cy="0"/>
          </a:xfrm>
          <a:prstGeom prst="line">
            <a:avLst/>
          </a:prstGeom>
          <a:noFill/>
          <a:ln w="9525">
            <a:solidFill>
              <a:schemeClr val="tx1"/>
            </a:solidFill>
            <a:round/>
          </a:ln>
        </p:spPr>
        <p:txBody>
          <a:bodyPr/>
          <a:lstStyle/>
          <a:p>
            <a:endParaRPr lang="en-US"/>
          </a:p>
        </p:txBody>
      </p:sp>
      <p:sp>
        <p:nvSpPr>
          <p:cNvPr id="53354" name="Line 104"/>
          <p:cNvSpPr>
            <a:spLocks noChangeShapeType="1"/>
          </p:cNvSpPr>
          <p:nvPr>
            <p:custDataLst>
              <p:tags r:id="rId103"/>
            </p:custDataLst>
          </p:nvPr>
        </p:nvSpPr>
        <p:spPr bwMode="auto">
          <a:xfrm>
            <a:off x="7304088" y="3044825"/>
            <a:ext cx="1090612" cy="0"/>
          </a:xfrm>
          <a:prstGeom prst="line">
            <a:avLst/>
          </a:prstGeom>
          <a:noFill/>
          <a:ln w="9525">
            <a:solidFill>
              <a:schemeClr val="tx1"/>
            </a:solidFill>
            <a:round/>
          </a:ln>
        </p:spPr>
        <p:txBody>
          <a:bodyPr/>
          <a:lstStyle/>
          <a:p>
            <a:endParaRPr lang="en-US"/>
          </a:p>
        </p:txBody>
      </p:sp>
      <p:sp>
        <p:nvSpPr>
          <p:cNvPr id="53355" name="Line 105"/>
          <p:cNvSpPr>
            <a:spLocks noChangeShapeType="1"/>
          </p:cNvSpPr>
          <p:nvPr>
            <p:custDataLst>
              <p:tags r:id="rId104"/>
            </p:custDataLst>
          </p:nvPr>
        </p:nvSpPr>
        <p:spPr bwMode="auto">
          <a:xfrm>
            <a:off x="7304088" y="3559175"/>
            <a:ext cx="1090612" cy="0"/>
          </a:xfrm>
          <a:prstGeom prst="line">
            <a:avLst/>
          </a:prstGeom>
          <a:noFill/>
          <a:ln w="9525">
            <a:solidFill>
              <a:schemeClr val="tx1"/>
            </a:solidFill>
            <a:round/>
          </a:ln>
        </p:spPr>
        <p:txBody>
          <a:bodyPr/>
          <a:lstStyle/>
          <a:p>
            <a:endParaRPr lang="en-US"/>
          </a:p>
        </p:txBody>
      </p:sp>
      <p:sp>
        <p:nvSpPr>
          <p:cNvPr id="53356" name="Line 106"/>
          <p:cNvSpPr>
            <a:spLocks noChangeShapeType="1"/>
          </p:cNvSpPr>
          <p:nvPr>
            <p:custDataLst>
              <p:tags r:id="rId105"/>
            </p:custDataLst>
          </p:nvPr>
        </p:nvSpPr>
        <p:spPr bwMode="auto">
          <a:xfrm>
            <a:off x="7300913" y="4067175"/>
            <a:ext cx="1090612" cy="0"/>
          </a:xfrm>
          <a:prstGeom prst="line">
            <a:avLst/>
          </a:prstGeom>
          <a:noFill/>
          <a:ln w="9525">
            <a:solidFill>
              <a:schemeClr val="tx1"/>
            </a:solidFill>
            <a:round/>
          </a:ln>
        </p:spPr>
        <p:txBody>
          <a:bodyPr/>
          <a:lstStyle/>
          <a:p>
            <a:endParaRPr lang="en-US"/>
          </a:p>
        </p:txBody>
      </p:sp>
      <p:sp>
        <p:nvSpPr>
          <p:cNvPr id="53357" name="Line 107"/>
          <p:cNvSpPr>
            <a:spLocks noChangeShapeType="1"/>
          </p:cNvSpPr>
          <p:nvPr>
            <p:custDataLst>
              <p:tags r:id="rId106"/>
            </p:custDataLst>
          </p:nvPr>
        </p:nvSpPr>
        <p:spPr bwMode="auto">
          <a:xfrm>
            <a:off x="7305675" y="4586288"/>
            <a:ext cx="1090613" cy="0"/>
          </a:xfrm>
          <a:prstGeom prst="line">
            <a:avLst/>
          </a:prstGeom>
          <a:noFill/>
          <a:ln w="9525">
            <a:solidFill>
              <a:schemeClr val="tx1"/>
            </a:solidFill>
            <a:round/>
          </a:ln>
        </p:spPr>
        <p:txBody>
          <a:bodyPr/>
          <a:lstStyle/>
          <a:p>
            <a:endParaRPr lang="en-US"/>
          </a:p>
        </p:txBody>
      </p:sp>
      <p:sp>
        <p:nvSpPr>
          <p:cNvPr id="53358" name="Line 108"/>
          <p:cNvSpPr>
            <a:spLocks noChangeShapeType="1"/>
          </p:cNvSpPr>
          <p:nvPr>
            <p:custDataLst>
              <p:tags r:id="rId107"/>
            </p:custDataLst>
          </p:nvPr>
        </p:nvSpPr>
        <p:spPr bwMode="auto">
          <a:xfrm>
            <a:off x="7302500" y="5089525"/>
            <a:ext cx="1090613" cy="0"/>
          </a:xfrm>
          <a:prstGeom prst="line">
            <a:avLst/>
          </a:prstGeom>
          <a:noFill/>
          <a:ln w="9525">
            <a:solidFill>
              <a:schemeClr val="tx1"/>
            </a:solidFill>
            <a:round/>
          </a:ln>
        </p:spPr>
        <p:txBody>
          <a:bodyPr/>
          <a:lstStyle/>
          <a:p>
            <a:endParaRPr lang="en-US"/>
          </a:p>
        </p:txBody>
      </p:sp>
      <p:sp>
        <p:nvSpPr>
          <p:cNvPr id="53359" name="Line 109"/>
          <p:cNvSpPr>
            <a:spLocks noChangeShapeType="1"/>
          </p:cNvSpPr>
          <p:nvPr>
            <p:custDataLst>
              <p:tags r:id="rId108"/>
            </p:custDataLst>
          </p:nvPr>
        </p:nvSpPr>
        <p:spPr bwMode="auto">
          <a:xfrm>
            <a:off x="7302500" y="5616575"/>
            <a:ext cx="1090613" cy="0"/>
          </a:xfrm>
          <a:prstGeom prst="line">
            <a:avLst/>
          </a:prstGeom>
          <a:noFill/>
          <a:ln w="9525">
            <a:solidFill>
              <a:schemeClr val="tx1"/>
            </a:solidFill>
            <a:round/>
          </a:ln>
        </p:spPr>
        <p:txBody>
          <a:bodyPr/>
          <a:lstStyle/>
          <a:p>
            <a:endParaRPr lang="en-US"/>
          </a:p>
        </p:txBody>
      </p:sp>
      <p:sp>
        <p:nvSpPr>
          <p:cNvPr id="53360" name="Line 110"/>
          <p:cNvSpPr>
            <a:spLocks noChangeShapeType="1"/>
          </p:cNvSpPr>
          <p:nvPr>
            <p:custDataLst>
              <p:tags r:id="rId109"/>
            </p:custDataLst>
          </p:nvPr>
        </p:nvSpPr>
        <p:spPr bwMode="auto">
          <a:xfrm>
            <a:off x="7307263" y="2016125"/>
            <a:ext cx="1090612" cy="0"/>
          </a:xfrm>
          <a:prstGeom prst="line">
            <a:avLst/>
          </a:prstGeom>
          <a:noFill/>
          <a:ln w="9525">
            <a:solidFill>
              <a:schemeClr val="tx1"/>
            </a:solidFill>
            <a:round/>
          </a:ln>
        </p:spPr>
        <p:txBody>
          <a:bodyPr/>
          <a:lstStyle/>
          <a:p>
            <a:endParaRPr lang="en-US"/>
          </a:p>
        </p:txBody>
      </p:sp>
      <p:sp>
        <p:nvSpPr>
          <p:cNvPr id="53361" name="Line 111"/>
          <p:cNvSpPr>
            <a:spLocks noChangeShapeType="1"/>
          </p:cNvSpPr>
          <p:nvPr>
            <p:custDataLst>
              <p:tags r:id="rId110"/>
            </p:custDataLst>
          </p:nvPr>
        </p:nvSpPr>
        <p:spPr bwMode="auto">
          <a:xfrm>
            <a:off x="7300913" y="6132513"/>
            <a:ext cx="1090612" cy="0"/>
          </a:xfrm>
          <a:prstGeom prst="line">
            <a:avLst/>
          </a:prstGeom>
          <a:noFill/>
          <a:ln w="9525">
            <a:solidFill>
              <a:schemeClr val="tx1"/>
            </a:solidFill>
            <a:round/>
          </a:ln>
        </p:spPr>
        <p:txBody>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029861" y="1506771"/>
            <a:ext cx="4450080" cy="829945"/>
          </a:xfrm>
          <a:prstGeom prst="rect">
            <a:avLst/>
          </a:prstGeom>
          <a:noFill/>
        </p:spPr>
        <p:txBody>
          <a:bodyPr wrap="none" rtlCol="0">
            <a:spAutoFit/>
          </a:bodyPr>
          <a:lstStyle/>
          <a:p>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a:solidFill>
                  <a:schemeClr val="bg1"/>
                </a:solidFill>
                <a:latin typeface="华光中雅_CNKI" panose="02000500000000000000" pitchFamily="2" charset="-122"/>
                <a:ea typeface="华光中雅_CNKI" panose="02000500000000000000" pitchFamily="2" charset="-122"/>
              </a:rPr>
              <a:t>》</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06156" y="3264142"/>
            <a:ext cx="7110260" cy="706755"/>
          </a:xfrm>
          <a:prstGeom prst="rect">
            <a:avLst/>
          </a:prstGeom>
          <a:noFill/>
        </p:spPr>
        <p:txBody>
          <a:bodyPr wrap="square" rtlCol="0">
            <a:spAutoFit/>
          </a:bodyPr>
          <a:lstStyle/>
          <a:p>
            <a:r>
              <a:rPr lang="zh-CN" altLang="en-US" sz="4000" b="1">
                <a:solidFill>
                  <a:schemeClr val="bg1"/>
                </a:solidFill>
                <a:latin typeface="华光中雅_CNKI" panose="02000500000000000000" pitchFamily="2" charset="-122"/>
                <a:ea typeface="华光中雅_CNKI" panose="02000500000000000000" pitchFamily="2" charset="-122"/>
              </a:rPr>
              <a:t>下一章：</a:t>
            </a:r>
            <a:r>
              <a:rPr lang="zh-CN" altLang="en-US" sz="4000" b="1" dirty="0">
                <a:solidFill>
                  <a:schemeClr val="bg1"/>
                </a:solidFill>
                <a:latin typeface="华光中雅_CNKI" panose="02000500000000000000" pitchFamily="2" charset="-122"/>
                <a:ea typeface="华光中雅_CNKI" panose="02000500000000000000" pitchFamily="2" charset="-122"/>
              </a:rPr>
              <a:t>竞争市场上的企业</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 name="TABLE_ENDDRAG_ORIGIN_RECT" val="210*349"/>
  <p:tag name="TABLE_ENDDRAG_RECT" val="21*110*210*349"/>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KSO_WM_BEAUTIFY_FLAG" val=""/>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BEAUTIFY_FLAG" val=""/>
</p:tagLst>
</file>

<file path=ppt/tags/tag690.xml><?xml version="1.0" encoding="utf-8"?>
<p:tagLst xmlns:p="http://schemas.openxmlformats.org/presentationml/2006/main">
  <p:tag name="KSO_WM_BEAUTIFY_FLAG" val=""/>
</p:tagLst>
</file>

<file path=ppt/tags/tag691.xml><?xml version="1.0" encoding="utf-8"?>
<p:tagLst xmlns:p="http://schemas.openxmlformats.org/presentationml/2006/main">
  <p:tag name="KSO_WM_BEAUTIFY_FLAG" val=""/>
</p:tagLst>
</file>

<file path=ppt/tags/tag692.xml><?xml version="1.0" encoding="utf-8"?>
<p:tagLst xmlns:p="http://schemas.openxmlformats.org/presentationml/2006/main">
  <p:tag name="KSO_WM_BEAUTIFY_FLAG" val=""/>
</p:tagLst>
</file>

<file path=ppt/tags/tag693.xml><?xml version="1.0" encoding="utf-8"?>
<p:tagLst xmlns:p="http://schemas.openxmlformats.org/presentationml/2006/main">
  <p:tag name="KSO_WM_BEAUTIFY_FLAG" val=""/>
</p:tagLst>
</file>

<file path=ppt/tags/tag694.xml><?xml version="1.0" encoding="utf-8"?>
<p:tagLst xmlns:p="http://schemas.openxmlformats.org/presentationml/2006/main">
  <p:tag name="KSO_WM_BEAUTIFY_FLAG" val=""/>
</p:tagLst>
</file>

<file path=ppt/tags/tag695.xml><?xml version="1.0" encoding="utf-8"?>
<p:tagLst xmlns:p="http://schemas.openxmlformats.org/presentationml/2006/main">
  <p:tag name="KSO_WM_BEAUTIFY_FLAG" val=""/>
</p:tagLst>
</file>

<file path=ppt/tags/tag696.xml><?xml version="1.0" encoding="utf-8"?>
<p:tagLst xmlns:p="http://schemas.openxmlformats.org/presentationml/2006/main">
  <p:tag name="KSO_WM_BEAUTIFY_FLAG" val=""/>
</p:tagLst>
</file>

<file path=ppt/tags/tag697.xml><?xml version="1.0" encoding="utf-8"?>
<p:tagLst xmlns:p="http://schemas.openxmlformats.org/presentationml/2006/main">
  <p:tag name="KSO_WM_BEAUTIFY_FLAG" val=""/>
</p:tagLst>
</file>

<file path=ppt/tags/tag698.xml><?xml version="1.0" encoding="utf-8"?>
<p:tagLst xmlns:p="http://schemas.openxmlformats.org/presentationml/2006/main">
  <p:tag name="KSO_WM_BEAUTIFY_FLAG" val=""/>
</p:tagLst>
</file>

<file path=ppt/tags/tag699.xml><?xml version="1.0" encoding="utf-8"?>
<p:tagLst xmlns:p="http://schemas.openxmlformats.org/presentationml/2006/main">
  <p:tag name="KSO_WM_BEAUTIFY_FLAG" val=""/>
</p:tagLst>
</file>

<file path=ppt/tags/tag700.xml><?xml version="1.0" encoding="utf-8"?>
<p:tagLst xmlns:p="http://schemas.openxmlformats.org/presentationml/2006/main">
  <p:tag name="KSO_WM_BEAUTIFY_FLAG" val=""/>
</p:tagLst>
</file>

<file path=ppt/tags/tag701.xml><?xml version="1.0" encoding="utf-8"?>
<p:tagLst xmlns:p="http://schemas.openxmlformats.org/presentationml/2006/main">
  <p:tag name="KSO_WM_BEAUTIFY_FLAG" val=""/>
</p:tagLst>
</file>

<file path=ppt/tags/tag702.xml><?xml version="1.0" encoding="utf-8"?>
<p:tagLst xmlns:p="http://schemas.openxmlformats.org/presentationml/2006/main">
  <p:tag name="KSO_WM_BEAUTIFY_FLAG" val=""/>
</p:tagLst>
</file>

<file path=ppt/tags/tag703.xml><?xml version="1.0" encoding="utf-8"?>
<p:tagLst xmlns:p="http://schemas.openxmlformats.org/presentationml/2006/main">
  <p:tag name="KSO_WM_BEAUTIFY_FLAG" val=""/>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BEAUTIFY_FLAG" val=""/>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BEAUTIFY_FLAG" val=""/>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KSO_WM_BEAUTIFY_FLAG" val=""/>
</p:tagLst>
</file>

<file path=ppt/tags/tag721.xml><?xml version="1.0" encoding="utf-8"?>
<p:tagLst xmlns:p="http://schemas.openxmlformats.org/presentationml/2006/main">
  <p:tag name="KSO_WM_BEAUTIFY_FLAG" val=""/>
</p:tagLst>
</file>

<file path=ppt/tags/tag722.xml><?xml version="1.0" encoding="utf-8"?>
<p:tagLst xmlns:p="http://schemas.openxmlformats.org/presentationml/2006/main">
  <p:tag name="KSO_WM_BEAUTIFY_FLAG" val=""/>
</p:tagLst>
</file>

<file path=ppt/tags/tag723.xml><?xml version="1.0" encoding="utf-8"?>
<p:tagLst xmlns:p="http://schemas.openxmlformats.org/presentationml/2006/main">
  <p:tag name="KSO_WM_BEAUTIFY_FLAG" val=""/>
</p:tagLst>
</file>

<file path=ppt/tags/tag724.xml><?xml version="1.0" encoding="utf-8"?>
<p:tagLst xmlns:p="http://schemas.openxmlformats.org/presentationml/2006/main">
  <p:tag name="KSO_WM_BEAUTIFY_FLAG" val=""/>
</p:tagLst>
</file>

<file path=ppt/tags/tag725.xml><?xml version="1.0" encoding="utf-8"?>
<p:tagLst xmlns:p="http://schemas.openxmlformats.org/presentationml/2006/main">
  <p:tag name="KSO_WM_BEAUTIFY_FLAG" val=""/>
</p:tagLst>
</file>

<file path=ppt/tags/tag726.xml><?xml version="1.0" encoding="utf-8"?>
<p:tagLst xmlns:p="http://schemas.openxmlformats.org/presentationml/2006/main">
  <p:tag name="KSO_WM_BEAUTIFY_FLAG" val=""/>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BEAUTIFY_FLAG" val=""/>
</p:tagLst>
</file>

<file path=ppt/tags/tag730.xml><?xml version="1.0" encoding="utf-8"?>
<p:tagLst xmlns:p="http://schemas.openxmlformats.org/presentationml/2006/main">
  <p:tag name="KSO_WM_BEAUTIFY_FLAG" val=""/>
</p:tagLst>
</file>

<file path=ppt/tags/tag731.xml><?xml version="1.0" encoding="utf-8"?>
<p:tagLst xmlns:p="http://schemas.openxmlformats.org/presentationml/2006/main">
  <p:tag name="KSO_WM_BEAUTIFY_FLAG" val=""/>
</p:tagLst>
</file>

<file path=ppt/tags/tag732.xml><?xml version="1.0" encoding="utf-8"?>
<p:tagLst xmlns:p="http://schemas.openxmlformats.org/presentationml/2006/main">
  <p:tag name="KSO_WM_BEAUTIFY_FLAG" val=""/>
</p:tagLst>
</file>

<file path=ppt/tags/tag733.xml><?xml version="1.0" encoding="utf-8"?>
<p:tagLst xmlns:p="http://schemas.openxmlformats.org/presentationml/2006/main">
  <p:tag name="KSO_WM_BEAUTIFY_FLAG" val=""/>
</p:tagLst>
</file>

<file path=ppt/tags/tag734.xml><?xml version="1.0" encoding="utf-8"?>
<p:tagLst xmlns:p="http://schemas.openxmlformats.org/presentationml/2006/main">
  <p:tag name="KSO_WM_BEAUTIFY_FLAG" val=""/>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BEAUTIFY_FLAG" val=""/>
</p:tagLst>
</file>

<file path=ppt/tags/tag738.xml><?xml version="1.0" encoding="utf-8"?>
<p:tagLst xmlns:p="http://schemas.openxmlformats.org/presentationml/2006/main">
  <p:tag name="KSO_WM_BEAUTIFY_FLAG" val=""/>
</p:tagLst>
</file>

<file path=ppt/tags/tag739.xml><?xml version="1.0" encoding="utf-8"?>
<p:tagLst xmlns:p="http://schemas.openxmlformats.org/presentationml/2006/main">
  <p:tag name="KSO_WM_BEAUTIFY_FLAG" val=""/>
</p:tagLst>
</file>

<file path=ppt/tags/tag740.xml><?xml version="1.0" encoding="utf-8"?>
<p:tagLst xmlns:p="http://schemas.openxmlformats.org/presentationml/2006/main">
  <p:tag name="KSO_WM_BEAUTIFY_FLAG" val=""/>
</p:tagLst>
</file>

<file path=ppt/tags/tag741.xml><?xml version="1.0" encoding="utf-8"?>
<p:tagLst xmlns:p="http://schemas.openxmlformats.org/presentationml/2006/main">
  <p:tag name="KSO_WM_BEAUTIFY_FLAG" val=""/>
</p:tagLst>
</file>

<file path=ppt/tags/tag742.xml><?xml version="1.0" encoding="utf-8"?>
<p:tagLst xmlns:p="http://schemas.openxmlformats.org/presentationml/2006/main">
  <p:tag name="KSO_WM_BEAUTIFY_FLAG" val=""/>
</p:tagLst>
</file>

<file path=ppt/tags/tag743.xml><?xml version="1.0" encoding="utf-8"?>
<p:tagLst xmlns:p="http://schemas.openxmlformats.org/presentationml/2006/main">
  <p:tag name="KSO_WM_BEAUTIFY_FLAG" val=""/>
</p:tagLst>
</file>

<file path=ppt/tags/tag744.xml><?xml version="1.0" encoding="utf-8"?>
<p:tagLst xmlns:p="http://schemas.openxmlformats.org/presentationml/2006/main">
  <p:tag name="KSO_WM_BEAUTIFY_FLAG" val=""/>
</p:tagLst>
</file>

<file path=ppt/tags/tag745.xml><?xml version="1.0" encoding="utf-8"?>
<p:tagLst xmlns:p="http://schemas.openxmlformats.org/presentationml/2006/main">
  <p:tag name="KSO_WM_BEAUTIFY_FLAG" val=""/>
</p:tagLst>
</file>

<file path=ppt/tags/tag746.xml><?xml version="1.0" encoding="utf-8"?>
<p:tagLst xmlns:p="http://schemas.openxmlformats.org/presentationml/2006/main">
  <p:tag name="KSO_WM_BEAUTIFY_FLAG" val=""/>
</p:tagLst>
</file>

<file path=ppt/tags/tag747.xml><?xml version="1.0" encoding="utf-8"?>
<p:tagLst xmlns:p="http://schemas.openxmlformats.org/presentationml/2006/main">
  <p:tag name="KSO_WM_BEAUTIFY_FLAG" val=""/>
</p:tagLst>
</file>

<file path=ppt/tags/tag748.xml><?xml version="1.0" encoding="utf-8"?>
<p:tagLst xmlns:p="http://schemas.openxmlformats.org/presentationml/2006/main">
  <p:tag name="KSO_WM_BEAUTIFY_FLAG" val=""/>
</p:tagLst>
</file>

<file path=ppt/tags/tag749.xml><?xml version="1.0" encoding="utf-8"?>
<p:tagLst xmlns:p="http://schemas.openxmlformats.org/presentationml/2006/main">
  <p:tag name="KSO_WM_BEAUTIFY_FLAG" val=""/>
</p:tagLst>
</file>

<file path=ppt/tags/tag750.xml><?xml version="1.0" encoding="utf-8"?>
<p:tagLst xmlns:p="http://schemas.openxmlformats.org/presentationml/2006/main">
  <p:tag name="KSO_WM_BEAUTIFY_FLAG" val=""/>
</p:tagLst>
</file>

<file path=ppt/tags/tag751.xml><?xml version="1.0" encoding="utf-8"?>
<p:tagLst xmlns:p="http://schemas.openxmlformats.org/presentationml/2006/main">
  <p:tag name="KSO_WM_BEAUTIFY_FLAG" val=""/>
</p:tagLst>
</file>

<file path=ppt/tags/tag752.xml><?xml version="1.0" encoding="utf-8"?>
<p:tagLst xmlns:p="http://schemas.openxmlformats.org/presentationml/2006/main">
  <p:tag name="KSO_WM_BEAUTIFY_FLAG" val=""/>
</p:tagLst>
</file>

<file path=ppt/tags/tag753.xml><?xml version="1.0" encoding="utf-8"?>
<p:tagLst xmlns:p="http://schemas.openxmlformats.org/presentationml/2006/main">
  <p:tag name="KSO_WM_BEAUTIFY_FLAG" val=""/>
</p:tagLst>
</file>

<file path=ppt/tags/tag754.xml><?xml version="1.0" encoding="utf-8"?>
<p:tagLst xmlns:p="http://schemas.openxmlformats.org/presentationml/2006/main">
  <p:tag name="KSO_WM_BEAUTIFY_FLAG" val=""/>
</p:tagLst>
</file>

<file path=ppt/tags/tag755.xml><?xml version="1.0" encoding="utf-8"?>
<p:tagLst xmlns:p="http://schemas.openxmlformats.org/presentationml/2006/main">
  <p:tag name="KSO_WM_BEAUTIFY_FLAG" val=""/>
</p:tagLst>
</file>

<file path=ppt/tags/tag756.xml><?xml version="1.0" encoding="utf-8"?>
<p:tagLst xmlns:p="http://schemas.openxmlformats.org/presentationml/2006/main">
  <p:tag name="KSO_WM_BEAUTIFY_FLAG" val=""/>
</p:tagLst>
</file>

<file path=ppt/tags/tag757.xml><?xml version="1.0" encoding="utf-8"?>
<p:tagLst xmlns:p="http://schemas.openxmlformats.org/presentationml/2006/main">
  <p:tag name="KSO_WM_BEAUTIFY_FLAG" val=""/>
</p:tagLst>
</file>

<file path=ppt/tags/tag758.xml><?xml version="1.0" encoding="utf-8"?>
<p:tagLst xmlns:p="http://schemas.openxmlformats.org/presentationml/2006/main">
  <p:tag name="KSO_WM_BEAUTIFY_FLAG" val=""/>
</p:tagLst>
</file>

<file path=ppt/tags/tag759.xml><?xml version="1.0" encoding="utf-8"?>
<p:tagLst xmlns:p="http://schemas.openxmlformats.org/presentationml/2006/main">
  <p:tag name="KSO_WM_BEAUTIFY_FLAG" val=""/>
</p:tagLst>
</file>

<file path=ppt/tags/tag760.xml><?xml version="1.0" encoding="utf-8"?>
<p:tagLst xmlns:p="http://schemas.openxmlformats.org/presentationml/2006/main">
  <p:tag name="KSO_WM_BEAUTIFY_FLAG" val=""/>
</p:tagLst>
</file>

<file path=ppt/tags/tag761.xml><?xml version="1.0" encoding="utf-8"?>
<p:tagLst xmlns:p="http://schemas.openxmlformats.org/presentationml/2006/main">
  <p:tag name="KSO_WM_BEAUTIFY_FLAG" val=""/>
</p:tagLst>
</file>

<file path=ppt/tags/tag762.xml><?xml version="1.0" encoding="utf-8"?>
<p:tagLst xmlns:p="http://schemas.openxmlformats.org/presentationml/2006/main">
  <p:tag name="KSO_WM_BEAUTIFY_FLAG" val=""/>
</p:tagLst>
</file>

<file path=ppt/tags/tag763.xml><?xml version="1.0" encoding="utf-8"?>
<p:tagLst xmlns:p="http://schemas.openxmlformats.org/presentationml/2006/main">
  <p:tag name="KSO_WM_BEAUTIFY_FLAG" val=""/>
</p:tagLst>
</file>

<file path=ppt/tags/tag764.xml><?xml version="1.0" encoding="utf-8"?>
<p:tagLst xmlns:p="http://schemas.openxmlformats.org/presentationml/2006/main">
  <p:tag name="KSO_WM_BEAUTIFY_FLAG" val=""/>
</p:tagLst>
</file>

<file path=ppt/tags/tag765.xml><?xml version="1.0" encoding="utf-8"?>
<p:tagLst xmlns:p="http://schemas.openxmlformats.org/presentationml/2006/main">
  <p:tag name="KSO_WM_BEAUTIFY_FLAG" val=""/>
</p:tagLst>
</file>

<file path=ppt/tags/tag766.xml><?xml version="1.0" encoding="utf-8"?>
<p:tagLst xmlns:p="http://schemas.openxmlformats.org/presentationml/2006/main">
  <p:tag name="KSO_WM_BEAUTIFY_FLAG" val=""/>
</p:tagLst>
</file>

<file path=ppt/tags/tag767.xml><?xml version="1.0" encoding="utf-8"?>
<p:tagLst xmlns:p="http://schemas.openxmlformats.org/presentationml/2006/main">
  <p:tag name="KSO_WM_BEAUTIFY_FLAG" val=""/>
</p:tagLst>
</file>

<file path=ppt/tags/tag768.xml><?xml version="1.0" encoding="utf-8"?>
<p:tagLst xmlns:p="http://schemas.openxmlformats.org/presentationml/2006/main">
  <p:tag name="KSO_WM_BEAUTIFY_FLAG" val=""/>
</p:tagLst>
</file>

<file path=ppt/tags/tag769.xml><?xml version="1.0" encoding="utf-8"?>
<p:tagLst xmlns:p="http://schemas.openxmlformats.org/presentationml/2006/main">
  <p:tag name="KSO_WM_BEAUTIFY_FLAG" val=""/>
</p:tagLst>
</file>

<file path=ppt/tags/tag770.xml><?xml version="1.0" encoding="utf-8"?>
<p:tagLst xmlns:p="http://schemas.openxmlformats.org/presentationml/2006/main">
  <p:tag name="KSO_WM_BEAUTIFY_FLAG" val=""/>
</p:tagLst>
</file>

<file path=ppt/tags/tag771.xml><?xml version="1.0" encoding="utf-8"?>
<p:tagLst xmlns:p="http://schemas.openxmlformats.org/presentationml/2006/main">
  <p:tag name="KSO_WM_BEAUTIFY_FLAG" val=""/>
</p:tagLst>
</file>

<file path=ppt/tags/tag772.xml><?xml version="1.0" encoding="utf-8"?>
<p:tagLst xmlns:p="http://schemas.openxmlformats.org/presentationml/2006/main">
  <p:tag name="KSO_WM_BEAUTIFY_FLAG" val=""/>
</p:tagLst>
</file>

<file path=ppt/tags/tag773.xml><?xml version="1.0" encoding="utf-8"?>
<p:tagLst xmlns:p="http://schemas.openxmlformats.org/presentationml/2006/main">
  <p:tag name="KSO_WM_BEAUTIFY_FLAG" val=""/>
</p:tagLst>
</file>

<file path=ppt/tags/tag774.xml><?xml version="1.0" encoding="utf-8"?>
<p:tagLst xmlns:p="http://schemas.openxmlformats.org/presentationml/2006/main">
  <p:tag name="KSO_WM_BEAUTIFY_FLAG" val=""/>
</p:tagLst>
</file>

<file path=ppt/tags/tag775.xml><?xml version="1.0" encoding="utf-8"?>
<p:tagLst xmlns:p="http://schemas.openxmlformats.org/presentationml/2006/main">
  <p:tag name="KSO_WM_BEAUTIFY_FLAG" val=""/>
</p:tagLst>
</file>

<file path=ppt/tags/tag776.xml><?xml version="1.0" encoding="utf-8"?>
<p:tagLst xmlns:p="http://schemas.openxmlformats.org/presentationml/2006/main">
  <p:tag name="KSO_WM_BEAUTIFY_FLAG" val=""/>
</p:tagLst>
</file>

<file path=ppt/tags/tag777.xml><?xml version="1.0" encoding="utf-8"?>
<p:tagLst xmlns:p="http://schemas.openxmlformats.org/presentationml/2006/main">
  <p:tag name="KSO_WM_BEAUTIFY_FLAG" val=""/>
</p:tagLst>
</file>

<file path=ppt/tags/tag778.xml><?xml version="1.0" encoding="utf-8"?>
<p:tagLst xmlns:p="http://schemas.openxmlformats.org/presentationml/2006/main">
  <p:tag name="KSO_WM_BEAUTIFY_FLAG" val=""/>
</p:tagLst>
</file>

<file path=ppt/tags/tag779.xml><?xml version="1.0" encoding="utf-8"?>
<p:tagLst xmlns:p="http://schemas.openxmlformats.org/presentationml/2006/main">
  <p:tag name="KSO_WM_BEAUTIFY_FLAG" val=""/>
</p:tagLst>
</file>

<file path=ppt/tags/tag780.xml><?xml version="1.0" encoding="utf-8"?>
<p:tagLst xmlns:p="http://schemas.openxmlformats.org/presentationml/2006/main">
  <p:tag name="KSO_WM_BEAUTIFY_FLAG" val=""/>
</p:tagLst>
</file>

<file path=ppt/tags/tag781.xml><?xml version="1.0" encoding="utf-8"?>
<p:tagLst xmlns:p="http://schemas.openxmlformats.org/presentationml/2006/main">
  <p:tag name="KSO_WM_BEAUTIFY_FLAG" val=""/>
</p:tagLst>
</file>

<file path=ppt/tags/tag782.xml><?xml version="1.0" encoding="utf-8"?>
<p:tagLst xmlns:p="http://schemas.openxmlformats.org/presentationml/2006/main">
  <p:tag name="KSO_WM_BEAUTIFY_FLAG" val=""/>
</p:tagLst>
</file>

<file path=ppt/tags/tag783.xml><?xml version="1.0" encoding="utf-8"?>
<p:tagLst xmlns:p="http://schemas.openxmlformats.org/presentationml/2006/main">
  <p:tag name="KSO_WM_BEAUTIFY_FLAG" val=""/>
</p:tagLst>
</file>

<file path=ppt/tags/tag784.xml><?xml version="1.0" encoding="utf-8"?>
<p:tagLst xmlns:p="http://schemas.openxmlformats.org/presentationml/2006/main">
  <p:tag name="KSO_WM_BEAUTIFY_FLAG" val=""/>
</p:tagLst>
</file>

<file path=ppt/tags/tag785.xml><?xml version="1.0" encoding="utf-8"?>
<p:tagLst xmlns:p="http://schemas.openxmlformats.org/presentationml/2006/main">
  <p:tag name="KSO_WM_BEAUTIFY_FLAG" val=""/>
</p:tagLst>
</file>

<file path=ppt/tags/tag786.xml><?xml version="1.0" encoding="utf-8"?>
<p:tagLst xmlns:p="http://schemas.openxmlformats.org/presentationml/2006/main">
  <p:tag name="KSO_WM_BEAUTIFY_FLAG" val=""/>
</p:tagLst>
</file>

<file path=ppt/tags/tag787.xml><?xml version="1.0" encoding="utf-8"?>
<p:tagLst xmlns:p="http://schemas.openxmlformats.org/presentationml/2006/main">
  <p:tag name="KSO_WM_BEAUTIFY_FLAG" val=""/>
</p:tagLst>
</file>

<file path=ppt/tags/tag788.xml><?xml version="1.0" encoding="utf-8"?>
<p:tagLst xmlns:p="http://schemas.openxmlformats.org/presentationml/2006/main">
  <p:tag name="KSO_WM_BEAUTIFY_FLAG" val=""/>
</p:tagLst>
</file>

<file path=ppt/tags/tag789.xml><?xml version="1.0" encoding="utf-8"?>
<p:tagLst xmlns:p="http://schemas.openxmlformats.org/presentationml/2006/main">
  <p:tag name="KSO_WM_BEAUTIFY_FLAG" val=""/>
</p:tagLst>
</file>

<file path=ppt/tags/tag790.xml><?xml version="1.0" encoding="utf-8"?>
<p:tagLst xmlns:p="http://schemas.openxmlformats.org/presentationml/2006/main">
  <p:tag name="KSO_WM_BEAUTIFY_FLAG" val=""/>
</p:tagLst>
</file>

<file path=ppt/tags/tag791.xml><?xml version="1.0" encoding="utf-8"?>
<p:tagLst xmlns:p="http://schemas.openxmlformats.org/presentationml/2006/main">
  <p:tag name="KSO_WM_BEAUTIFY_FLAG" val=""/>
</p:tagLst>
</file>

<file path=ppt/tags/tag792.xml><?xml version="1.0" encoding="utf-8"?>
<p:tagLst xmlns:p="http://schemas.openxmlformats.org/presentationml/2006/main">
  <p:tag name="KSO_WM_BEAUTIFY_FLAG" val=""/>
</p:tagLst>
</file>

<file path=ppt/tags/tag793.xml><?xml version="1.0" encoding="utf-8"?>
<p:tagLst xmlns:p="http://schemas.openxmlformats.org/presentationml/2006/main">
  <p:tag name="KSO_WM_BEAUTIFY_FLAG" val=""/>
</p:tagLst>
</file>

<file path=ppt/tags/tag794.xml><?xml version="1.0" encoding="utf-8"?>
<p:tagLst xmlns:p="http://schemas.openxmlformats.org/presentationml/2006/main">
  <p:tag name="KSO_WM_BEAUTIFY_FLAG" val=""/>
</p:tagLst>
</file>

<file path=ppt/tags/tag795.xml><?xml version="1.0" encoding="utf-8"?>
<p:tagLst xmlns:p="http://schemas.openxmlformats.org/presentationml/2006/main">
  <p:tag name="KSO_WM_BEAUTIFY_FLAG" val=""/>
</p:tagLst>
</file>

<file path=ppt/tags/tag796.xml><?xml version="1.0" encoding="utf-8"?>
<p:tagLst xmlns:p="http://schemas.openxmlformats.org/presentationml/2006/main">
  <p:tag name="KSO_WM_BEAUTIFY_FLAG" val=""/>
</p:tagLst>
</file>

<file path=ppt/tags/tag797.xml><?xml version="1.0" encoding="utf-8"?>
<p:tagLst xmlns:p="http://schemas.openxmlformats.org/presentationml/2006/main">
  <p:tag name="KSO_WM_BEAUTIFY_FLAG" val=""/>
</p:tagLst>
</file>

<file path=ppt/tags/tag798.xml><?xml version="1.0" encoding="utf-8"?>
<p:tagLst xmlns:p="http://schemas.openxmlformats.org/presentationml/2006/main">
  <p:tag name="KSO_WM_BEAUTIFY_FLAG" val=""/>
</p:tagLst>
</file>

<file path=ppt/tags/tag799.xml><?xml version="1.0" encoding="utf-8"?>
<p:tagLst xmlns:p="http://schemas.openxmlformats.org/presentationml/2006/main">
  <p:tag name="KSO_WM_BEAUTIFY_FLAG" val=""/>
</p:tagLst>
</file>

<file path=ppt/tags/tag800.xml><?xml version="1.0" encoding="utf-8"?>
<p:tagLst xmlns:p="http://schemas.openxmlformats.org/presentationml/2006/main">
  <p:tag name="KSO_WM_BEAUTIFY_FLAG" val=""/>
</p:tagLst>
</file>

<file path=ppt/tags/tag801.xml><?xml version="1.0" encoding="utf-8"?>
<p:tagLst xmlns:p="http://schemas.openxmlformats.org/presentationml/2006/main">
  <p:tag name="KSO_WM_BEAUTIFY_FLAG" val=""/>
</p:tagLst>
</file>

<file path=ppt/tags/tag802.xml><?xml version="1.0" encoding="utf-8"?>
<p:tagLst xmlns:p="http://schemas.openxmlformats.org/presentationml/2006/main">
  <p:tag name="KSO_WM_BEAUTIFY_FLAG" val=""/>
</p:tagLst>
</file>

<file path=ppt/tags/tag803.xml><?xml version="1.0" encoding="utf-8"?>
<p:tagLst xmlns:p="http://schemas.openxmlformats.org/presentationml/2006/main">
  <p:tag name="KSO_WM_BEAUTIFY_FLAG" val=""/>
</p:tagLst>
</file>

<file path=ppt/tags/tag804.xml><?xml version="1.0" encoding="utf-8"?>
<p:tagLst xmlns:p="http://schemas.openxmlformats.org/presentationml/2006/main">
  <p:tag name="KSO_WM_BEAUTIFY_FLAG" val=""/>
</p:tagLst>
</file>

<file path=ppt/tags/tag805.xml><?xml version="1.0" encoding="utf-8"?>
<p:tagLst xmlns:p="http://schemas.openxmlformats.org/presentationml/2006/main">
  <p:tag name="KSO_WM_BEAUTIFY_FLAG" val=""/>
</p:tagLst>
</file>

<file path=ppt/tags/tag806.xml><?xml version="1.0" encoding="utf-8"?>
<p:tagLst xmlns:p="http://schemas.openxmlformats.org/presentationml/2006/main">
  <p:tag name="KSO_WM_BEAUTIFY_FLAG" val=""/>
</p:tagLst>
</file>

<file path=ppt/tags/tag807.xml><?xml version="1.0" encoding="utf-8"?>
<p:tagLst xmlns:p="http://schemas.openxmlformats.org/presentationml/2006/main">
  <p:tag name="KSO_WM_BEAUTIFY_FLAG" val=""/>
</p:tagLst>
</file>

<file path=ppt/tags/tag808.xml><?xml version="1.0" encoding="utf-8"?>
<p:tagLst xmlns:p="http://schemas.openxmlformats.org/presentationml/2006/main">
  <p:tag name="KSO_WM_BEAUTIFY_FLAG" val=""/>
</p:tagLst>
</file>

<file path=ppt/tags/tag809.xml><?xml version="1.0" encoding="utf-8"?>
<p:tagLst xmlns:p="http://schemas.openxmlformats.org/presentationml/2006/main">
  <p:tag name="KSO_WM_BEAUTIFY_FLAG" val=""/>
</p:tagLst>
</file>

<file path=ppt/tags/tag810.xml><?xml version="1.0" encoding="utf-8"?>
<p:tagLst xmlns:p="http://schemas.openxmlformats.org/presentationml/2006/main">
  <p:tag name="KSO_WM_BEAUTIFY_FLAG" val=""/>
</p:tagLst>
</file>

<file path=ppt/tags/tag811.xml><?xml version="1.0" encoding="utf-8"?>
<p:tagLst xmlns:p="http://schemas.openxmlformats.org/presentationml/2006/main">
  <p:tag name="KSO_WM_BEAUTIFY_FLAG" val=""/>
</p:tagLst>
</file>

<file path=ppt/tags/tag812.xml><?xml version="1.0" encoding="utf-8"?>
<p:tagLst xmlns:p="http://schemas.openxmlformats.org/presentationml/2006/main">
  <p:tag name="KSO_WM_BEAUTIFY_FLAG" val=""/>
</p:tagLst>
</file>

<file path=ppt/tags/tag813.xml><?xml version="1.0" encoding="utf-8"?>
<p:tagLst xmlns:p="http://schemas.openxmlformats.org/presentationml/2006/main">
  <p:tag name="KSO_WM_BEAUTIFY_FLAG" val=""/>
</p:tagLst>
</file>

<file path=ppt/tags/tag814.xml><?xml version="1.0" encoding="utf-8"?>
<p:tagLst xmlns:p="http://schemas.openxmlformats.org/presentationml/2006/main">
  <p:tag name="KSO_WM_BEAUTIFY_FLAG" val=""/>
</p:tagLst>
</file>

<file path=ppt/tags/tag815.xml><?xml version="1.0" encoding="utf-8"?>
<p:tagLst xmlns:p="http://schemas.openxmlformats.org/presentationml/2006/main">
  <p:tag name="KSO_WM_BEAUTIFY_FLAG" val=""/>
</p:tagLst>
</file>

<file path=ppt/tags/tag816.xml><?xml version="1.0" encoding="utf-8"?>
<p:tagLst xmlns:p="http://schemas.openxmlformats.org/presentationml/2006/main">
  <p:tag name="KSO_WM_BEAUTIFY_FLAG" val=""/>
</p:tagLst>
</file>

<file path=ppt/tags/tag817.xml><?xml version="1.0" encoding="utf-8"?>
<p:tagLst xmlns:p="http://schemas.openxmlformats.org/presentationml/2006/main">
  <p:tag name="KSO_WM_BEAUTIFY_FLAG" val=""/>
</p:tagLst>
</file>

<file path=ppt/tags/tag818.xml><?xml version="1.0" encoding="utf-8"?>
<p:tagLst xmlns:p="http://schemas.openxmlformats.org/presentationml/2006/main">
  <p:tag name="KSO_WM_BEAUTIFY_FLAG" val=""/>
</p:tagLst>
</file>

<file path=ppt/tags/tag819.xml><?xml version="1.0" encoding="utf-8"?>
<p:tagLst xmlns:p="http://schemas.openxmlformats.org/presentationml/2006/main">
  <p:tag name="KSO_WM_BEAUTIFY_FLAG" val=""/>
</p:tagLst>
</file>

<file path=ppt/tags/tag820.xml><?xml version="1.0" encoding="utf-8"?>
<p:tagLst xmlns:p="http://schemas.openxmlformats.org/presentationml/2006/main">
  <p:tag name="KSO_WM_BEAUTIFY_FLAG" val=""/>
</p:tagLst>
</file>

<file path=ppt/tags/tag821.xml><?xml version="1.0" encoding="utf-8"?>
<p:tagLst xmlns:p="http://schemas.openxmlformats.org/presentationml/2006/main">
  <p:tag name="KSO_WM_BEAUTIFY_FLAG" val=""/>
</p:tagLst>
</file>

<file path=ppt/tags/tag822.xml><?xml version="1.0" encoding="utf-8"?>
<p:tagLst xmlns:p="http://schemas.openxmlformats.org/presentationml/2006/main">
  <p:tag name="KSO_WM_BEAUTIFY_FLAG" val=""/>
</p:tagLst>
</file>

<file path=ppt/tags/tag823.xml><?xml version="1.0" encoding="utf-8"?>
<p:tagLst xmlns:p="http://schemas.openxmlformats.org/presentationml/2006/main">
  <p:tag name="KSO_WM_BEAUTIFY_FLAG" val=""/>
</p:tagLst>
</file>

<file path=ppt/tags/tag824.xml><?xml version="1.0" encoding="utf-8"?>
<p:tagLst xmlns:p="http://schemas.openxmlformats.org/presentationml/2006/main">
  <p:tag name="KSO_WM_BEAUTIFY_FLAG" val=""/>
</p:tagLst>
</file>

<file path=ppt/tags/tag825.xml><?xml version="1.0" encoding="utf-8"?>
<p:tagLst xmlns:p="http://schemas.openxmlformats.org/presentationml/2006/main">
  <p:tag name="KSO_WM_BEAUTIFY_FLAG" val=""/>
</p:tagLst>
</file>

<file path=ppt/tags/tag826.xml><?xml version="1.0" encoding="utf-8"?>
<p:tagLst xmlns:p="http://schemas.openxmlformats.org/presentationml/2006/main">
  <p:tag name="KSO_WM_BEAUTIFY_FLAG" val=""/>
</p:tagLst>
</file>

<file path=ppt/tags/tag827.xml><?xml version="1.0" encoding="utf-8"?>
<p:tagLst xmlns:p="http://schemas.openxmlformats.org/presentationml/2006/main">
  <p:tag name="KSO_WM_BEAUTIFY_FLAG" val=""/>
</p:tagLst>
</file>

<file path=ppt/tags/tag828.xml><?xml version="1.0" encoding="utf-8"?>
<p:tagLst xmlns:p="http://schemas.openxmlformats.org/presentationml/2006/main">
  <p:tag name="KSO_WM_BEAUTIFY_FLAG" val=""/>
</p:tagLst>
</file>

<file path=ppt/tags/tag829.xml><?xml version="1.0" encoding="utf-8"?>
<p:tagLst xmlns:p="http://schemas.openxmlformats.org/presentationml/2006/main">
  <p:tag name="KSO_WM_BEAUTIFY_FLAG" val=""/>
</p:tagLst>
</file>

<file path=ppt/tags/tag830.xml><?xml version="1.0" encoding="utf-8"?>
<p:tagLst xmlns:p="http://schemas.openxmlformats.org/presentationml/2006/main">
  <p:tag name="KSO_WM_BEAUTIFY_FLAG" val=""/>
</p:tagLst>
</file>

<file path=ppt/tags/tag831.xml><?xml version="1.0" encoding="utf-8"?>
<p:tagLst xmlns:p="http://schemas.openxmlformats.org/presentationml/2006/main">
  <p:tag name="KSO_WM_BEAUTIFY_FLAG" val=""/>
</p:tagLst>
</file>

<file path=ppt/tags/tag832.xml><?xml version="1.0" encoding="utf-8"?>
<p:tagLst xmlns:p="http://schemas.openxmlformats.org/presentationml/2006/main">
  <p:tag name="KSO_WM_BEAUTIFY_FLAG" val=""/>
</p:tagLst>
</file>

<file path=ppt/tags/tag833.xml><?xml version="1.0" encoding="utf-8"?>
<p:tagLst xmlns:p="http://schemas.openxmlformats.org/presentationml/2006/main">
  <p:tag name="KSO_WM_BEAUTIFY_FLAG" val=""/>
</p:tagLst>
</file>

<file path=ppt/tags/tag834.xml><?xml version="1.0" encoding="utf-8"?>
<p:tagLst xmlns:p="http://schemas.openxmlformats.org/presentationml/2006/main">
  <p:tag name="KSO_WM_BEAUTIFY_FLAG" val=""/>
</p:tagLst>
</file>

<file path=ppt/tags/tag835.xml><?xml version="1.0" encoding="utf-8"?>
<p:tagLst xmlns:p="http://schemas.openxmlformats.org/presentationml/2006/main">
  <p:tag name="KSO_WM_BEAUTIFY_FLAG" val=""/>
</p:tagLst>
</file>

<file path=ppt/tags/tag836.xml><?xml version="1.0" encoding="utf-8"?>
<p:tagLst xmlns:p="http://schemas.openxmlformats.org/presentationml/2006/main">
  <p:tag name="KSO_WM_BEAUTIFY_FLAG" val=""/>
</p:tagLst>
</file>

<file path=ppt/tags/tag837.xml><?xml version="1.0" encoding="utf-8"?>
<p:tagLst xmlns:p="http://schemas.openxmlformats.org/presentationml/2006/main">
  <p:tag name="KSO_WM_BEAUTIFY_FLAG" val=""/>
</p:tagLst>
</file>

<file path=ppt/tags/tag838.xml><?xml version="1.0" encoding="utf-8"?>
<p:tagLst xmlns:p="http://schemas.openxmlformats.org/presentationml/2006/main">
  <p:tag name="KSO_WM_BEAUTIFY_FLAG" val=""/>
</p:tagLst>
</file>

<file path=ppt/tags/tag839.xml><?xml version="1.0" encoding="utf-8"?>
<p:tagLst xmlns:p="http://schemas.openxmlformats.org/presentationml/2006/main">
  <p:tag name="KSO_WM_BEAUTIFY_FLAG" val=""/>
</p:tagLst>
</file>

<file path=ppt/tags/tag840.xml><?xml version="1.0" encoding="utf-8"?>
<p:tagLst xmlns:p="http://schemas.openxmlformats.org/presentationml/2006/main">
  <p:tag name="KSO_WM_BEAUTIFY_FLAG" val=""/>
</p:tagLst>
</file>

<file path=ppt/tags/tag841.xml><?xml version="1.0" encoding="utf-8"?>
<p:tagLst xmlns:p="http://schemas.openxmlformats.org/presentationml/2006/main">
  <p:tag name="KSO_WM_BEAUTIFY_FLAG" val=""/>
</p:tagLst>
</file>

<file path=ppt/tags/tag842.xml><?xml version="1.0" encoding="utf-8"?>
<p:tagLst xmlns:p="http://schemas.openxmlformats.org/presentationml/2006/main">
  <p:tag name="KSO_WM_BEAUTIFY_FLAG" val=""/>
</p:tagLst>
</file>

<file path=ppt/tags/tag843.xml><?xml version="1.0" encoding="utf-8"?>
<p:tagLst xmlns:p="http://schemas.openxmlformats.org/presentationml/2006/main">
  <p:tag name="KSO_WM_BEAUTIFY_FLAG" val=""/>
</p:tagLst>
</file>

<file path=ppt/tags/tag844.xml><?xml version="1.0" encoding="utf-8"?>
<p:tagLst xmlns:p="http://schemas.openxmlformats.org/presentationml/2006/main">
  <p:tag name="KSO_WM_BEAUTIFY_FLAG" val=""/>
</p:tagLst>
</file>

<file path=ppt/tags/tag845.xml><?xml version="1.0" encoding="utf-8"?>
<p:tagLst xmlns:p="http://schemas.openxmlformats.org/presentationml/2006/main">
  <p:tag name="KSO_WM_BEAUTIFY_FLAG" val=""/>
</p:tagLst>
</file>

<file path=ppt/tags/tag846.xml><?xml version="1.0" encoding="utf-8"?>
<p:tagLst xmlns:p="http://schemas.openxmlformats.org/presentationml/2006/main">
  <p:tag name="KSO_WM_BEAUTIFY_FLAG" val=""/>
</p:tagLst>
</file>

<file path=ppt/tags/tag847.xml><?xml version="1.0" encoding="utf-8"?>
<p:tagLst xmlns:p="http://schemas.openxmlformats.org/presentationml/2006/main">
  <p:tag name="KSO_WM_BEAUTIFY_FLAG" val=""/>
</p:tagLst>
</file>

<file path=ppt/tags/tag848.xml><?xml version="1.0" encoding="utf-8"?>
<p:tagLst xmlns:p="http://schemas.openxmlformats.org/presentationml/2006/main">
  <p:tag name="KSO_WM_BEAUTIFY_FLAG" val=""/>
</p:tagLst>
</file>

<file path=ppt/tags/tag849.xml><?xml version="1.0" encoding="utf-8"?>
<p:tagLst xmlns:p="http://schemas.openxmlformats.org/presentationml/2006/main">
  <p:tag name="KSO_WM_BEAUTIFY_FLAG" val=""/>
</p:tagLst>
</file>

<file path=ppt/tags/tag850.xml><?xml version="1.0" encoding="utf-8"?>
<p:tagLst xmlns:p="http://schemas.openxmlformats.org/presentationml/2006/main">
  <p:tag name="KSO_WM_BEAUTIFY_FLAG" val=""/>
</p:tagLst>
</file>

<file path=ppt/tags/tag851.xml><?xml version="1.0" encoding="utf-8"?>
<p:tagLst xmlns:p="http://schemas.openxmlformats.org/presentationml/2006/main">
  <p:tag name="KSO_WM_BEAUTIFY_FLAG" val=""/>
</p:tagLst>
</file>

<file path=ppt/tags/tag852.xml><?xml version="1.0" encoding="utf-8"?>
<p:tagLst xmlns:p="http://schemas.openxmlformats.org/presentationml/2006/main">
  <p:tag name="KSO_WM_BEAUTIFY_FLAG" val=""/>
</p:tagLst>
</file>

<file path=ppt/tags/tag853.xml><?xml version="1.0" encoding="utf-8"?>
<p:tagLst xmlns:p="http://schemas.openxmlformats.org/presentationml/2006/main">
  <p:tag name="KSO_WM_BEAUTIFY_FLAG" val=""/>
</p:tagLst>
</file>

<file path=ppt/tags/tag854.xml><?xml version="1.0" encoding="utf-8"?>
<p:tagLst xmlns:p="http://schemas.openxmlformats.org/presentationml/2006/main">
  <p:tag name="KSO_WM_BEAUTIFY_FLAG" val=""/>
</p:tagLst>
</file>

<file path=ppt/tags/tag855.xml><?xml version="1.0" encoding="utf-8"?>
<p:tagLst xmlns:p="http://schemas.openxmlformats.org/presentationml/2006/main">
  <p:tag name="KSO_WM_BEAUTIFY_FLAG" val=""/>
</p:tagLst>
</file>

<file path=ppt/tags/tag856.xml><?xml version="1.0" encoding="utf-8"?>
<p:tagLst xmlns:p="http://schemas.openxmlformats.org/presentationml/2006/main">
  <p:tag name="KSO_WM_BEAUTIFY_FLAG" val=""/>
</p:tagLst>
</file>

<file path=ppt/tags/tag857.xml><?xml version="1.0" encoding="utf-8"?>
<p:tagLst xmlns:p="http://schemas.openxmlformats.org/presentationml/2006/main">
  <p:tag name="KSO_WM_BEAUTIFY_FLAG" val=""/>
</p:tagLst>
</file>

<file path=ppt/tags/tag858.xml><?xml version="1.0" encoding="utf-8"?>
<p:tagLst xmlns:p="http://schemas.openxmlformats.org/presentationml/2006/main">
  <p:tag name="KSO_WM_BEAUTIFY_FLAG" val=""/>
</p:tagLst>
</file>

<file path=ppt/tags/tag859.xml><?xml version="1.0" encoding="utf-8"?>
<p:tagLst xmlns:p="http://schemas.openxmlformats.org/presentationml/2006/main">
  <p:tag name="KSO_WM_BEAUTIFY_FLAG" val=""/>
</p:tagLst>
</file>

<file path=ppt/tags/tag860.xml><?xml version="1.0" encoding="utf-8"?>
<p:tagLst xmlns:p="http://schemas.openxmlformats.org/presentationml/2006/main">
  <p:tag name="KSO_WM_BEAUTIFY_FLAG" val=""/>
</p:tagLst>
</file>

<file path=ppt/tags/tag861.xml><?xml version="1.0" encoding="utf-8"?>
<p:tagLst xmlns:p="http://schemas.openxmlformats.org/presentationml/2006/main">
  <p:tag name="KSO_WM_BEAUTIFY_FLAG" val=""/>
</p:tagLst>
</file>

<file path=ppt/tags/tag862.xml><?xml version="1.0" encoding="utf-8"?>
<p:tagLst xmlns:p="http://schemas.openxmlformats.org/presentationml/2006/main">
  <p:tag name="KSO_WM_BEAUTIFY_FLAG" val=""/>
</p:tagLst>
</file>

<file path=ppt/tags/tag863.xml><?xml version="1.0" encoding="utf-8"?>
<p:tagLst xmlns:p="http://schemas.openxmlformats.org/presentationml/2006/main">
  <p:tag name="KSO_WM_BEAUTIFY_FLAG" val=""/>
</p:tagLst>
</file>

<file path=ppt/tags/tag864.xml><?xml version="1.0" encoding="utf-8"?>
<p:tagLst xmlns:p="http://schemas.openxmlformats.org/presentationml/2006/main">
  <p:tag name="KSO_WM_BEAUTIFY_FLAG" val=""/>
</p:tagLst>
</file>

<file path=ppt/tags/tag865.xml><?xml version="1.0" encoding="utf-8"?>
<p:tagLst xmlns:p="http://schemas.openxmlformats.org/presentationml/2006/main">
  <p:tag name="KSO_WM_BEAUTIFY_FLAG" val=""/>
</p:tagLst>
</file>

<file path=ppt/tags/tag866.xml><?xml version="1.0" encoding="utf-8"?>
<p:tagLst xmlns:p="http://schemas.openxmlformats.org/presentationml/2006/main">
  <p:tag name="KSO_WM_BEAUTIFY_FLAG" val=""/>
</p:tagLst>
</file>

<file path=ppt/tags/tag867.xml><?xml version="1.0" encoding="utf-8"?>
<p:tagLst xmlns:p="http://schemas.openxmlformats.org/presentationml/2006/main">
  <p:tag name="KSO_WM_BEAUTIFY_FLAG" val=""/>
</p:tagLst>
</file>

<file path=ppt/tags/tag868.xml><?xml version="1.0" encoding="utf-8"?>
<p:tagLst xmlns:p="http://schemas.openxmlformats.org/presentationml/2006/main">
  <p:tag name="KSO_WM_BEAUTIFY_FLAG" val=""/>
</p:tagLst>
</file>

<file path=ppt/tags/tag869.xml><?xml version="1.0" encoding="utf-8"?>
<p:tagLst xmlns:p="http://schemas.openxmlformats.org/presentationml/2006/main">
  <p:tag name="KSO_WM_BEAUTIFY_FLAG" val=""/>
</p:tagLst>
</file>

<file path=ppt/tags/tag870.xml><?xml version="1.0" encoding="utf-8"?>
<p:tagLst xmlns:p="http://schemas.openxmlformats.org/presentationml/2006/main">
  <p:tag name="KSO_WM_BEAUTIFY_FLAG" val=""/>
</p:tagLst>
</file>

<file path=ppt/tags/tag871.xml><?xml version="1.0" encoding="utf-8"?>
<p:tagLst xmlns:p="http://schemas.openxmlformats.org/presentationml/2006/main">
  <p:tag name="KSO_WM_BEAUTIFY_FLAG" val=""/>
</p:tagLst>
</file>

<file path=ppt/tags/tag872.xml><?xml version="1.0" encoding="utf-8"?>
<p:tagLst xmlns:p="http://schemas.openxmlformats.org/presentationml/2006/main">
  <p:tag name="KSO_WM_BEAUTIFY_FLAG" val=""/>
</p:tagLst>
</file>

<file path=ppt/tags/tag873.xml><?xml version="1.0" encoding="utf-8"?>
<p:tagLst xmlns:p="http://schemas.openxmlformats.org/presentationml/2006/main">
  <p:tag name="KSO_WM_BEAUTIFY_FLAG" val=""/>
</p:tagLst>
</file>

<file path=ppt/tags/tag874.xml><?xml version="1.0" encoding="utf-8"?>
<p:tagLst xmlns:p="http://schemas.openxmlformats.org/presentationml/2006/main">
  <p:tag name="KSO_WM_BEAUTIFY_FLAG" val=""/>
</p:tagLst>
</file>

<file path=ppt/tags/tag875.xml><?xml version="1.0" encoding="utf-8"?>
<p:tagLst xmlns:p="http://schemas.openxmlformats.org/presentationml/2006/main">
  <p:tag name="KSO_WM_BEAUTIFY_FLAG" val=""/>
</p:tagLst>
</file>

<file path=ppt/tags/tag876.xml><?xml version="1.0" encoding="utf-8"?>
<p:tagLst xmlns:p="http://schemas.openxmlformats.org/presentationml/2006/main">
  <p:tag name="KSO_WM_BEAUTIFY_FLAG" val=""/>
</p:tagLst>
</file>

<file path=ppt/tags/tag877.xml><?xml version="1.0" encoding="utf-8"?>
<p:tagLst xmlns:p="http://schemas.openxmlformats.org/presentationml/2006/main">
  <p:tag name="KSO_WM_BEAUTIFY_FLAG" val=""/>
</p:tagLst>
</file>

<file path=ppt/tags/tag878.xml><?xml version="1.0" encoding="utf-8"?>
<p:tagLst xmlns:p="http://schemas.openxmlformats.org/presentationml/2006/main">
  <p:tag name="KSO_WM_BEAUTIFY_FLAG" val=""/>
</p:tagLst>
</file>

<file path=ppt/tags/tag879.xml><?xml version="1.0" encoding="utf-8"?>
<p:tagLst xmlns:p="http://schemas.openxmlformats.org/presentationml/2006/main">
  <p:tag name="KSO_WM_BEAUTIFY_FLAG" val=""/>
</p:tagLst>
</file>

<file path=ppt/tags/tag880.xml><?xml version="1.0" encoding="utf-8"?>
<p:tagLst xmlns:p="http://schemas.openxmlformats.org/presentationml/2006/main">
  <p:tag name="KSO_WM_BEAUTIFY_FLAG" val=""/>
</p:tagLst>
</file>

<file path=ppt/tags/tag881.xml><?xml version="1.0" encoding="utf-8"?>
<p:tagLst xmlns:p="http://schemas.openxmlformats.org/presentationml/2006/main">
  <p:tag name="KSO_WM_BEAUTIFY_FLAG" val=""/>
</p:tagLst>
</file>

<file path=ppt/tags/tag882.xml><?xml version="1.0" encoding="utf-8"?>
<p:tagLst xmlns:p="http://schemas.openxmlformats.org/presentationml/2006/main">
  <p:tag name="KSO_WM_BEAUTIFY_FLAG" val=""/>
</p:tagLst>
</file>

<file path=ppt/tags/tag883.xml><?xml version="1.0" encoding="utf-8"?>
<p:tagLst xmlns:p="http://schemas.openxmlformats.org/presentationml/2006/main">
  <p:tag name="KSO_WM_BEAUTIFY_FLAG" val=""/>
</p:tagLst>
</file>

<file path=ppt/tags/tag884.xml><?xml version="1.0" encoding="utf-8"?>
<p:tagLst xmlns:p="http://schemas.openxmlformats.org/presentationml/2006/main">
  <p:tag name="KSO_WM_BEAUTIFY_FLAG" val=""/>
</p:tagLst>
</file>

<file path=ppt/tags/tag885.xml><?xml version="1.0" encoding="utf-8"?>
<p:tagLst xmlns:p="http://schemas.openxmlformats.org/presentationml/2006/main">
  <p:tag name="KSO_WM_BEAUTIFY_FLAG" val=""/>
</p:tagLst>
</file>

<file path=ppt/tags/tag886.xml><?xml version="1.0" encoding="utf-8"?>
<p:tagLst xmlns:p="http://schemas.openxmlformats.org/presentationml/2006/main">
  <p:tag name="KSO_WM_BEAUTIFY_FLAG" val=""/>
</p:tagLst>
</file>

<file path=ppt/tags/tag887.xml><?xml version="1.0" encoding="utf-8"?>
<p:tagLst xmlns:p="http://schemas.openxmlformats.org/presentationml/2006/main">
  <p:tag name="KSO_WM_BEAUTIFY_FLAG" val=""/>
</p:tagLst>
</file>

<file path=ppt/tags/tag888.xml><?xml version="1.0" encoding="utf-8"?>
<p:tagLst xmlns:p="http://schemas.openxmlformats.org/presentationml/2006/main">
  <p:tag name="KSO_WM_BEAUTIFY_FLAG" val=""/>
</p:tagLst>
</file>

<file path=ppt/tags/tag889.xml><?xml version="1.0" encoding="utf-8"?>
<p:tagLst xmlns:p="http://schemas.openxmlformats.org/presentationml/2006/main">
  <p:tag name="KSO_WM_BEAUTIFY_FLAG" val=""/>
</p:tagLst>
</file>

<file path=ppt/tags/tag890.xml><?xml version="1.0" encoding="utf-8"?>
<p:tagLst xmlns:p="http://schemas.openxmlformats.org/presentationml/2006/main">
  <p:tag name="KSO_WM_BEAUTIFY_FLAG" val=""/>
</p:tagLst>
</file>

<file path=ppt/tags/tag891.xml><?xml version="1.0" encoding="utf-8"?>
<p:tagLst xmlns:p="http://schemas.openxmlformats.org/presentationml/2006/main">
  <p:tag name="KSO_WM_BEAUTIFY_FLAG" val=""/>
</p:tagLst>
</file>

<file path=ppt/tags/tag892.xml><?xml version="1.0" encoding="utf-8"?>
<p:tagLst xmlns:p="http://schemas.openxmlformats.org/presentationml/2006/main">
  <p:tag name="KSO_WM_BEAUTIFY_FLAG" val=""/>
</p:tagLst>
</file>

<file path=ppt/tags/tag893.xml><?xml version="1.0" encoding="utf-8"?>
<p:tagLst xmlns:p="http://schemas.openxmlformats.org/presentationml/2006/main">
  <p:tag name="KSO_WM_BEAUTIFY_FLAG" val=""/>
</p:tagLst>
</file>

<file path=ppt/tags/tag894.xml><?xml version="1.0" encoding="utf-8"?>
<p:tagLst xmlns:p="http://schemas.openxmlformats.org/presentationml/2006/main">
  <p:tag name="KSO_WM_BEAUTIFY_FLAG" val=""/>
</p:tagLst>
</file>

<file path=ppt/tags/tag895.xml><?xml version="1.0" encoding="utf-8"?>
<p:tagLst xmlns:p="http://schemas.openxmlformats.org/presentationml/2006/main">
  <p:tag name="KSO_WM_BEAUTIFY_FLAG" val=""/>
</p:tagLst>
</file>

<file path=ppt/tags/tag896.xml><?xml version="1.0" encoding="utf-8"?>
<p:tagLst xmlns:p="http://schemas.openxmlformats.org/presentationml/2006/main">
  <p:tag name="KSO_WM_BEAUTIFY_FLAG" val=""/>
</p:tagLst>
</file>

<file path=ppt/tags/tag897.xml><?xml version="1.0" encoding="utf-8"?>
<p:tagLst xmlns:p="http://schemas.openxmlformats.org/presentationml/2006/main">
  <p:tag name="KSO_WM_BEAUTIFY_FLAG" val=""/>
</p:tagLst>
</file>

<file path=ppt/tags/tag898.xml><?xml version="1.0" encoding="utf-8"?>
<p:tagLst xmlns:p="http://schemas.openxmlformats.org/presentationml/2006/main">
  <p:tag name="KSO_WM_BEAUTIFY_FLAG" val=""/>
</p:tagLst>
</file>

<file path=ppt/tags/tag899.xml><?xml version="1.0" encoding="utf-8"?>
<p:tagLst xmlns:p="http://schemas.openxmlformats.org/presentationml/2006/main">
  <p:tag name="KSO_WM_BEAUTIFY_FLAG" val=""/>
</p:tagLst>
</file>

<file path=ppt/tags/tag900.xml><?xml version="1.0" encoding="utf-8"?>
<p:tagLst xmlns:p="http://schemas.openxmlformats.org/presentationml/2006/main">
  <p:tag name="KSO_WM_BEAUTIFY_FLAG" val=""/>
</p:tagLst>
</file>

<file path=ppt/tags/tag901.xml><?xml version="1.0" encoding="utf-8"?>
<p:tagLst xmlns:p="http://schemas.openxmlformats.org/presentationml/2006/main">
  <p:tag name="KSO_WM_BEAUTIFY_FLAG" val=""/>
</p:tagLst>
</file>

<file path=ppt/tags/tag902.xml><?xml version="1.0" encoding="utf-8"?>
<p:tagLst xmlns:p="http://schemas.openxmlformats.org/presentationml/2006/main">
  <p:tag name="KSO_WM_BEAUTIFY_FLAG" val=""/>
</p:tagLst>
</file>

<file path=ppt/tags/tag903.xml><?xml version="1.0" encoding="utf-8"?>
<p:tagLst xmlns:p="http://schemas.openxmlformats.org/presentationml/2006/main">
  <p:tag name="KSO_WM_BEAUTIFY_FLAG" val=""/>
</p:tagLst>
</file>

<file path=ppt/tags/tag904.xml><?xml version="1.0" encoding="utf-8"?>
<p:tagLst xmlns:p="http://schemas.openxmlformats.org/presentationml/2006/main">
  <p:tag name="KSO_WM_BEAUTIFY_FLAG" val=""/>
</p:tagLst>
</file>

<file path=ppt/tags/tag905.xml><?xml version="1.0" encoding="utf-8"?>
<p:tagLst xmlns:p="http://schemas.openxmlformats.org/presentationml/2006/main">
  <p:tag name="KSO_WM_BEAUTIFY_FLAG" val=""/>
</p:tagLst>
</file>

<file path=ppt/tags/tag906.xml><?xml version="1.0" encoding="utf-8"?>
<p:tagLst xmlns:p="http://schemas.openxmlformats.org/presentationml/2006/main">
  <p:tag name="KSO_WM_BEAUTIFY_FLAG" val=""/>
</p:tagLst>
</file>

<file path=ppt/tags/tag907.xml><?xml version="1.0" encoding="utf-8"?>
<p:tagLst xmlns:p="http://schemas.openxmlformats.org/presentationml/2006/main">
  <p:tag name="KSO_WM_BEAUTIFY_FLAG" val=""/>
</p:tagLst>
</file>

<file path=ppt/tags/tag908.xml><?xml version="1.0" encoding="utf-8"?>
<p:tagLst xmlns:p="http://schemas.openxmlformats.org/presentationml/2006/main">
  <p:tag name="KSO_WM_BEAUTIFY_FLAG" val=""/>
</p:tagLst>
</file>

<file path=ppt/tags/tag909.xml><?xml version="1.0" encoding="utf-8"?>
<p:tagLst xmlns:p="http://schemas.openxmlformats.org/presentationml/2006/main">
  <p:tag name="KSO_WM_BEAUTIFY_FLAG" val=""/>
</p:tagLst>
</file>

<file path=ppt/tags/tag910.xml><?xml version="1.0" encoding="utf-8"?>
<p:tagLst xmlns:p="http://schemas.openxmlformats.org/presentationml/2006/main">
  <p:tag name="KSO_WM_BEAUTIFY_FLAG" val=""/>
</p:tagLst>
</file>

<file path=ppt/tags/tag911.xml><?xml version="1.0" encoding="utf-8"?>
<p:tagLst xmlns:p="http://schemas.openxmlformats.org/presentationml/2006/main">
  <p:tag name="KSO_WM_BEAUTIFY_FLAG" val=""/>
</p:tagLst>
</file>

<file path=ppt/tags/tag912.xml><?xml version="1.0" encoding="utf-8"?>
<p:tagLst xmlns:p="http://schemas.openxmlformats.org/presentationml/2006/main">
  <p:tag name="KSO_WM_BEAUTIFY_FLAG" val=""/>
</p:tagLst>
</file>

<file path=ppt/tags/tag913.xml><?xml version="1.0" encoding="utf-8"?>
<p:tagLst xmlns:p="http://schemas.openxmlformats.org/presentationml/2006/main">
  <p:tag name="KSO_WM_BEAUTIFY_FLAG" val=""/>
</p:tagLst>
</file>

<file path=ppt/tags/tag914.xml><?xml version="1.0" encoding="utf-8"?>
<p:tagLst xmlns:p="http://schemas.openxmlformats.org/presentationml/2006/main">
  <p:tag name="KSO_WM_BEAUTIFY_FLAG" val=""/>
</p:tagLst>
</file>

<file path=ppt/tags/tag915.xml><?xml version="1.0" encoding="utf-8"?>
<p:tagLst xmlns:p="http://schemas.openxmlformats.org/presentationml/2006/main">
  <p:tag name="KSO_WM_BEAUTIFY_FLAG" val=""/>
</p:tagLst>
</file>

<file path=ppt/tags/tag916.xml><?xml version="1.0" encoding="utf-8"?>
<p:tagLst xmlns:p="http://schemas.openxmlformats.org/presentationml/2006/main">
  <p:tag name="KSO_WM_BEAUTIFY_FLAG" val=""/>
</p:tagLst>
</file>

<file path=ppt/tags/tag917.xml><?xml version="1.0" encoding="utf-8"?>
<p:tagLst xmlns:p="http://schemas.openxmlformats.org/presentationml/2006/main">
  <p:tag name="KSO_WM_BEAUTIFY_FLAG" val=""/>
</p:tagLst>
</file>

<file path=ppt/tags/tag918.xml><?xml version="1.0" encoding="utf-8"?>
<p:tagLst xmlns:p="http://schemas.openxmlformats.org/presentationml/2006/main">
  <p:tag name="KSO_WM_BEAUTIFY_FLAG" val=""/>
</p:tagLst>
</file>

<file path=ppt/tags/tag919.xml><?xml version="1.0" encoding="utf-8"?>
<p:tagLst xmlns:p="http://schemas.openxmlformats.org/presentationml/2006/main">
  <p:tag name="KSO_WM_BEAUTIFY_FLAG" val=""/>
</p:tagLst>
</file>

<file path=ppt/tags/tag920.xml><?xml version="1.0" encoding="utf-8"?>
<p:tagLst xmlns:p="http://schemas.openxmlformats.org/presentationml/2006/main">
  <p:tag name="KSO_WM_BEAUTIFY_FLAG" val=""/>
</p:tagLst>
</file>

<file path=ppt/tags/tag921.xml><?xml version="1.0" encoding="utf-8"?>
<p:tagLst xmlns:p="http://schemas.openxmlformats.org/presentationml/2006/main">
  <p:tag name="KSO_WM_BEAUTIFY_FLAG" val=""/>
</p:tagLst>
</file>

<file path=ppt/tags/tag922.xml><?xml version="1.0" encoding="utf-8"?>
<p:tagLst xmlns:p="http://schemas.openxmlformats.org/presentationml/2006/main">
  <p:tag name="KSO_WM_BEAUTIFY_FLAG" val=""/>
</p:tagLst>
</file>

<file path=ppt/tags/tag923.xml><?xml version="1.0" encoding="utf-8"?>
<p:tagLst xmlns:p="http://schemas.openxmlformats.org/presentationml/2006/main">
  <p:tag name="KSO_WM_BEAUTIFY_FLAG" val=""/>
</p:tagLst>
</file>

<file path=ppt/tags/tag924.xml><?xml version="1.0" encoding="utf-8"?>
<p:tagLst xmlns:p="http://schemas.openxmlformats.org/presentationml/2006/main">
  <p:tag name="KSO_WM_BEAUTIFY_FLAG" val=""/>
</p:tagLst>
</file>

<file path=ppt/tags/tag925.xml><?xml version="1.0" encoding="utf-8"?>
<p:tagLst xmlns:p="http://schemas.openxmlformats.org/presentationml/2006/main">
  <p:tag name="KSO_WM_BEAUTIFY_FLAG" val=""/>
</p:tagLst>
</file>

<file path=ppt/tags/tag926.xml><?xml version="1.0" encoding="utf-8"?>
<p:tagLst xmlns:p="http://schemas.openxmlformats.org/presentationml/2006/main">
  <p:tag name="KSO_WM_BEAUTIFY_FLAG" val=""/>
</p:tagLst>
</file>

<file path=ppt/tags/tag927.xml><?xml version="1.0" encoding="utf-8"?>
<p:tagLst xmlns:p="http://schemas.openxmlformats.org/presentationml/2006/main">
  <p:tag name="KSO_WM_BEAUTIFY_FLAG" val=""/>
</p:tagLst>
</file>

<file path=ppt/tags/tag928.xml><?xml version="1.0" encoding="utf-8"?>
<p:tagLst xmlns:p="http://schemas.openxmlformats.org/presentationml/2006/main">
  <p:tag name="KSO_WM_BEAUTIFY_FLAG" val=""/>
</p:tagLst>
</file>

<file path=ppt/tags/tag929.xml><?xml version="1.0" encoding="utf-8"?>
<p:tagLst xmlns:p="http://schemas.openxmlformats.org/presentationml/2006/main">
  <p:tag name="KSO_WM_BEAUTIFY_FLAG" val=""/>
</p:tagLst>
</file>

<file path=ppt/tags/tag930.xml><?xml version="1.0" encoding="utf-8"?>
<p:tagLst xmlns:p="http://schemas.openxmlformats.org/presentationml/2006/main">
  <p:tag name="KSO_WM_BEAUTIFY_FLAG" val=""/>
</p:tagLst>
</file>

<file path=ppt/tags/tag931.xml><?xml version="1.0" encoding="utf-8"?>
<p:tagLst xmlns:p="http://schemas.openxmlformats.org/presentationml/2006/main">
  <p:tag name="KSO_WM_BEAUTIFY_FLAG" val=""/>
</p:tagLst>
</file>

<file path=ppt/tags/tag932.xml><?xml version="1.0" encoding="utf-8"?>
<p:tagLst xmlns:p="http://schemas.openxmlformats.org/presentationml/2006/main">
  <p:tag name="KSO_WM_BEAUTIFY_FLAG" val=""/>
</p:tagLst>
</file>

<file path=ppt/tags/tag933.xml><?xml version="1.0" encoding="utf-8"?>
<p:tagLst xmlns:p="http://schemas.openxmlformats.org/presentationml/2006/main">
  <p:tag name="KSO_WM_BEAUTIFY_FLAG" val=""/>
</p:tagLst>
</file>

<file path=ppt/tags/tag934.xml><?xml version="1.0" encoding="utf-8"?>
<p:tagLst xmlns:p="http://schemas.openxmlformats.org/presentationml/2006/main">
  <p:tag name="KSO_WM_BEAUTIFY_FLAG" val=""/>
</p:tagLst>
</file>

<file path=ppt/tags/tag935.xml><?xml version="1.0" encoding="utf-8"?>
<p:tagLst xmlns:p="http://schemas.openxmlformats.org/presentationml/2006/main">
  <p:tag name="KSO_WM_BEAUTIFY_FLAG" val=""/>
</p:tagLst>
</file>

<file path=ppt/tags/tag936.xml><?xml version="1.0" encoding="utf-8"?>
<p:tagLst xmlns:p="http://schemas.openxmlformats.org/presentationml/2006/main">
  <p:tag name="KSO_WM_BEAUTIFY_FLAG" val=""/>
</p:tagLst>
</file>

<file path=ppt/tags/tag937.xml><?xml version="1.0" encoding="utf-8"?>
<p:tagLst xmlns:p="http://schemas.openxmlformats.org/presentationml/2006/main">
  <p:tag name="KSO_WM_BEAUTIFY_FLAG" val=""/>
</p:tagLst>
</file>

<file path=ppt/tags/tag938.xml><?xml version="1.0" encoding="utf-8"?>
<p:tagLst xmlns:p="http://schemas.openxmlformats.org/presentationml/2006/main">
  <p:tag name="KSO_WM_BEAUTIFY_FLAG" val=""/>
</p:tagLst>
</file>

<file path=ppt/tags/tag939.xml><?xml version="1.0" encoding="utf-8"?>
<p:tagLst xmlns:p="http://schemas.openxmlformats.org/presentationml/2006/main">
  <p:tag name="KSO_WM_BEAUTIFY_FLAG" val=""/>
</p:tagLst>
</file>

<file path=ppt/tags/tag940.xml><?xml version="1.0" encoding="utf-8"?>
<p:tagLst xmlns:p="http://schemas.openxmlformats.org/presentationml/2006/main">
  <p:tag name="KSO_WM_BEAUTIFY_FLAG" val=""/>
</p:tagLst>
</file>

<file path=ppt/tags/tag941.xml><?xml version="1.0" encoding="utf-8"?>
<p:tagLst xmlns:p="http://schemas.openxmlformats.org/presentationml/2006/main">
  <p:tag name="KSO_WM_BEAUTIFY_FLAG" val=""/>
</p:tagLst>
</file>

<file path=ppt/tags/tag942.xml><?xml version="1.0" encoding="utf-8"?>
<p:tagLst xmlns:p="http://schemas.openxmlformats.org/presentationml/2006/main">
  <p:tag name="KSO_WM_BEAUTIFY_FLAG" val=""/>
</p:tagLst>
</file>

<file path=ppt/tags/tag943.xml><?xml version="1.0" encoding="utf-8"?>
<p:tagLst xmlns:p="http://schemas.openxmlformats.org/presentationml/2006/main">
  <p:tag name="KSO_WM_BEAUTIFY_FLAG" val=""/>
</p:tagLst>
</file>

<file path=ppt/tags/tag944.xml><?xml version="1.0" encoding="utf-8"?>
<p:tagLst xmlns:p="http://schemas.openxmlformats.org/presentationml/2006/main">
  <p:tag name="KSO_WM_BEAUTIFY_FLAG" val=""/>
</p:tagLst>
</file>

<file path=ppt/tags/tag945.xml><?xml version="1.0" encoding="utf-8"?>
<p:tagLst xmlns:p="http://schemas.openxmlformats.org/presentationml/2006/main">
  <p:tag name="KSO_WM_BEAUTIFY_FLAG" val=""/>
</p:tagLst>
</file>

<file path=ppt/tags/tag946.xml><?xml version="1.0" encoding="utf-8"?>
<p:tagLst xmlns:p="http://schemas.openxmlformats.org/presentationml/2006/main">
  <p:tag name="KSO_WM_BEAUTIFY_FLAG" val=""/>
</p:tagLst>
</file>

<file path=ppt/tags/tag947.xml><?xml version="1.0" encoding="utf-8"?>
<p:tagLst xmlns:p="http://schemas.openxmlformats.org/presentationml/2006/main">
  <p:tag name="KSO_WM_BEAUTIFY_FLAG" val=""/>
</p:tagLst>
</file>

<file path=ppt/tags/tag948.xml><?xml version="1.0" encoding="utf-8"?>
<p:tagLst xmlns:p="http://schemas.openxmlformats.org/presentationml/2006/main">
  <p:tag name="KSO_WM_BEAUTIFY_FLAG" val=""/>
</p:tagLst>
</file>

<file path=ppt/tags/tag949.xml><?xml version="1.0" encoding="utf-8"?>
<p:tagLst xmlns:p="http://schemas.openxmlformats.org/presentationml/2006/main">
  <p:tag name="KSO_WM_BEAUTIFY_FLAG" val=""/>
</p:tagLst>
</file>

<file path=ppt/tags/tag950.xml><?xml version="1.0" encoding="utf-8"?>
<p:tagLst xmlns:p="http://schemas.openxmlformats.org/presentationml/2006/main">
  <p:tag name="KSO_WM_BEAUTIFY_FLAG" val=""/>
</p:tagLst>
</file>

<file path=ppt/tags/tag951.xml><?xml version="1.0" encoding="utf-8"?>
<p:tagLst xmlns:p="http://schemas.openxmlformats.org/presentationml/2006/main">
  <p:tag name="KSO_WM_BEAUTIFY_FLAG" val=""/>
</p:tagLst>
</file>

<file path=ppt/tags/tag952.xml><?xml version="1.0" encoding="utf-8"?>
<p:tagLst xmlns:p="http://schemas.openxmlformats.org/presentationml/2006/main">
  <p:tag name="KSO_WM_BEAUTIFY_FLAG" val=""/>
</p:tagLst>
</file>

<file path=ppt/tags/tag953.xml><?xml version="1.0" encoding="utf-8"?>
<p:tagLst xmlns:p="http://schemas.openxmlformats.org/presentationml/2006/main">
  <p:tag name="KSO_WM_BEAUTIFY_FLAG" val=""/>
</p:tagLst>
</file>

<file path=ppt/tags/tag954.xml><?xml version="1.0" encoding="utf-8"?>
<p:tagLst xmlns:p="http://schemas.openxmlformats.org/presentationml/2006/main">
  <p:tag name="KSO_WM_BEAUTIFY_FLAG" val=""/>
</p:tagLst>
</file>

<file path=ppt/tags/tag955.xml><?xml version="1.0" encoding="utf-8"?>
<p:tagLst xmlns:p="http://schemas.openxmlformats.org/presentationml/2006/main">
  <p:tag name="KSO_WM_BEAUTIFY_FLAG" val=""/>
</p:tagLst>
</file>

<file path=ppt/tags/tag956.xml><?xml version="1.0" encoding="utf-8"?>
<p:tagLst xmlns:p="http://schemas.openxmlformats.org/presentationml/2006/main">
  <p:tag name="KSO_WM_BEAUTIFY_FLAG" val=""/>
</p:tagLst>
</file>

<file path=ppt/tags/tag957.xml><?xml version="1.0" encoding="utf-8"?>
<p:tagLst xmlns:p="http://schemas.openxmlformats.org/presentationml/2006/main">
  <p:tag name="KSO_WM_BEAUTIFY_FLAG" val=""/>
</p:tagLst>
</file>

<file path=ppt/tags/tag958.xml><?xml version="1.0" encoding="utf-8"?>
<p:tagLst xmlns:p="http://schemas.openxmlformats.org/presentationml/2006/main">
  <p:tag name="KSO_WM_BEAUTIFY_FLAG" val=""/>
</p:tagLst>
</file>

<file path=ppt/tags/tag959.xml><?xml version="1.0" encoding="utf-8"?>
<p:tagLst xmlns:p="http://schemas.openxmlformats.org/presentationml/2006/main">
  <p:tag name="KSO_WM_BEAUTIFY_FLAG" val=""/>
</p:tagLst>
</file>

<file path=ppt/tags/tag960.xml><?xml version="1.0" encoding="utf-8"?>
<p:tagLst xmlns:p="http://schemas.openxmlformats.org/presentationml/2006/main">
  <p:tag name="KSO_WM_BEAUTIFY_FLAG" val=""/>
</p:tagLst>
</file>

<file path=ppt/tags/tag961.xml><?xml version="1.0" encoding="utf-8"?>
<p:tagLst xmlns:p="http://schemas.openxmlformats.org/presentationml/2006/main">
  <p:tag name="KSO_WM_BEAUTIFY_FLAG" val=""/>
</p:tagLst>
</file>

<file path=ppt/tags/tag962.xml><?xml version="1.0" encoding="utf-8"?>
<p:tagLst xmlns:p="http://schemas.openxmlformats.org/presentationml/2006/main">
  <p:tag name="KSO_WM_BEAUTIFY_FLAG" val=""/>
</p:tagLst>
</file>

<file path=ppt/tags/tag963.xml><?xml version="1.0" encoding="utf-8"?>
<p:tagLst xmlns:p="http://schemas.openxmlformats.org/presentationml/2006/main">
  <p:tag name="KSO_WM_BEAUTIFY_FLAG" val=""/>
</p:tagLst>
</file>

<file path=ppt/tags/tag964.xml><?xml version="1.0" encoding="utf-8"?>
<p:tagLst xmlns:p="http://schemas.openxmlformats.org/presentationml/2006/main">
  <p:tag name="KSO_WM_BEAUTIFY_FLAG" val=""/>
</p:tagLst>
</file>

<file path=ppt/tags/tag965.xml><?xml version="1.0" encoding="utf-8"?>
<p:tagLst xmlns:p="http://schemas.openxmlformats.org/presentationml/2006/main">
  <p:tag name="KSO_WM_BEAUTIFY_FLAG" val=""/>
</p:tagLst>
</file>

<file path=ppt/tags/tag966.xml><?xml version="1.0" encoding="utf-8"?>
<p:tagLst xmlns:p="http://schemas.openxmlformats.org/presentationml/2006/main">
  <p:tag name="KSO_WM_BEAUTIFY_FLAG" val=""/>
</p:tagLst>
</file>

<file path=ppt/tags/tag967.xml><?xml version="1.0" encoding="utf-8"?>
<p:tagLst xmlns:p="http://schemas.openxmlformats.org/presentationml/2006/main">
  <p:tag name="KSO_WM_BEAUTIFY_FLAG" val=""/>
</p:tagLst>
</file>

<file path=ppt/tags/tag968.xml><?xml version="1.0" encoding="utf-8"?>
<p:tagLst xmlns:p="http://schemas.openxmlformats.org/presentationml/2006/main">
  <p:tag name="KSO_WM_BEAUTIFY_FLAG" val=""/>
</p:tagLst>
</file>

<file path=ppt/tags/tag969.xml><?xml version="1.0" encoding="utf-8"?>
<p:tagLst xmlns:p="http://schemas.openxmlformats.org/presentationml/2006/main">
  <p:tag name="KSO_WM_BEAUTIFY_FLAG" val=""/>
</p:tagLst>
</file>

<file path=ppt/tags/tag970.xml><?xml version="1.0" encoding="utf-8"?>
<p:tagLst xmlns:p="http://schemas.openxmlformats.org/presentationml/2006/main">
  <p:tag name="KSO_WM_BEAUTIFY_FLAG" val=""/>
</p:tagLst>
</file>

<file path=ppt/tags/tag971.xml><?xml version="1.0" encoding="utf-8"?>
<p:tagLst xmlns:p="http://schemas.openxmlformats.org/presentationml/2006/main">
  <p:tag name="KSO_WM_BEAUTIFY_FLAG" val=""/>
</p:tagLst>
</file>

<file path=ppt/tags/tag972.xml><?xml version="1.0" encoding="utf-8"?>
<p:tagLst xmlns:p="http://schemas.openxmlformats.org/presentationml/2006/main">
  <p:tag name="KSO_WM_BEAUTIFY_FLAG" val=""/>
</p:tagLst>
</file>

<file path=ppt/tags/tag973.xml><?xml version="1.0" encoding="utf-8"?>
<p:tagLst xmlns:p="http://schemas.openxmlformats.org/presentationml/2006/main">
  <p:tag name="KSO_WM_BEAUTIFY_FLAG" val=""/>
</p:tagLst>
</file>

<file path=ppt/tags/tag974.xml><?xml version="1.0" encoding="utf-8"?>
<p:tagLst xmlns:p="http://schemas.openxmlformats.org/presentationml/2006/main">
  <p:tag name="KSO_WM_BEAUTIFY_FLAG" val=""/>
</p:tagLst>
</file>

<file path=ppt/tags/tag975.xml><?xml version="1.0" encoding="utf-8"?>
<p:tagLst xmlns:p="http://schemas.openxmlformats.org/presentationml/2006/main">
  <p:tag name="KSO_WM_BEAUTIFY_FLAG" val=""/>
</p:tagLst>
</file>

<file path=ppt/tags/tag976.xml><?xml version="1.0" encoding="utf-8"?>
<p:tagLst xmlns:p="http://schemas.openxmlformats.org/presentationml/2006/main">
  <p:tag name="KSO_WM_BEAUTIFY_FLAG" val=""/>
</p:tagLst>
</file>

<file path=ppt/tags/tag977.xml><?xml version="1.0" encoding="utf-8"?>
<p:tagLst xmlns:p="http://schemas.openxmlformats.org/presentationml/2006/main">
  <p:tag name="KSO_WM_BEAUTIFY_FLAG" val=""/>
</p:tagLst>
</file>

<file path=ppt/tags/tag978.xml><?xml version="1.0" encoding="utf-8"?>
<p:tagLst xmlns:p="http://schemas.openxmlformats.org/presentationml/2006/main">
  <p:tag name="KSO_WM_BEAUTIFY_FLAG" val=""/>
</p:tagLst>
</file>

<file path=ppt/tags/tag979.xml><?xml version="1.0" encoding="utf-8"?>
<p:tagLst xmlns:p="http://schemas.openxmlformats.org/presentationml/2006/main">
  <p:tag name="KSO_WM_BEAUTIFY_FLAG" val=""/>
</p:tagLst>
</file>

<file path=ppt/tags/tag980.xml><?xml version="1.0" encoding="utf-8"?>
<p:tagLst xmlns:p="http://schemas.openxmlformats.org/presentationml/2006/main">
  <p:tag name="KSO_WM_BEAUTIFY_FLAG" val=""/>
</p:tagLst>
</file>

<file path=ppt/tags/tag981.xml><?xml version="1.0" encoding="utf-8"?>
<p:tagLst xmlns:p="http://schemas.openxmlformats.org/presentationml/2006/main">
  <p:tag name="KSO_WM_BEAUTIFY_FLAG" val=""/>
</p:tagLst>
</file>

<file path=ppt/tags/tag982.xml><?xml version="1.0" encoding="utf-8"?>
<p:tagLst xmlns:p="http://schemas.openxmlformats.org/presentationml/2006/main">
  <p:tag name="KSO_WM_BEAUTIFY_FLAG" val=""/>
</p:tagLst>
</file>

<file path=ppt/tags/tag983.xml><?xml version="1.0" encoding="utf-8"?>
<p:tagLst xmlns:p="http://schemas.openxmlformats.org/presentationml/2006/main">
  <p:tag name="KSO_WM_BEAUTIFY_FLAG" val=""/>
</p:tagLst>
</file>

<file path=ppt/tags/tag984.xml><?xml version="1.0" encoding="utf-8"?>
<p:tagLst xmlns:p="http://schemas.openxmlformats.org/presentationml/2006/main">
  <p:tag name="KSO_WM_BEAUTIFY_FLAG" val=""/>
</p:tagLst>
</file>

<file path=ppt/tags/tag985.xml><?xml version="1.0" encoding="utf-8"?>
<p:tagLst xmlns:p="http://schemas.openxmlformats.org/presentationml/2006/main">
  <p:tag name="KSO_WM_BEAUTIFY_FLAG" val=""/>
</p:tagLst>
</file>

<file path=ppt/tags/tag986.xml><?xml version="1.0" encoding="utf-8"?>
<p:tagLst xmlns:p="http://schemas.openxmlformats.org/presentationml/2006/main">
  <p:tag name="KSO_WM_BEAUTIFY_FLAG" val=""/>
</p:tagLst>
</file>

<file path=ppt/tags/tag987.xml><?xml version="1.0" encoding="utf-8"?>
<p:tagLst xmlns:p="http://schemas.openxmlformats.org/presentationml/2006/main">
  <p:tag name="KSO_WM_BEAUTIFY_FLAG" val=""/>
</p:tagLst>
</file>

<file path=ppt/tags/tag988.xml><?xml version="1.0" encoding="utf-8"?>
<p:tagLst xmlns:p="http://schemas.openxmlformats.org/presentationml/2006/main">
  <p:tag name="KSO_WM_BEAUTIFY_FLAG" val=""/>
</p:tagLst>
</file>

<file path=ppt/tags/tag989.xml><?xml version="1.0" encoding="utf-8"?>
<p:tagLst xmlns:p="http://schemas.openxmlformats.org/presentationml/2006/main">
  <p:tag name="KSO_WM_BEAUTIFY_FLAG" val=""/>
</p:tagLst>
</file>

<file path=ppt/tags/tag990.xml><?xml version="1.0" encoding="utf-8"?>
<p:tagLst xmlns:p="http://schemas.openxmlformats.org/presentationml/2006/main">
  <p:tag name="KSO_WM_BEAUTIFY_FLAG" val=""/>
</p:tagLst>
</file>

<file path=ppt/tags/tag991.xml><?xml version="1.0" encoding="utf-8"?>
<p:tagLst xmlns:p="http://schemas.openxmlformats.org/presentationml/2006/main">
  <p:tag name="KSO_WM_BEAUTIFY_FLAG" val=""/>
</p:tagLst>
</file>

<file path=ppt/tags/tag992.xml><?xml version="1.0" encoding="utf-8"?>
<p:tagLst xmlns:p="http://schemas.openxmlformats.org/presentationml/2006/main">
  <p:tag name="KSO_WM_BEAUTIFY_FLAG" val=""/>
</p:tagLst>
</file>

<file path=ppt/tags/tag993.xml><?xml version="1.0" encoding="utf-8"?>
<p:tagLst xmlns:p="http://schemas.openxmlformats.org/presentationml/2006/main">
  <p:tag name="KSO_WM_BEAUTIFY_FLAG" val=""/>
</p:tagLst>
</file>

<file path=ppt/tags/tag994.xml><?xml version="1.0" encoding="utf-8"?>
<p:tagLst xmlns:p="http://schemas.openxmlformats.org/presentationml/2006/main">
  <p:tag name="KSO_WM_BEAUTIFY_FLAG" val=""/>
</p:tagLst>
</file>

<file path=ppt/tags/tag995.xml><?xml version="1.0" encoding="utf-8"?>
<p:tagLst xmlns:p="http://schemas.openxmlformats.org/presentationml/2006/main">
  <p:tag name="KSO_WM_BEAUTIFY_FLAG" val=""/>
</p:tagLst>
</file>

<file path=ppt/tags/tag996.xml><?xml version="1.0" encoding="utf-8"?>
<p:tagLst xmlns:p="http://schemas.openxmlformats.org/presentationml/2006/main">
  <p:tag name="KSO_WM_BEAUTIFY_FLAG" val=""/>
</p:tagLst>
</file>

<file path=ppt/tags/tag997.xml><?xml version="1.0" encoding="utf-8"?>
<p:tagLst xmlns:p="http://schemas.openxmlformats.org/presentationml/2006/main">
  <p:tag name="KSO_WM_BEAUTIFY_FLAG" val=""/>
</p:tagLst>
</file>

<file path=ppt/tags/tag998.xml><?xml version="1.0" encoding="utf-8"?>
<p:tagLst xmlns:p="http://schemas.openxmlformats.org/presentationml/2006/main">
  <p:tag name="KSO_WM_BEAUTIFY_FLAG" val=""/>
</p:tagLst>
</file>

<file path=ppt/tags/tag999.xml><?xml version="1.0" encoding="utf-8"?>
<p:tagLst xmlns:p="http://schemas.openxmlformats.org/presentationml/2006/main">
  <p:tag name="KSO_WM_BEAUTIFY_FLAG" val=""/>
</p:tagLst>
</file>

<file path=ppt/tags/tag1000.xml><?xml version="1.0" encoding="utf-8"?>
<p:tagLst xmlns:p="http://schemas.openxmlformats.org/presentationml/2006/main">
  <p:tag name="KSO_WM_BEAUTIFY_FLAG" val=""/>
</p:tagLst>
</file>

<file path=ppt/tags/tag1001.xml><?xml version="1.0" encoding="utf-8"?>
<p:tagLst xmlns:p="http://schemas.openxmlformats.org/presentationml/2006/main">
  <p:tag name="KSO_WM_BEAUTIFY_FLAG" val=""/>
</p:tagLst>
</file>

<file path=ppt/tags/tag1002.xml><?xml version="1.0" encoding="utf-8"?>
<p:tagLst xmlns:p="http://schemas.openxmlformats.org/presentationml/2006/main">
  <p:tag name="KSO_WM_BEAUTIFY_FLAG" val=""/>
</p:tagLst>
</file>

<file path=ppt/tags/tag1003.xml><?xml version="1.0" encoding="utf-8"?>
<p:tagLst xmlns:p="http://schemas.openxmlformats.org/presentationml/2006/main">
  <p:tag name="KSO_WM_BEAUTIFY_FLAG" val=""/>
</p:tagLst>
</file>

<file path=ppt/tags/tag1004.xml><?xml version="1.0" encoding="utf-8"?>
<p:tagLst xmlns:p="http://schemas.openxmlformats.org/presentationml/2006/main">
  <p:tag name="KSO_WM_BEAUTIFY_FLAG" val=""/>
</p:tagLst>
</file>

<file path=ppt/tags/tag1005.xml><?xml version="1.0" encoding="utf-8"?>
<p:tagLst xmlns:p="http://schemas.openxmlformats.org/presentationml/2006/main">
  <p:tag name="KSO_WM_BEAUTIFY_FLAG" val=""/>
</p:tagLst>
</file>

<file path=ppt/tags/tag1006.xml><?xml version="1.0" encoding="utf-8"?>
<p:tagLst xmlns:p="http://schemas.openxmlformats.org/presentationml/2006/main">
  <p:tag name="KSO_WM_BEAUTIFY_FLAG" val=""/>
</p:tagLst>
</file>

<file path=ppt/tags/tag1007.xml><?xml version="1.0" encoding="utf-8"?>
<p:tagLst xmlns:p="http://schemas.openxmlformats.org/presentationml/2006/main">
  <p:tag name="KSO_WM_BEAUTIFY_FLAG" val=""/>
</p:tagLst>
</file>

<file path=ppt/tags/tag1008.xml><?xml version="1.0" encoding="utf-8"?>
<p:tagLst xmlns:p="http://schemas.openxmlformats.org/presentationml/2006/main">
  <p:tag name="KSO_WM_BEAUTIFY_FLAG" val=""/>
</p:tagLst>
</file>

<file path=ppt/tags/tag1009.xml><?xml version="1.0" encoding="utf-8"?>
<p:tagLst xmlns:p="http://schemas.openxmlformats.org/presentationml/2006/main">
  <p:tag name="KSO_WM_BEAUTIFY_FLAG" val=""/>
</p:tagLst>
</file>

<file path=ppt/tags/tag1010.xml><?xml version="1.0" encoding="utf-8"?>
<p:tagLst xmlns:p="http://schemas.openxmlformats.org/presentationml/2006/main">
  <p:tag name="KSO_WM_BEAUTIFY_FLAG" val=""/>
</p:tagLst>
</file>

<file path=ppt/tags/tag1011.xml><?xml version="1.0" encoding="utf-8"?>
<p:tagLst xmlns:p="http://schemas.openxmlformats.org/presentationml/2006/main">
  <p:tag name="KSO_WM_BEAUTIFY_FLAG" val=""/>
</p:tagLst>
</file>

<file path=ppt/tags/tag1012.xml><?xml version="1.0" encoding="utf-8"?>
<p:tagLst xmlns:p="http://schemas.openxmlformats.org/presentationml/2006/main">
  <p:tag name="KSO_WM_BEAUTIFY_FLAG" val=""/>
</p:tagLst>
</file>

<file path=ppt/tags/tag1013.xml><?xml version="1.0" encoding="utf-8"?>
<p:tagLst xmlns:p="http://schemas.openxmlformats.org/presentationml/2006/main">
  <p:tag name="KSO_WM_BEAUTIFY_FLAG" val=""/>
</p:tagLst>
</file>

<file path=ppt/tags/tag1014.xml><?xml version="1.0" encoding="utf-8"?>
<p:tagLst xmlns:p="http://schemas.openxmlformats.org/presentationml/2006/main">
  <p:tag name="KSO_WM_BEAUTIFY_FLAG" val=""/>
</p:tagLst>
</file>

<file path=ppt/tags/tag1015.xml><?xml version="1.0" encoding="utf-8"?>
<p:tagLst xmlns:p="http://schemas.openxmlformats.org/presentationml/2006/main">
  <p:tag name="KSO_WM_BEAUTIFY_FLAG" val=""/>
</p:tagLst>
</file>

<file path=ppt/tags/tag1016.xml><?xml version="1.0" encoding="utf-8"?>
<p:tagLst xmlns:p="http://schemas.openxmlformats.org/presentationml/2006/main">
  <p:tag name="KSO_WM_BEAUTIFY_FLAG" val=""/>
</p:tagLst>
</file>

<file path=ppt/tags/tag1017.xml><?xml version="1.0" encoding="utf-8"?>
<p:tagLst xmlns:p="http://schemas.openxmlformats.org/presentationml/2006/main">
  <p:tag name="KSO_WM_BEAUTIFY_FLAG" val=""/>
</p:tagLst>
</file>

<file path=ppt/tags/tag1018.xml><?xml version="1.0" encoding="utf-8"?>
<p:tagLst xmlns:p="http://schemas.openxmlformats.org/presentationml/2006/main">
  <p:tag name="KSO_WM_BEAUTIFY_FLAG" val=""/>
</p:tagLst>
</file>

<file path=ppt/tags/tag1019.xml><?xml version="1.0" encoding="utf-8"?>
<p:tagLst xmlns:p="http://schemas.openxmlformats.org/presentationml/2006/main">
  <p:tag name="KSO_WM_BEAUTIFY_FLAG" val=""/>
</p:tagLst>
</file>

<file path=ppt/tags/tag1020.xml><?xml version="1.0" encoding="utf-8"?>
<p:tagLst xmlns:p="http://schemas.openxmlformats.org/presentationml/2006/main">
  <p:tag name="KSO_WM_BEAUTIFY_FLAG" val=""/>
</p:tagLst>
</file>

<file path=ppt/tags/tag1021.xml><?xml version="1.0" encoding="utf-8"?>
<p:tagLst xmlns:p="http://schemas.openxmlformats.org/presentationml/2006/main">
  <p:tag name="KSO_WM_BEAUTIFY_FLAG" val=""/>
</p:tagLst>
</file>

<file path=ppt/tags/tag1022.xml><?xml version="1.0" encoding="utf-8"?>
<p:tagLst xmlns:p="http://schemas.openxmlformats.org/presentationml/2006/main">
  <p:tag name="KSO_WM_BEAUTIFY_FLAG" val=""/>
</p:tagLst>
</file>

<file path=ppt/tags/tag1023.xml><?xml version="1.0" encoding="utf-8"?>
<p:tagLst xmlns:p="http://schemas.openxmlformats.org/presentationml/2006/main">
  <p:tag name="KSO_WM_BEAUTIFY_FLAG" val=""/>
</p:tagLst>
</file>

<file path=ppt/tags/tag1024.xml><?xml version="1.0" encoding="utf-8"?>
<p:tagLst xmlns:p="http://schemas.openxmlformats.org/presentationml/2006/main">
  <p:tag name="KSO_WM_BEAUTIFY_FLAG" val=""/>
</p:tagLst>
</file>

<file path=ppt/tags/tag1025.xml><?xml version="1.0" encoding="utf-8"?>
<p:tagLst xmlns:p="http://schemas.openxmlformats.org/presentationml/2006/main">
  <p:tag name="KSO_WM_BEAUTIFY_FLAG" val=""/>
</p:tagLst>
</file>

<file path=ppt/tags/tag1026.xml><?xml version="1.0" encoding="utf-8"?>
<p:tagLst xmlns:p="http://schemas.openxmlformats.org/presentationml/2006/main">
  <p:tag name="KSO_WM_BEAUTIFY_FLAG" val=""/>
</p:tagLst>
</file>

<file path=ppt/tags/tag1027.xml><?xml version="1.0" encoding="utf-8"?>
<p:tagLst xmlns:p="http://schemas.openxmlformats.org/presentationml/2006/main">
  <p:tag name="KSO_WM_BEAUTIFY_FLAG" val=""/>
</p:tagLst>
</file>

<file path=ppt/tags/tag1028.xml><?xml version="1.0" encoding="utf-8"?>
<p:tagLst xmlns:p="http://schemas.openxmlformats.org/presentationml/2006/main">
  <p:tag name="KSO_WM_BEAUTIFY_FLAG" val=""/>
</p:tagLst>
</file>

<file path=ppt/tags/tag1029.xml><?xml version="1.0" encoding="utf-8"?>
<p:tagLst xmlns:p="http://schemas.openxmlformats.org/presentationml/2006/main">
  <p:tag name="KSO_WM_BEAUTIFY_FLAG" val=""/>
</p:tagLst>
</file>

<file path=ppt/tags/tag1030.xml><?xml version="1.0" encoding="utf-8"?>
<p:tagLst xmlns:p="http://schemas.openxmlformats.org/presentationml/2006/main">
  <p:tag name="KSO_WM_BEAUTIFY_FLAG" val=""/>
</p:tagLst>
</file>

<file path=ppt/tags/tag1031.xml><?xml version="1.0" encoding="utf-8"?>
<p:tagLst xmlns:p="http://schemas.openxmlformats.org/presentationml/2006/main">
  <p:tag name="KSO_WM_BEAUTIFY_FLAG" val=""/>
</p:tagLst>
</file>

<file path=ppt/tags/tag1032.xml><?xml version="1.0" encoding="utf-8"?>
<p:tagLst xmlns:p="http://schemas.openxmlformats.org/presentationml/2006/main">
  <p:tag name="KSO_WM_BEAUTIFY_FLAG" val=""/>
</p:tagLst>
</file>

<file path=ppt/tags/tag1033.xml><?xml version="1.0" encoding="utf-8"?>
<p:tagLst xmlns:p="http://schemas.openxmlformats.org/presentationml/2006/main">
  <p:tag name="KSO_WM_BEAUTIFY_FLAG" val=""/>
</p:tagLst>
</file>

<file path=ppt/tags/tag1034.xml><?xml version="1.0" encoding="utf-8"?>
<p:tagLst xmlns:p="http://schemas.openxmlformats.org/presentationml/2006/main">
  <p:tag name="KSO_WM_BEAUTIFY_FLAG" val=""/>
</p:tagLst>
</file>

<file path=ppt/tags/tag1035.xml><?xml version="1.0" encoding="utf-8"?>
<p:tagLst xmlns:p="http://schemas.openxmlformats.org/presentationml/2006/main">
  <p:tag name="KSO_WM_BEAUTIFY_FLAG" val=""/>
</p:tagLst>
</file>

<file path=ppt/tags/tag1036.xml><?xml version="1.0" encoding="utf-8"?>
<p:tagLst xmlns:p="http://schemas.openxmlformats.org/presentationml/2006/main">
  <p:tag name="KSO_WM_BEAUTIFY_FLAG" val=""/>
</p:tagLst>
</file>

<file path=ppt/tags/tag1037.xml><?xml version="1.0" encoding="utf-8"?>
<p:tagLst xmlns:p="http://schemas.openxmlformats.org/presentationml/2006/main">
  <p:tag name="KSO_WM_BEAUTIFY_FLAG" val=""/>
</p:tagLst>
</file>

<file path=ppt/tags/tag1038.xml><?xml version="1.0" encoding="utf-8"?>
<p:tagLst xmlns:p="http://schemas.openxmlformats.org/presentationml/2006/main">
  <p:tag name="KSO_WM_BEAUTIFY_FLAG" val=""/>
</p:tagLst>
</file>

<file path=ppt/tags/tag1039.xml><?xml version="1.0" encoding="utf-8"?>
<p:tagLst xmlns:p="http://schemas.openxmlformats.org/presentationml/2006/main">
  <p:tag name="KSO_WM_BEAUTIFY_FLAG" val=""/>
</p:tagLst>
</file>

<file path=ppt/tags/tag1040.xml><?xml version="1.0" encoding="utf-8"?>
<p:tagLst xmlns:p="http://schemas.openxmlformats.org/presentationml/2006/main">
  <p:tag name="KSO_WM_BEAUTIFY_FLAG" val=""/>
</p:tagLst>
</file>

<file path=ppt/tags/tag1041.xml><?xml version="1.0" encoding="utf-8"?>
<p:tagLst xmlns:p="http://schemas.openxmlformats.org/presentationml/2006/main">
  <p:tag name="KSO_WM_BEAUTIFY_FLAG" val=""/>
</p:tagLst>
</file>

<file path=ppt/tags/tag1042.xml><?xml version="1.0" encoding="utf-8"?>
<p:tagLst xmlns:p="http://schemas.openxmlformats.org/presentationml/2006/main">
  <p:tag name="KSO_WM_BEAUTIFY_FLAG" val=""/>
</p:tagLst>
</file>

<file path=ppt/tags/tag1043.xml><?xml version="1.0" encoding="utf-8"?>
<p:tagLst xmlns:p="http://schemas.openxmlformats.org/presentationml/2006/main">
  <p:tag name="KSO_WM_BEAUTIFY_FLAG" val=""/>
</p:tagLst>
</file>

<file path=ppt/tags/tag1044.xml><?xml version="1.0" encoding="utf-8"?>
<p:tagLst xmlns:p="http://schemas.openxmlformats.org/presentationml/2006/main">
  <p:tag name="KSO_WM_BEAUTIFY_FLAG" val=""/>
</p:tagLst>
</file>

<file path=ppt/tags/tag1045.xml><?xml version="1.0" encoding="utf-8"?>
<p:tagLst xmlns:p="http://schemas.openxmlformats.org/presentationml/2006/main">
  <p:tag name="KSO_WM_BEAUTIFY_FLAG" val=""/>
</p:tagLst>
</file>

<file path=ppt/tags/tag1046.xml><?xml version="1.0" encoding="utf-8"?>
<p:tagLst xmlns:p="http://schemas.openxmlformats.org/presentationml/2006/main">
  <p:tag name="KSO_WM_BEAUTIFY_FLAG" val=""/>
</p:tagLst>
</file>

<file path=ppt/tags/tag1047.xml><?xml version="1.0" encoding="utf-8"?>
<p:tagLst xmlns:p="http://schemas.openxmlformats.org/presentationml/2006/main">
  <p:tag name="KSO_WM_BEAUTIFY_FLAG" val=""/>
</p:tagLst>
</file>

<file path=ppt/tags/tag1048.xml><?xml version="1.0" encoding="utf-8"?>
<p:tagLst xmlns:p="http://schemas.openxmlformats.org/presentationml/2006/main">
  <p:tag name="KSO_WM_BEAUTIFY_FLAG" val=""/>
</p:tagLst>
</file>

<file path=ppt/tags/tag1049.xml><?xml version="1.0" encoding="utf-8"?>
<p:tagLst xmlns:p="http://schemas.openxmlformats.org/presentationml/2006/main">
  <p:tag name="KSO_WM_BEAUTIFY_FLAG" val=""/>
</p:tagLst>
</file>

<file path=ppt/tags/tag1050.xml><?xml version="1.0" encoding="utf-8"?>
<p:tagLst xmlns:p="http://schemas.openxmlformats.org/presentationml/2006/main">
  <p:tag name="KSO_WM_BEAUTIFY_FLAG" val=""/>
</p:tagLst>
</file>

<file path=ppt/tags/tag1051.xml><?xml version="1.0" encoding="utf-8"?>
<p:tagLst xmlns:p="http://schemas.openxmlformats.org/presentationml/2006/main">
  <p:tag name="KSO_WM_BEAUTIFY_FLAG" val=""/>
</p:tagLst>
</file>

<file path=ppt/tags/tag1052.xml><?xml version="1.0" encoding="utf-8"?>
<p:tagLst xmlns:p="http://schemas.openxmlformats.org/presentationml/2006/main">
  <p:tag name="KSO_WM_BEAUTIFY_FLAG" val=""/>
</p:tagLst>
</file>

<file path=ppt/tags/tag1053.xml><?xml version="1.0" encoding="utf-8"?>
<p:tagLst xmlns:p="http://schemas.openxmlformats.org/presentationml/2006/main">
  <p:tag name="KSO_WM_BEAUTIFY_FLAG" val=""/>
</p:tagLst>
</file>

<file path=ppt/tags/tag1054.xml><?xml version="1.0" encoding="utf-8"?>
<p:tagLst xmlns:p="http://schemas.openxmlformats.org/presentationml/2006/main">
  <p:tag name="KSO_WM_BEAUTIFY_FLAG" val=""/>
</p:tagLst>
</file>

<file path=ppt/tags/tag1055.xml><?xml version="1.0" encoding="utf-8"?>
<p:tagLst xmlns:p="http://schemas.openxmlformats.org/presentationml/2006/main">
  <p:tag name="KSO_WM_BEAUTIFY_FLAG" val=""/>
</p:tagLst>
</file>

<file path=ppt/tags/tag1056.xml><?xml version="1.0" encoding="utf-8"?>
<p:tagLst xmlns:p="http://schemas.openxmlformats.org/presentationml/2006/main">
  <p:tag name="KSO_WM_BEAUTIFY_FLAG" val=""/>
</p:tagLst>
</file>

<file path=ppt/tags/tag1057.xml><?xml version="1.0" encoding="utf-8"?>
<p:tagLst xmlns:p="http://schemas.openxmlformats.org/presentationml/2006/main">
  <p:tag name="KSO_WM_BEAUTIFY_FLAG" val=""/>
</p:tagLst>
</file>

<file path=ppt/tags/tag1058.xml><?xml version="1.0" encoding="utf-8"?>
<p:tagLst xmlns:p="http://schemas.openxmlformats.org/presentationml/2006/main">
  <p:tag name="KSO_WM_BEAUTIFY_FLAG" val=""/>
</p:tagLst>
</file>

<file path=ppt/tags/tag1059.xml><?xml version="1.0" encoding="utf-8"?>
<p:tagLst xmlns:p="http://schemas.openxmlformats.org/presentationml/2006/main">
  <p:tag name="KSO_WM_BEAUTIFY_FLAG" val=""/>
</p:tagLst>
</file>

<file path=ppt/tags/tag1060.xml><?xml version="1.0" encoding="utf-8"?>
<p:tagLst xmlns:p="http://schemas.openxmlformats.org/presentationml/2006/main">
  <p:tag name="KSO_WM_BEAUTIFY_FLAG" val=""/>
</p:tagLst>
</file>

<file path=ppt/tags/tag1061.xml><?xml version="1.0" encoding="utf-8"?>
<p:tagLst xmlns:p="http://schemas.openxmlformats.org/presentationml/2006/main">
  <p:tag name="KSO_WM_BEAUTIFY_FLAG" val=""/>
</p:tagLst>
</file>

<file path=ppt/tags/tag1062.xml><?xml version="1.0" encoding="utf-8"?>
<p:tagLst xmlns:p="http://schemas.openxmlformats.org/presentationml/2006/main">
  <p:tag name="KSO_WM_BEAUTIFY_FLAG" val=""/>
</p:tagLst>
</file>

<file path=ppt/tags/tag1063.xml><?xml version="1.0" encoding="utf-8"?>
<p:tagLst xmlns:p="http://schemas.openxmlformats.org/presentationml/2006/main">
  <p:tag name="KSO_WM_BEAUTIFY_FLAG" val=""/>
</p:tagLst>
</file>

<file path=ppt/tags/tag1064.xml><?xml version="1.0" encoding="utf-8"?>
<p:tagLst xmlns:p="http://schemas.openxmlformats.org/presentationml/2006/main">
  <p:tag name="KSO_WM_BEAUTIFY_FLAG" val=""/>
</p:tagLst>
</file>

<file path=ppt/tags/tag1065.xml><?xml version="1.0" encoding="utf-8"?>
<p:tagLst xmlns:p="http://schemas.openxmlformats.org/presentationml/2006/main">
  <p:tag name="KSO_WM_BEAUTIFY_FLAG" val=""/>
</p:tagLst>
</file>

<file path=ppt/tags/tag1066.xml><?xml version="1.0" encoding="utf-8"?>
<p:tagLst xmlns:p="http://schemas.openxmlformats.org/presentationml/2006/main">
  <p:tag name="KSO_WM_BEAUTIFY_FLAG" val=""/>
</p:tagLst>
</file>

<file path=ppt/tags/tag1067.xml><?xml version="1.0" encoding="utf-8"?>
<p:tagLst xmlns:p="http://schemas.openxmlformats.org/presentationml/2006/main">
  <p:tag name="KSO_WM_BEAUTIFY_FLAG" val=""/>
</p:tagLst>
</file>

<file path=ppt/tags/tag1068.xml><?xml version="1.0" encoding="utf-8"?>
<p:tagLst xmlns:p="http://schemas.openxmlformats.org/presentationml/2006/main">
  <p:tag name="KSO_WM_BEAUTIFY_FLAG" val=""/>
</p:tagLst>
</file>

<file path=ppt/tags/tag1069.xml><?xml version="1.0" encoding="utf-8"?>
<p:tagLst xmlns:p="http://schemas.openxmlformats.org/presentationml/2006/main">
  <p:tag name="KSO_WM_BEAUTIFY_FLAG" val=""/>
</p:tagLst>
</file>

<file path=ppt/tags/tag1070.xml><?xml version="1.0" encoding="utf-8"?>
<p:tagLst xmlns:p="http://schemas.openxmlformats.org/presentationml/2006/main">
  <p:tag name="KSO_WM_BEAUTIFY_FLAG" val=""/>
</p:tagLst>
</file>

<file path=ppt/tags/tag1071.xml><?xml version="1.0" encoding="utf-8"?>
<p:tagLst xmlns:p="http://schemas.openxmlformats.org/presentationml/2006/main">
  <p:tag name="KSO_WM_BEAUTIFY_FLAG" val=""/>
</p:tagLst>
</file>

<file path=ppt/tags/tag1072.xml><?xml version="1.0" encoding="utf-8"?>
<p:tagLst xmlns:p="http://schemas.openxmlformats.org/presentationml/2006/main">
  <p:tag name="KSO_WM_BEAUTIFY_FLAG" val=""/>
</p:tagLst>
</file>

<file path=ppt/tags/tag1073.xml><?xml version="1.0" encoding="utf-8"?>
<p:tagLst xmlns:p="http://schemas.openxmlformats.org/presentationml/2006/main">
  <p:tag name="KSO_WM_BEAUTIFY_FLAG" val=""/>
</p:tagLst>
</file>

<file path=ppt/tags/tag1074.xml><?xml version="1.0" encoding="utf-8"?>
<p:tagLst xmlns:p="http://schemas.openxmlformats.org/presentationml/2006/main">
  <p:tag name="KSO_WM_BEAUTIFY_FLAG" val=""/>
</p:tagLst>
</file>

<file path=ppt/tags/tag1075.xml><?xml version="1.0" encoding="utf-8"?>
<p:tagLst xmlns:p="http://schemas.openxmlformats.org/presentationml/2006/main">
  <p:tag name="KSO_WM_BEAUTIFY_FLAG" val=""/>
</p:tagLst>
</file>

<file path=ppt/tags/tag1076.xml><?xml version="1.0" encoding="utf-8"?>
<p:tagLst xmlns:p="http://schemas.openxmlformats.org/presentationml/2006/main">
  <p:tag name="KSO_WM_BEAUTIFY_FLAG" val=""/>
</p:tagLst>
</file>

<file path=ppt/tags/tag1077.xml><?xml version="1.0" encoding="utf-8"?>
<p:tagLst xmlns:p="http://schemas.openxmlformats.org/presentationml/2006/main">
  <p:tag name="KSO_WM_BEAUTIFY_FLAG" val=""/>
</p:tagLst>
</file>

<file path=ppt/tags/tag1078.xml><?xml version="1.0" encoding="utf-8"?>
<p:tagLst xmlns:p="http://schemas.openxmlformats.org/presentationml/2006/main">
  <p:tag name="KSO_WM_BEAUTIFY_FLAG" val=""/>
</p:tagLst>
</file>

<file path=ppt/tags/tag1079.xml><?xml version="1.0" encoding="utf-8"?>
<p:tagLst xmlns:p="http://schemas.openxmlformats.org/presentationml/2006/main">
  <p:tag name="KSO_WM_BEAUTIFY_FLAG" val=""/>
</p:tagLst>
</file>

<file path=ppt/tags/tag1080.xml><?xml version="1.0" encoding="utf-8"?>
<p:tagLst xmlns:p="http://schemas.openxmlformats.org/presentationml/2006/main">
  <p:tag name="KSO_WM_BEAUTIFY_FLAG" val=""/>
</p:tagLst>
</file>

<file path=ppt/tags/tag1081.xml><?xml version="1.0" encoding="utf-8"?>
<p:tagLst xmlns:p="http://schemas.openxmlformats.org/presentationml/2006/main">
  <p:tag name="KSO_WM_BEAUTIFY_FLAG" val=""/>
</p:tagLst>
</file>

<file path=ppt/tags/tag1082.xml><?xml version="1.0" encoding="utf-8"?>
<p:tagLst xmlns:p="http://schemas.openxmlformats.org/presentationml/2006/main">
  <p:tag name="KSO_WM_BEAUTIFY_FLAG" val=""/>
</p:tagLst>
</file>

<file path=ppt/tags/tag1083.xml><?xml version="1.0" encoding="utf-8"?>
<p:tagLst xmlns:p="http://schemas.openxmlformats.org/presentationml/2006/main">
  <p:tag name="KSO_WM_BEAUTIFY_FLAG" val=""/>
</p:tagLst>
</file>

<file path=ppt/tags/tag1084.xml><?xml version="1.0" encoding="utf-8"?>
<p:tagLst xmlns:p="http://schemas.openxmlformats.org/presentationml/2006/main">
  <p:tag name="KSO_WM_BEAUTIFY_FLAG" val=""/>
</p:tagLst>
</file>

<file path=ppt/tags/tag1085.xml><?xml version="1.0" encoding="utf-8"?>
<p:tagLst xmlns:p="http://schemas.openxmlformats.org/presentationml/2006/main">
  <p:tag name="KSO_WM_BEAUTIFY_FLAG" val=""/>
</p:tagLst>
</file>

<file path=ppt/tags/tag1086.xml><?xml version="1.0" encoding="utf-8"?>
<p:tagLst xmlns:p="http://schemas.openxmlformats.org/presentationml/2006/main">
  <p:tag name="KSO_WM_BEAUTIFY_FLAG" val=""/>
</p:tagLst>
</file>

<file path=ppt/tags/tag1087.xml><?xml version="1.0" encoding="utf-8"?>
<p:tagLst xmlns:p="http://schemas.openxmlformats.org/presentationml/2006/main">
  <p:tag name="KSO_WM_BEAUTIFY_FLAG" val=""/>
</p:tagLst>
</file>

<file path=ppt/tags/tag1088.xml><?xml version="1.0" encoding="utf-8"?>
<p:tagLst xmlns:p="http://schemas.openxmlformats.org/presentationml/2006/main">
  <p:tag name="KSO_WM_BEAUTIFY_FLAG" val=""/>
</p:tagLst>
</file>

<file path=ppt/tags/tag1089.xml><?xml version="1.0" encoding="utf-8"?>
<p:tagLst xmlns:p="http://schemas.openxmlformats.org/presentationml/2006/main">
  <p:tag name="KSO_WM_BEAUTIFY_FLAG" val=""/>
</p:tagLst>
</file>

<file path=ppt/tags/tag1090.xml><?xml version="1.0" encoding="utf-8"?>
<p:tagLst xmlns:p="http://schemas.openxmlformats.org/presentationml/2006/main">
  <p:tag name="KSO_WM_BEAUTIFY_FLAG" val=""/>
</p:tagLst>
</file>

<file path=ppt/tags/tag1091.xml><?xml version="1.0" encoding="utf-8"?>
<p:tagLst xmlns:p="http://schemas.openxmlformats.org/presentationml/2006/main">
  <p:tag name="KSO_WM_BEAUTIFY_FLAG" val=""/>
</p:tagLst>
</file>

<file path=ppt/tags/tag1092.xml><?xml version="1.0" encoding="utf-8"?>
<p:tagLst xmlns:p="http://schemas.openxmlformats.org/presentationml/2006/main">
  <p:tag name="KSO_WM_BEAUTIFY_FLAG" val=""/>
</p:tagLst>
</file>

<file path=ppt/tags/tag1093.xml><?xml version="1.0" encoding="utf-8"?>
<p:tagLst xmlns:p="http://schemas.openxmlformats.org/presentationml/2006/main">
  <p:tag name="KSO_WM_BEAUTIFY_FLAG" val=""/>
</p:tagLst>
</file>

<file path=ppt/tags/tag1094.xml><?xml version="1.0" encoding="utf-8"?>
<p:tagLst xmlns:p="http://schemas.openxmlformats.org/presentationml/2006/main">
  <p:tag name="KSO_WM_BEAUTIFY_FLAG" val=""/>
</p:tagLst>
</file>

<file path=ppt/tags/tag1095.xml><?xml version="1.0" encoding="utf-8"?>
<p:tagLst xmlns:p="http://schemas.openxmlformats.org/presentationml/2006/main">
  <p:tag name="KSO_WM_BEAUTIFY_FLAG" val=""/>
</p:tagLst>
</file>

<file path=ppt/tags/tag1096.xml><?xml version="1.0" encoding="utf-8"?>
<p:tagLst xmlns:p="http://schemas.openxmlformats.org/presentationml/2006/main">
  <p:tag name="KSO_WM_BEAUTIFY_FLAG" val=""/>
</p:tagLst>
</file>

<file path=ppt/tags/tag1097.xml><?xml version="1.0" encoding="utf-8"?>
<p:tagLst xmlns:p="http://schemas.openxmlformats.org/presentationml/2006/main">
  <p:tag name="KSO_WM_BEAUTIFY_FLAG" val=""/>
</p:tagLst>
</file>

<file path=ppt/tags/tag1098.xml><?xml version="1.0" encoding="utf-8"?>
<p:tagLst xmlns:p="http://schemas.openxmlformats.org/presentationml/2006/main">
  <p:tag name="KSO_WM_BEAUTIFY_FLAG" val=""/>
</p:tagLst>
</file>

<file path=ppt/tags/tag1099.xml><?xml version="1.0" encoding="utf-8"?>
<p:tagLst xmlns:p="http://schemas.openxmlformats.org/presentationml/2006/main">
  <p:tag name="KSO_WM_BEAUTIFY_FLAG" val=""/>
</p:tagLst>
</file>

<file path=ppt/tags/tag1100.xml><?xml version="1.0" encoding="utf-8"?>
<p:tagLst xmlns:p="http://schemas.openxmlformats.org/presentationml/2006/main">
  <p:tag name="KSO_WM_BEAUTIFY_FLAG" val=""/>
</p:tagLst>
</file>

<file path=ppt/tags/tag1101.xml><?xml version="1.0" encoding="utf-8"?>
<p:tagLst xmlns:p="http://schemas.openxmlformats.org/presentationml/2006/main">
  <p:tag name="KSO_WM_BEAUTIFY_FLAG" val=""/>
</p:tagLst>
</file>

<file path=ppt/tags/tag1102.xml><?xml version="1.0" encoding="utf-8"?>
<p:tagLst xmlns:p="http://schemas.openxmlformats.org/presentationml/2006/main">
  <p:tag name="KSO_WM_BEAUTIFY_FLAG" val=""/>
</p:tagLst>
</file>

<file path=ppt/tags/tag1103.xml><?xml version="1.0" encoding="utf-8"?>
<p:tagLst xmlns:p="http://schemas.openxmlformats.org/presentationml/2006/main">
  <p:tag name="KSO_WM_BEAUTIFY_FLAG" val=""/>
</p:tagLst>
</file>

<file path=ppt/tags/tag1104.xml><?xml version="1.0" encoding="utf-8"?>
<p:tagLst xmlns:p="http://schemas.openxmlformats.org/presentationml/2006/main">
  <p:tag name="KSO_WM_BEAUTIFY_FLAG" val=""/>
</p:tagLst>
</file>

<file path=ppt/tags/tag1105.xml><?xml version="1.0" encoding="utf-8"?>
<p:tagLst xmlns:p="http://schemas.openxmlformats.org/presentationml/2006/main">
  <p:tag name="KSO_WM_BEAUTIFY_FLAG" val=""/>
</p:tagLst>
</file>

<file path=ppt/tags/tag1106.xml><?xml version="1.0" encoding="utf-8"?>
<p:tagLst xmlns:p="http://schemas.openxmlformats.org/presentationml/2006/main">
  <p:tag name="KSO_WM_BEAUTIFY_FLAG" val=""/>
</p:tagLst>
</file>

<file path=ppt/tags/tag1107.xml><?xml version="1.0" encoding="utf-8"?>
<p:tagLst xmlns:p="http://schemas.openxmlformats.org/presentationml/2006/main">
  <p:tag name="KSO_WM_BEAUTIFY_FLAG" val=""/>
</p:tagLst>
</file>

<file path=ppt/tags/tag1108.xml><?xml version="1.0" encoding="utf-8"?>
<p:tagLst xmlns:p="http://schemas.openxmlformats.org/presentationml/2006/main">
  <p:tag name="KSO_WM_BEAUTIFY_FLAG" val=""/>
</p:tagLst>
</file>

<file path=ppt/tags/tag1109.xml><?xml version="1.0" encoding="utf-8"?>
<p:tagLst xmlns:p="http://schemas.openxmlformats.org/presentationml/2006/main">
  <p:tag name="KSO_WM_BEAUTIFY_FLAG" val=""/>
</p:tagLst>
</file>

<file path=ppt/tags/tag1110.xml><?xml version="1.0" encoding="utf-8"?>
<p:tagLst xmlns:p="http://schemas.openxmlformats.org/presentationml/2006/main">
  <p:tag name="KSO_WM_BEAUTIFY_FLAG" val=""/>
</p:tagLst>
</file>

<file path=ppt/tags/tag1111.xml><?xml version="1.0" encoding="utf-8"?>
<p:tagLst xmlns:p="http://schemas.openxmlformats.org/presentationml/2006/main">
  <p:tag name="KSO_WM_BEAUTIFY_FLAG" val=""/>
</p:tagLst>
</file>

<file path=ppt/tags/tag1112.xml><?xml version="1.0" encoding="utf-8"?>
<p:tagLst xmlns:p="http://schemas.openxmlformats.org/presentationml/2006/main">
  <p:tag name="KSO_WM_BEAUTIFY_FLAG" val=""/>
</p:tagLst>
</file>

<file path=ppt/tags/tag1113.xml><?xml version="1.0" encoding="utf-8"?>
<p:tagLst xmlns:p="http://schemas.openxmlformats.org/presentationml/2006/main">
  <p:tag name="KSO_WM_BEAUTIFY_FLAG" val=""/>
</p:tagLst>
</file>

<file path=ppt/tags/tag1114.xml><?xml version="1.0" encoding="utf-8"?>
<p:tagLst xmlns:p="http://schemas.openxmlformats.org/presentationml/2006/main">
  <p:tag name="KSO_WM_BEAUTIFY_FLAG" val=""/>
</p:tagLst>
</file>

<file path=ppt/tags/tag1115.xml><?xml version="1.0" encoding="utf-8"?>
<p:tagLst xmlns:p="http://schemas.openxmlformats.org/presentationml/2006/main">
  <p:tag name="KSO_WM_BEAUTIFY_FLAG" val=""/>
</p:tagLst>
</file>

<file path=ppt/tags/tag1116.xml><?xml version="1.0" encoding="utf-8"?>
<p:tagLst xmlns:p="http://schemas.openxmlformats.org/presentationml/2006/main">
  <p:tag name="KSO_WM_BEAUTIFY_FLAG" val=""/>
</p:tagLst>
</file>

<file path=ppt/tags/tag1117.xml><?xml version="1.0" encoding="utf-8"?>
<p:tagLst xmlns:p="http://schemas.openxmlformats.org/presentationml/2006/main">
  <p:tag name="KSO_WM_BEAUTIFY_FLAG" val=""/>
</p:tagLst>
</file>

<file path=ppt/tags/tag1118.xml><?xml version="1.0" encoding="utf-8"?>
<p:tagLst xmlns:p="http://schemas.openxmlformats.org/presentationml/2006/main">
  <p:tag name="KSO_WM_BEAUTIFY_FLAG" val=""/>
</p:tagLst>
</file>

<file path=ppt/tags/tag1119.xml><?xml version="1.0" encoding="utf-8"?>
<p:tagLst xmlns:p="http://schemas.openxmlformats.org/presentationml/2006/main">
  <p:tag name="KSO_WM_BEAUTIFY_FLAG" val=""/>
</p:tagLst>
</file>

<file path=ppt/tags/tag1120.xml><?xml version="1.0" encoding="utf-8"?>
<p:tagLst xmlns:p="http://schemas.openxmlformats.org/presentationml/2006/main">
  <p:tag name="KSO_WM_BEAUTIFY_FLAG" val=""/>
</p:tagLst>
</file>

<file path=ppt/tags/tag1121.xml><?xml version="1.0" encoding="utf-8"?>
<p:tagLst xmlns:p="http://schemas.openxmlformats.org/presentationml/2006/main">
  <p:tag name="KSO_WM_BEAUTIFY_FLAG" val=""/>
</p:tagLst>
</file>

<file path=ppt/tags/tag1122.xml><?xml version="1.0" encoding="utf-8"?>
<p:tagLst xmlns:p="http://schemas.openxmlformats.org/presentationml/2006/main">
  <p:tag name="KSO_WM_BEAUTIFY_FLAG" val=""/>
</p:tagLst>
</file>

<file path=ppt/tags/tag1123.xml><?xml version="1.0" encoding="utf-8"?>
<p:tagLst xmlns:p="http://schemas.openxmlformats.org/presentationml/2006/main">
  <p:tag name="KSO_WM_BEAUTIFY_FLAG" val=""/>
</p:tagLst>
</file>

<file path=ppt/tags/tag1124.xml><?xml version="1.0" encoding="utf-8"?>
<p:tagLst xmlns:p="http://schemas.openxmlformats.org/presentationml/2006/main">
  <p:tag name="KSO_WM_BEAUTIFY_FLAG" val=""/>
</p:tagLst>
</file>

<file path=ppt/tags/tag1125.xml><?xml version="1.0" encoding="utf-8"?>
<p:tagLst xmlns:p="http://schemas.openxmlformats.org/presentationml/2006/main">
  <p:tag name="KSO_WM_BEAUTIFY_FLAG" val=""/>
</p:tagLst>
</file>

<file path=ppt/tags/tag1126.xml><?xml version="1.0" encoding="utf-8"?>
<p:tagLst xmlns:p="http://schemas.openxmlformats.org/presentationml/2006/main">
  <p:tag name="KSO_WM_BEAUTIFY_FLAG" val=""/>
</p:tagLst>
</file>

<file path=ppt/tags/tag1127.xml><?xml version="1.0" encoding="utf-8"?>
<p:tagLst xmlns:p="http://schemas.openxmlformats.org/presentationml/2006/main">
  <p:tag name="KSO_WM_BEAUTIFY_FLAG" val=""/>
</p:tagLst>
</file>

<file path=ppt/tags/tag1128.xml><?xml version="1.0" encoding="utf-8"?>
<p:tagLst xmlns:p="http://schemas.openxmlformats.org/presentationml/2006/main">
  <p:tag name="KSO_WM_BEAUTIFY_FLAG" val=""/>
</p:tagLst>
</file>

<file path=ppt/tags/tag1129.xml><?xml version="1.0" encoding="utf-8"?>
<p:tagLst xmlns:p="http://schemas.openxmlformats.org/presentationml/2006/main">
  <p:tag name="KSO_WM_BEAUTIFY_FLAG" val=""/>
</p:tagLst>
</file>

<file path=ppt/tags/tag1130.xml><?xml version="1.0" encoding="utf-8"?>
<p:tagLst xmlns:p="http://schemas.openxmlformats.org/presentationml/2006/main">
  <p:tag name="KSO_WM_BEAUTIFY_FLAG" val=""/>
</p:tagLst>
</file>

<file path=ppt/tags/tag1131.xml><?xml version="1.0" encoding="utf-8"?>
<p:tagLst xmlns:p="http://schemas.openxmlformats.org/presentationml/2006/main">
  <p:tag name="KSO_WM_BEAUTIFY_FLAG" val=""/>
</p:tagLst>
</file>

<file path=ppt/tags/tag1132.xml><?xml version="1.0" encoding="utf-8"?>
<p:tagLst xmlns:p="http://schemas.openxmlformats.org/presentationml/2006/main">
  <p:tag name="KSO_WM_BEAUTIFY_FLAG" val=""/>
</p:tagLst>
</file>

<file path=ppt/tags/tag1133.xml><?xml version="1.0" encoding="utf-8"?>
<p:tagLst xmlns:p="http://schemas.openxmlformats.org/presentationml/2006/main">
  <p:tag name="KSO_WM_BEAUTIFY_FLAG" val=""/>
</p:tagLst>
</file>

<file path=ppt/tags/tag1134.xml><?xml version="1.0" encoding="utf-8"?>
<p:tagLst xmlns:p="http://schemas.openxmlformats.org/presentationml/2006/main">
  <p:tag name="KSO_WM_BEAUTIFY_FLAG" val=""/>
</p:tagLst>
</file>

<file path=ppt/tags/tag1135.xml><?xml version="1.0" encoding="utf-8"?>
<p:tagLst xmlns:p="http://schemas.openxmlformats.org/presentationml/2006/main">
  <p:tag name="KSO_WM_BEAUTIFY_FLAG" val=""/>
</p:tagLst>
</file>

<file path=ppt/tags/tag1136.xml><?xml version="1.0" encoding="utf-8"?>
<p:tagLst xmlns:p="http://schemas.openxmlformats.org/presentationml/2006/main">
  <p:tag name="KSO_WM_BEAUTIFY_FLAG" val=""/>
</p:tagLst>
</file>

<file path=ppt/tags/tag1137.xml><?xml version="1.0" encoding="utf-8"?>
<p:tagLst xmlns:p="http://schemas.openxmlformats.org/presentationml/2006/main">
  <p:tag name="KSO_WM_BEAUTIFY_FLAG" val=""/>
</p:tagLst>
</file>

<file path=ppt/tags/tag1138.xml><?xml version="1.0" encoding="utf-8"?>
<p:tagLst xmlns:p="http://schemas.openxmlformats.org/presentationml/2006/main">
  <p:tag name="KSO_WM_BEAUTIFY_FLAG" val=""/>
</p:tagLst>
</file>

<file path=ppt/tags/tag1139.xml><?xml version="1.0" encoding="utf-8"?>
<p:tagLst xmlns:p="http://schemas.openxmlformats.org/presentationml/2006/main">
  <p:tag name="KSO_WM_BEAUTIFY_FLAG" val=""/>
</p:tagLst>
</file>

<file path=ppt/tags/tag1140.xml><?xml version="1.0" encoding="utf-8"?>
<p:tagLst xmlns:p="http://schemas.openxmlformats.org/presentationml/2006/main">
  <p:tag name="KSO_WM_BEAUTIFY_FLAG" val=""/>
</p:tagLst>
</file>

<file path=ppt/tags/tag1141.xml><?xml version="1.0" encoding="utf-8"?>
<p:tagLst xmlns:p="http://schemas.openxmlformats.org/presentationml/2006/main">
  <p:tag name="KSO_WM_BEAUTIFY_FLAG" val=""/>
</p:tagLst>
</file>

<file path=ppt/tags/tag1142.xml><?xml version="1.0" encoding="utf-8"?>
<p:tagLst xmlns:p="http://schemas.openxmlformats.org/presentationml/2006/main">
  <p:tag name="KSO_WM_BEAUTIFY_FLAG" val=""/>
</p:tagLst>
</file>

<file path=ppt/tags/tag1143.xml><?xml version="1.0" encoding="utf-8"?>
<p:tagLst xmlns:p="http://schemas.openxmlformats.org/presentationml/2006/main">
  <p:tag name="KSO_WM_BEAUTIFY_FLAG" val=""/>
</p:tagLst>
</file>

<file path=ppt/tags/tag1144.xml><?xml version="1.0" encoding="utf-8"?>
<p:tagLst xmlns:p="http://schemas.openxmlformats.org/presentationml/2006/main">
  <p:tag name="KSO_WM_BEAUTIFY_FLAG" val=""/>
</p:tagLst>
</file>

<file path=ppt/tags/tag1145.xml><?xml version="1.0" encoding="utf-8"?>
<p:tagLst xmlns:p="http://schemas.openxmlformats.org/presentationml/2006/main">
  <p:tag name="KSO_WM_BEAUTIFY_FLAG" val=""/>
</p:tagLst>
</file>

<file path=ppt/tags/tag1146.xml><?xml version="1.0" encoding="utf-8"?>
<p:tagLst xmlns:p="http://schemas.openxmlformats.org/presentationml/2006/main">
  <p:tag name="KSO_WM_BEAUTIFY_FLAG" val=""/>
</p:tagLst>
</file>

<file path=ppt/tags/tag1147.xml><?xml version="1.0" encoding="utf-8"?>
<p:tagLst xmlns:p="http://schemas.openxmlformats.org/presentationml/2006/main">
  <p:tag name="KSO_WM_BEAUTIFY_FLAG" val=""/>
</p:tagLst>
</file>

<file path=ppt/tags/tag1148.xml><?xml version="1.0" encoding="utf-8"?>
<p:tagLst xmlns:p="http://schemas.openxmlformats.org/presentationml/2006/main">
  <p:tag name="KSO_WM_BEAUTIFY_FLAG" val=""/>
</p:tagLst>
</file>

<file path=ppt/tags/tag1149.xml><?xml version="1.0" encoding="utf-8"?>
<p:tagLst xmlns:p="http://schemas.openxmlformats.org/presentationml/2006/main">
  <p:tag name="KSO_WM_BEAUTIFY_FLAG" val=""/>
</p:tagLst>
</file>

<file path=ppt/tags/tag1150.xml><?xml version="1.0" encoding="utf-8"?>
<p:tagLst xmlns:p="http://schemas.openxmlformats.org/presentationml/2006/main">
  <p:tag name="KSO_WM_BEAUTIFY_FLAG" val=""/>
</p:tagLst>
</file>

<file path=ppt/tags/tag1151.xml><?xml version="1.0" encoding="utf-8"?>
<p:tagLst xmlns:p="http://schemas.openxmlformats.org/presentationml/2006/main">
  <p:tag name="KSO_WM_BEAUTIFY_FLAG" val=""/>
</p:tagLst>
</file>

<file path=ppt/tags/tag1152.xml><?xml version="1.0" encoding="utf-8"?>
<p:tagLst xmlns:p="http://schemas.openxmlformats.org/presentationml/2006/main">
  <p:tag name="KSO_WM_BEAUTIFY_FLAG" val=""/>
</p:tagLst>
</file>

<file path=ppt/tags/tag1153.xml><?xml version="1.0" encoding="utf-8"?>
<p:tagLst xmlns:p="http://schemas.openxmlformats.org/presentationml/2006/main">
  <p:tag name="KSO_WM_BEAUTIFY_FLAG" val=""/>
</p:tagLst>
</file>

<file path=ppt/tags/tag1154.xml><?xml version="1.0" encoding="utf-8"?>
<p:tagLst xmlns:p="http://schemas.openxmlformats.org/presentationml/2006/main">
  <p:tag name="KSO_WM_BEAUTIFY_FLAG" val=""/>
</p:tagLst>
</file>

<file path=ppt/tags/tag1155.xml><?xml version="1.0" encoding="utf-8"?>
<p:tagLst xmlns:p="http://schemas.openxmlformats.org/presentationml/2006/main">
  <p:tag name="KSO_WM_BEAUTIFY_FLAG" val=""/>
</p:tagLst>
</file>

<file path=ppt/tags/tag1156.xml><?xml version="1.0" encoding="utf-8"?>
<p:tagLst xmlns:p="http://schemas.openxmlformats.org/presentationml/2006/main">
  <p:tag name="KSO_WM_BEAUTIFY_FLAG" val=""/>
</p:tagLst>
</file>

<file path=ppt/tags/tag1157.xml><?xml version="1.0" encoding="utf-8"?>
<p:tagLst xmlns:p="http://schemas.openxmlformats.org/presentationml/2006/main">
  <p:tag name="KSO_WM_BEAUTIFY_FLAG" val=""/>
</p:tagLst>
</file>

<file path=ppt/tags/tag1158.xml><?xml version="1.0" encoding="utf-8"?>
<p:tagLst xmlns:p="http://schemas.openxmlformats.org/presentationml/2006/main">
  <p:tag name="KSO_WM_BEAUTIFY_FLAG" val=""/>
</p:tagLst>
</file>

<file path=ppt/tags/tag1159.xml><?xml version="1.0" encoding="utf-8"?>
<p:tagLst xmlns:p="http://schemas.openxmlformats.org/presentationml/2006/main">
  <p:tag name="KSO_WM_BEAUTIFY_FLAG" val=""/>
</p:tagLst>
</file>

<file path=ppt/tags/tag1160.xml><?xml version="1.0" encoding="utf-8"?>
<p:tagLst xmlns:p="http://schemas.openxmlformats.org/presentationml/2006/main">
  <p:tag name="KSO_WM_BEAUTIFY_FLAG" val=""/>
</p:tagLst>
</file>

<file path=ppt/tags/tag1161.xml><?xml version="1.0" encoding="utf-8"?>
<p:tagLst xmlns:p="http://schemas.openxmlformats.org/presentationml/2006/main">
  <p:tag name="KSO_WM_BEAUTIFY_FLAG" val=""/>
</p:tagLst>
</file>

<file path=ppt/tags/tag1162.xml><?xml version="1.0" encoding="utf-8"?>
<p:tagLst xmlns:p="http://schemas.openxmlformats.org/presentationml/2006/main">
  <p:tag name="KSO_WM_BEAUTIFY_FLAG" val=""/>
</p:tagLst>
</file>

<file path=ppt/tags/tag1163.xml><?xml version="1.0" encoding="utf-8"?>
<p:tagLst xmlns:p="http://schemas.openxmlformats.org/presentationml/2006/main">
  <p:tag name="KSO_WM_BEAUTIFY_FLAG" val=""/>
</p:tagLst>
</file>

<file path=ppt/tags/tag1164.xml><?xml version="1.0" encoding="utf-8"?>
<p:tagLst xmlns:p="http://schemas.openxmlformats.org/presentationml/2006/main">
  <p:tag name="KSO_WM_BEAUTIFY_FLAG" val=""/>
</p:tagLst>
</file>

<file path=ppt/tags/tag1165.xml><?xml version="1.0" encoding="utf-8"?>
<p:tagLst xmlns:p="http://schemas.openxmlformats.org/presentationml/2006/main">
  <p:tag name="KSO_WM_BEAUTIFY_FLAG" val=""/>
</p:tagLst>
</file>

<file path=ppt/tags/tag1166.xml><?xml version="1.0" encoding="utf-8"?>
<p:tagLst xmlns:p="http://schemas.openxmlformats.org/presentationml/2006/main">
  <p:tag name="KSO_WM_BEAUTIFY_FLAG" val=""/>
</p:tagLst>
</file>

<file path=ppt/tags/tag1167.xml><?xml version="1.0" encoding="utf-8"?>
<p:tagLst xmlns:p="http://schemas.openxmlformats.org/presentationml/2006/main">
  <p:tag name="KSO_WM_BEAUTIFY_FLAG" val=""/>
</p:tagLst>
</file>

<file path=ppt/tags/tag1168.xml><?xml version="1.0" encoding="utf-8"?>
<p:tagLst xmlns:p="http://schemas.openxmlformats.org/presentationml/2006/main">
  <p:tag name="KSO_WM_BEAUTIFY_FLAG" val=""/>
</p:tagLst>
</file>

<file path=ppt/tags/tag1169.xml><?xml version="1.0" encoding="utf-8"?>
<p:tagLst xmlns:p="http://schemas.openxmlformats.org/presentationml/2006/main">
  <p:tag name="KSO_WM_BEAUTIFY_FLAG" val=""/>
</p:tagLst>
</file>

<file path=ppt/tags/tag1170.xml><?xml version="1.0" encoding="utf-8"?>
<p:tagLst xmlns:p="http://schemas.openxmlformats.org/presentationml/2006/main">
  <p:tag name="KSO_WM_BEAUTIFY_FLAG" val=""/>
</p:tagLst>
</file>

<file path=ppt/tags/tag1171.xml><?xml version="1.0" encoding="utf-8"?>
<p:tagLst xmlns:p="http://schemas.openxmlformats.org/presentationml/2006/main">
  <p:tag name="KSO_WM_BEAUTIFY_FLAG" val=""/>
</p:tagLst>
</file>

<file path=ppt/tags/tag1172.xml><?xml version="1.0" encoding="utf-8"?>
<p:tagLst xmlns:p="http://schemas.openxmlformats.org/presentationml/2006/main">
  <p:tag name="KSO_WM_BEAUTIFY_FLAG" val=""/>
</p:tagLst>
</file>

<file path=ppt/tags/tag1173.xml><?xml version="1.0" encoding="utf-8"?>
<p:tagLst xmlns:p="http://schemas.openxmlformats.org/presentationml/2006/main">
  <p:tag name="KSO_WM_BEAUTIFY_FLAG" val=""/>
</p:tagLst>
</file>

<file path=ppt/tags/tag1174.xml><?xml version="1.0" encoding="utf-8"?>
<p:tagLst xmlns:p="http://schemas.openxmlformats.org/presentationml/2006/main">
  <p:tag name="KSO_WM_BEAUTIFY_FLAG" val=""/>
</p:tagLst>
</file>

<file path=ppt/tags/tag1175.xml><?xml version="1.0" encoding="utf-8"?>
<p:tagLst xmlns:p="http://schemas.openxmlformats.org/presentationml/2006/main">
  <p:tag name="KSO_WM_BEAUTIFY_FLAG" val=""/>
</p:tagLst>
</file>

<file path=ppt/tags/tag1176.xml><?xml version="1.0" encoding="utf-8"?>
<p:tagLst xmlns:p="http://schemas.openxmlformats.org/presentationml/2006/main">
  <p:tag name="KSO_WM_BEAUTIFY_FLAG" val=""/>
</p:tagLst>
</file>

<file path=ppt/tags/tag1177.xml><?xml version="1.0" encoding="utf-8"?>
<p:tagLst xmlns:p="http://schemas.openxmlformats.org/presentationml/2006/main">
  <p:tag name="KSO_WM_BEAUTIFY_FLAG" val=""/>
</p:tagLst>
</file>

<file path=ppt/tags/tag1178.xml><?xml version="1.0" encoding="utf-8"?>
<p:tagLst xmlns:p="http://schemas.openxmlformats.org/presentationml/2006/main">
  <p:tag name="KSO_WM_BEAUTIFY_FLAG" val=""/>
</p:tagLst>
</file>

<file path=ppt/tags/tag1179.xml><?xml version="1.0" encoding="utf-8"?>
<p:tagLst xmlns:p="http://schemas.openxmlformats.org/presentationml/2006/main">
  <p:tag name="KSO_WM_BEAUTIFY_FLAG" val=""/>
</p:tagLst>
</file>

<file path=ppt/tags/tag1180.xml><?xml version="1.0" encoding="utf-8"?>
<p:tagLst xmlns:p="http://schemas.openxmlformats.org/presentationml/2006/main">
  <p:tag name="KSO_WM_BEAUTIFY_FLAG" val=""/>
</p:tagLst>
</file>

<file path=ppt/tags/tag1181.xml><?xml version="1.0" encoding="utf-8"?>
<p:tagLst xmlns:p="http://schemas.openxmlformats.org/presentationml/2006/main">
  <p:tag name="KSO_WM_BEAUTIFY_FLAG" val=""/>
</p:tagLst>
</file>

<file path=ppt/tags/tag1182.xml><?xml version="1.0" encoding="utf-8"?>
<p:tagLst xmlns:p="http://schemas.openxmlformats.org/presentationml/2006/main">
  <p:tag name="KSO_WM_BEAUTIFY_FLAG" val=""/>
</p:tagLst>
</file>

<file path=ppt/tags/tag1183.xml><?xml version="1.0" encoding="utf-8"?>
<p:tagLst xmlns:p="http://schemas.openxmlformats.org/presentationml/2006/main">
  <p:tag name="KSO_WM_BEAUTIFY_FLAG" val=""/>
</p:tagLst>
</file>

<file path=ppt/tags/tag1184.xml><?xml version="1.0" encoding="utf-8"?>
<p:tagLst xmlns:p="http://schemas.openxmlformats.org/presentationml/2006/main">
  <p:tag name="KSO_WM_BEAUTIFY_FLAG" val=""/>
</p:tagLst>
</file>

<file path=ppt/tags/tag1185.xml><?xml version="1.0" encoding="utf-8"?>
<p:tagLst xmlns:p="http://schemas.openxmlformats.org/presentationml/2006/main">
  <p:tag name="KSO_WM_BEAUTIFY_FLAG" val=""/>
</p:tagLst>
</file>

<file path=ppt/tags/tag1186.xml><?xml version="1.0" encoding="utf-8"?>
<p:tagLst xmlns:p="http://schemas.openxmlformats.org/presentationml/2006/main">
  <p:tag name="KSO_WM_BEAUTIFY_FLAG" val=""/>
</p:tagLst>
</file>

<file path=ppt/tags/tag1187.xml><?xml version="1.0" encoding="utf-8"?>
<p:tagLst xmlns:p="http://schemas.openxmlformats.org/presentationml/2006/main">
  <p:tag name="KSO_WM_BEAUTIFY_FLAG" val=""/>
</p:tagLst>
</file>

<file path=ppt/tags/tag1188.xml><?xml version="1.0" encoding="utf-8"?>
<p:tagLst xmlns:p="http://schemas.openxmlformats.org/presentationml/2006/main">
  <p:tag name="KSO_WM_BEAUTIFY_FLAG" val=""/>
</p:tagLst>
</file>

<file path=ppt/tags/tag1189.xml><?xml version="1.0" encoding="utf-8"?>
<p:tagLst xmlns:p="http://schemas.openxmlformats.org/presentationml/2006/main">
  <p:tag name="KSO_WM_BEAUTIFY_FLAG" val=""/>
</p:tagLst>
</file>

<file path=ppt/tags/tag1190.xml><?xml version="1.0" encoding="utf-8"?>
<p:tagLst xmlns:p="http://schemas.openxmlformats.org/presentationml/2006/main">
  <p:tag name="KSO_WM_BEAUTIFY_FLAG" val=""/>
</p:tagLst>
</file>

<file path=ppt/tags/tag1191.xml><?xml version="1.0" encoding="utf-8"?>
<p:tagLst xmlns:p="http://schemas.openxmlformats.org/presentationml/2006/main">
  <p:tag name="KSO_WM_BEAUTIFY_FLAG" val=""/>
</p:tagLst>
</file>

<file path=ppt/tags/tag1192.xml><?xml version="1.0" encoding="utf-8"?>
<p:tagLst xmlns:p="http://schemas.openxmlformats.org/presentationml/2006/main">
  <p:tag name="KSO_WM_BEAUTIFY_FLAG" val=""/>
</p:tagLst>
</file>

<file path=ppt/tags/tag1193.xml><?xml version="1.0" encoding="utf-8"?>
<p:tagLst xmlns:p="http://schemas.openxmlformats.org/presentationml/2006/main">
  <p:tag name="KSO_WM_BEAUTIFY_FLAG" val=""/>
</p:tagLst>
</file>

<file path=ppt/tags/tag1194.xml><?xml version="1.0" encoding="utf-8"?>
<p:tagLst xmlns:p="http://schemas.openxmlformats.org/presentationml/2006/main">
  <p:tag name="KSO_WM_BEAUTIFY_FLAG" val=""/>
</p:tagLst>
</file>

<file path=ppt/tags/tag1195.xml><?xml version="1.0" encoding="utf-8"?>
<p:tagLst xmlns:p="http://schemas.openxmlformats.org/presentationml/2006/main">
  <p:tag name="KSO_WM_BEAUTIFY_FLAG" val=""/>
</p:tagLst>
</file>

<file path=ppt/tags/tag1196.xml><?xml version="1.0" encoding="utf-8"?>
<p:tagLst xmlns:p="http://schemas.openxmlformats.org/presentationml/2006/main">
  <p:tag name="KSO_WM_BEAUTIFY_FLAG" val=""/>
</p:tagLst>
</file>

<file path=ppt/tags/tag1197.xml><?xml version="1.0" encoding="utf-8"?>
<p:tagLst xmlns:p="http://schemas.openxmlformats.org/presentationml/2006/main">
  <p:tag name="KSO_WM_BEAUTIFY_FLAG" val=""/>
</p:tagLst>
</file>

<file path=ppt/tags/tag1198.xml><?xml version="1.0" encoding="utf-8"?>
<p:tagLst xmlns:p="http://schemas.openxmlformats.org/presentationml/2006/main">
  <p:tag name="KSO_WM_BEAUTIFY_FLAG" val=""/>
</p:tagLst>
</file>

<file path=ppt/tags/tag1199.xml><?xml version="1.0" encoding="utf-8"?>
<p:tagLst xmlns:p="http://schemas.openxmlformats.org/presentationml/2006/main">
  <p:tag name="KSO_WM_BEAUTIFY_FLAG" val=""/>
</p:tagLst>
</file>

<file path=ppt/tags/tag1200.xml><?xml version="1.0" encoding="utf-8"?>
<p:tagLst xmlns:p="http://schemas.openxmlformats.org/presentationml/2006/main">
  <p:tag name="KSO_WM_BEAUTIFY_FLAG" val=""/>
</p:tagLst>
</file>

<file path=ppt/tags/tag1201.xml><?xml version="1.0" encoding="utf-8"?>
<p:tagLst xmlns:p="http://schemas.openxmlformats.org/presentationml/2006/main">
  <p:tag name="KSO_WM_BEAUTIFY_FLAG" val=""/>
</p:tagLst>
</file>

<file path=ppt/tags/tag1202.xml><?xml version="1.0" encoding="utf-8"?>
<p:tagLst xmlns:p="http://schemas.openxmlformats.org/presentationml/2006/main">
  <p:tag name="KSO_WM_BEAUTIFY_FLAG" val=""/>
</p:tagLst>
</file>

<file path=ppt/tags/tag1203.xml><?xml version="1.0" encoding="utf-8"?>
<p:tagLst xmlns:p="http://schemas.openxmlformats.org/presentationml/2006/main">
  <p:tag name="KSO_WM_BEAUTIFY_FLAG" val=""/>
</p:tagLst>
</file>

<file path=ppt/tags/tag1204.xml><?xml version="1.0" encoding="utf-8"?>
<p:tagLst xmlns:p="http://schemas.openxmlformats.org/presentationml/2006/main">
  <p:tag name="KSO_WM_BEAUTIFY_FLAG" val=""/>
</p:tagLst>
</file>

<file path=ppt/tags/tag1205.xml><?xml version="1.0" encoding="utf-8"?>
<p:tagLst xmlns:p="http://schemas.openxmlformats.org/presentationml/2006/main">
  <p:tag name="KSO_WM_BEAUTIFY_FLAG" val=""/>
</p:tagLst>
</file>

<file path=ppt/tags/tag1206.xml><?xml version="1.0" encoding="utf-8"?>
<p:tagLst xmlns:p="http://schemas.openxmlformats.org/presentationml/2006/main">
  <p:tag name="KSO_WM_BEAUTIFY_FLAG" val=""/>
</p:tagLst>
</file>

<file path=ppt/tags/tag1207.xml><?xml version="1.0" encoding="utf-8"?>
<p:tagLst xmlns:p="http://schemas.openxmlformats.org/presentationml/2006/main">
  <p:tag name="KSO_WM_BEAUTIFY_FLAG" val=""/>
</p:tagLst>
</file>

<file path=ppt/tags/tag1208.xml><?xml version="1.0" encoding="utf-8"?>
<p:tagLst xmlns:p="http://schemas.openxmlformats.org/presentationml/2006/main">
  <p:tag name="KSO_WM_BEAUTIFY_FLAG" val=""/>
</p:tagLst>
</file>

<file path=ppt/tags/tag1209.xml><?xml version="1.0" encoding="utf-8"?>
<p:tagLst xmlns:p="http://schemas.openxmlformats.org/presentationml/2006/main">
  <p:tag name="KSO_WM_BEAUTIFY_FLAG" val=""/>
</p:tagLst>
</file>

<file path=ppt/tags/tag1210.xml><?xml version="1.0" encoding="utf-8"?>
<p:tagLst xmlns:p="http://schemas.openxmlformats.org/presentationml/2006/main">
  <p:tag name="KSO_WM_BEAUTIFY_FLAG" val=""/>
</p:tagLst>
</file>

<file path=ppt/tags/tag1211.xml><?xml version="1.0" encoding="utf-8"?>
<p:tagLst xmlns:p="http://schemas.openxmlformats.org/presentationml/2006/main">
  <p:tag name="KSO_WM_BEAUTIFY_FLAG" val=""/>
</p:tagLst>
</file>

<file path=ppt/tags/tag1212.xml><?xml version="1.0" encoding="utf-8"?>
<p:tagLst xmlns:p="http://schemas.openxmlformats.org/presentationml/2006/main">
  <p:tag name="KSO_WM_BEAUTIFY_FLAG" val=""/>
</p:tagLst>
</file>

<file path=ppt/tags/tag1213.xml><?xml version="1.0" encoding="utf-8"?>
<p:tagLst xmlns:p="http://schemas.openxmlformats.org/presentationml/2006/main">
  <p:tag name="KSO_WM_BEAUTIFY_FLAG" val=""/>
</p:tagLst>
</file>

<file path=ppt/tags/tag1214.xml><?xml version="1.0" encoding="utf-8"?>
<p:tagLst xmlns:p="http://schemas.openxmlformats.org/presentationml/2006/main">
  <p:tag name="KSO_WM_BEAUTIFY_FLAG" val=""/>
</p:tagLst>
</file>

<file path=ppt/tags/tag1215.xml><?xml version="1.0" encoding="utf-8"?>
<p:tagLst xmlns:p="http://schemas.openxmlformats.org/presentationml/2006/main">
  <p:tag name="KSO_WM_BEAUTIFY_FLAG" val=""/>
</p:tagLst>
</file>

<file path=ppt/tags/tag1216.xml><?xml version="1.0" encoding="utf-8"?>
<p:tagLst xmlns:p="http://schemas.openxmlformats.org/presentationml/2006/main">
  <p:tag name="KSO_WM_BEAUTIFY_FLAG" val=""/>
</p:tagLst>
</file>

<file path=ppt/tags/tag1217.xml><?xml version="1.0" encoding="utf-8"?>
<p:tagLst xmlns:p="http://schemas.openxmlformats.org/presentationml/2006/main">
  <p:tag name="KSO_WM_BEAUTIFY_FLAG" val=""/>
</p:tagLst>
</file>

<file path=ppt/tags/tag1218.xml><?xml version="1.0" encoding="utf-8"?>
<p:tagLst xmlns:p="http://schemas.openxmlformats.org/presentationml/2006/main">
  <p:tag name="KSO_WM_BEAUTIFY_FLAG" val=""/>
</p:tagLst>
</file>

<file path=ppt/tags/tag1219.xml><?xml version="1.0" encoding="utf-8"?>
<p:tagLst xmlns:p="http://schemas.openxmlformats.org/presentationml/2006/main">
  <p:tag name="KSO_WM_BEAUTIFY_FLAG" val=""/>
</p:tagLst>
</file>

<file path=ppt/tags/tag1220.xml><?xml version="1.0" encoding="utf-8"?>
<p:tagLst xmlns:p="http://schemas.openxmlformats.org/presentationml/2006/main">
  <p:tag name="KSO_WM_BEAUTIFY_FLAG" val=""/>
</p:tagLst>
</file>

<file path=ppt/tags/tag1221.xml><?xml version="1.0" encoding="utf-8"?>
<p:tagLst xmlns:p="http://schemas.openxmlformats.org/presentationml/2006/main">
  <p:tag name="KSO_WM_BEAUTIFY_FLAG" val=""/>
</p:tagLst>
</file>

<file path=ppt/tags/tag1222.xml><?xml version="1.0" encoding="utf-8"?>
<p:tagLst xmlns:p="http://schemas.openxmlformats.org/presentationml/2006/main">
  <p:tag name="KSO_WM_BEAUTIFY_FLAG" val=""/>
</p:tagLst>
</file>

<file path=ppt/tags/tag1223.xml><?xml version="1.0" encoding="utf-8"?>
<p:tagLst xmlns:p="http://schemas.openxmlformats.org/presentationml/2006/main">
  <p:tag name="KSO_WM_BEAUTIFY_FLAG" val=""/>
</p:tagLst>
</file>

<file path=ppt/tags/tag1224.xml><?xml version="1.0" encoding="utf-8"?>
<p:tagLst xmlns:p="http://schemas.openxmlformats.org/presentationml/2006/main">
  <p:tag name="KSO_WM_BEAUTIFY_FLAG" val=""/>
</p:tagLst>
</file>

<file path=ppt/tags/tag1225.xml><?xml version="1.0" encoding="utf-8"?>
<p:tagLst xmlns:p="http://schemas.openxmlformats.org/presentationml/2006/main">
  <p:tag name="KSO_WM_BEAUTIFY_FLAG" val=""/>
</p:tagLst>
</file>

<file path=ppt/tags/tag1226.xml><?xml version="1.0" encoding="utf-8"?>
<p:tagLst xmlns:p="http://schemas.openxmlformats.org/presentationml/2006/main">
  <p:tag name="KSO_WM_BEAUTIFY_FLAG" val=""/>
</p:tagLst>
</file>

<file path=ppt/tags/tag1227.xml><?xml version="1.0" encoding="utf-8"?>
<p:tagLst xmlns:p="http://schemas.openxmlformats.org/presentationml/2006/main">
  <p:tag name="KSO_WM_BEAUTIFY_FLAG" val=""/>
</p:tagLst>
</file>

<file path=ppt/tags/tag1228.xml><?xml version="1.0" encoding="utf-8"?>
<p:tagLst xmlns:p="http://schemas.openxmlformats.org/presentationml/2006/main">
  <p:tag name="KSO_WM_BEAUTIFY_FLAG" val=""/>
</p:tagLst>
</file>

<file path=ppt/tags/tag1229.xml><?xml version="1.0" encoding="utf-8"?>
<p:tagLst xmlns:p="http://schemas.openxmlformats.org/presentationml/2006/main">
  <p:tag name="KSO_WM_BEAUTIFY_FLAG" val=""/>
</p:tagLst>
</file>

<file path=ppt/tags/tag1230.xml><?xml version="1.0" encoding="utf-8"?>
<p:tagLst xmlns:p="http://schemas.openxmlformats.org/presentationml/2006/main">
  <p:tag name="KSO_WM_BEAUTIFY_FLAG" val=""/>
</p:tagLst>
</file>

<file path=ppt/tags/tag1231.xml><?xml version="1.0" encoding="utf-8"?>
<p:tagLst xmlns:p="http://schemas.openxmlformats.org/presentationml/2006/main">
  <p:tag name="KSO_WM_BEAUTIFY_FLAG" val=""/>
</p:tagLst>
</file>

<file path=ppt/tags/tag1232.xml><?xml version="1.0" encoding="utf-8"?>
<p:tagLst xmlns:p="http://schemas.openxmlformats.org/presentationml/2006/main">
  <p:tag name="KSO_WM_BEAUTIFY_FLAG" val=""/>
</p:tagLst>
</file>

<file path=ppt/tags/tag1233.xml><?xml version="1.0" encoding="utf-8"?>
<p:tagLst xmlns:p="http://schemas.openxmlformats.org/presentationml/2006/main">
  <p:tag name="KSO_WM_BEAUTIFY_FLAG" val=""/>
</p:tagLst>
</file>

<file path=ppt/tags/tag1234.xml><?xml version="1.0" encoding="utf-8"?>
<p:tagLst xmlns:p="http://schemas.openxmlformats.org/presentationml/2006/main">
  <p:tag name="KSO_WM_BEAUTIFY_FLAG" val=""/>
</p:tagLst>
</file>

<file path=ppt/tags/tag1235.xml><?xml version="1.0" encoding="utf-8"?>
<p:tagLst xmlns:p="http://schemas.openxmlformats.org/presentationml/2006/main">
  <p:tag name="KSO_WM_BEAUTIFY_FLAG" val=""/>
</p:tagLst>
</file>

<file path=ppt/tags/tag1236.xml><?xml version="1.0" encoding="utf-8"?>
<p:tagLst xmlns:p="http://schemas.openxmlformats.org/presentationml/2006/main">
  <p:tag name="KSO_WM_BEAUTIFY_FLAG" val=""/>
</p:tagLst>
</file>

<file path=ppt/tags/tag1237.xml><?xml version="1.0" encoding="utf-8"?>
<p:tagLst xmlns:p="http://schemas.openxmlformats.org/presentationml/2006/main">
  <p:tag name="KSO_WM_BEAUTIFY_FLAG" val=""/>
</p:tagLst>
</file>

<file path=ppt/tags/tag1238.xml><?xml version="1.0" encoding="utf-8"?>
<p:tagLst xmlns:p="http://schemas.openxmlformats.org/presentationml/2006/main">
  <p:tag name="KSO_WM_BEAUTIFY_FLAG" val=""/>
</p:tagLst>
</file>

<file path=ppt/tags/tag1239.xml><?xml version="1.0" encoding="utf-8"?>
<p:tagLst xmlns:p="http://schemas.openxmlformats.org/presentationml/2006/main">
  <p:tag name="KSO_WM_BEAUTIFY_FLAG" val=""/>
</p:tagLst>
</file>

<file path=ppt/tags/tag1240.xml><?xml version="1.0" encoding="utf-8"?>
<p:tagLst xmlns:p="http://schemas.openxmlformats.org/presentationml/2006/main">
  <p:tag name="KSO_WM_BEAUTIFY_FLAG" val=""/>
</p:tagLst>
</file>

<file path=ppt/tags/tag1241.xml><?xml version="1.0" encoding="utf-8"?>
<p:tagLst xmlns:p="http://schemas.openxmlformats.org/presentationml/2006/main">
  <p:tag name="KSO_WM_BEAUTIFY_FLAG" val=""/>
</p:tagLst>
</file>

<file path=ppt/tags/tag1242.xml><?xml version="1.0" encoding="utf-8"?>
<p:tagLst xmlns:p="http://schemas.openxmlformats.org/presentationml/2006/main">
  <p:tag name="KSO_WM_BEAUTIFY_FLAG" val=""/>
</p:tagLst>
</file>

<file path=ppt/tags/tag1243.xml><?xml version="1.0" encoding="utf-8"?>
<p:tagLst xmlns:p="http://schemas.openxmlformats.org/presentationml/2006/main">
  <p:tag name="KSO_WM_BEAUTIFY_FLAG" val=""/>
</p:tagLst>
</file>

<file path=ppt/tags/tag1244.xml><?xml version="1.0" encoding="utf-8"?>
<p:tagLst xmlns:p="http://schemas.openxmlformats.org/presentationml/2006/main">
  <p:tag name="KSO_WM_BEAUTIFY_FLAG" val=""/>
</p:tagLst>
</file>

<file path=ppt/tags/tag1245.xml><?xml version="1.0" encoding="utf-8"?>
<p:tagLst xmlns:p="http://schemas.openxmlformats.org/presentationml/2006/main">
  <p:tag name="KSO_WM_BEAUTIFY_FLAG" val=""/>
</p:tagLst>
</file>

<file path=ppt/tags/tag1246.xml><?xml version="1.0" encoding="utf-8"?>
<p:tagLst xmlns:p="http://schemas.openxmlformats.org/presentationml/2006/main">
  <p:tag name="KSO_WM_BEAUTIFY_FLAG" val=""/>
</p:tagLst>
</file>

<file path=ppt/tags/tag1247.xml><?xml version="1.0" encoding="utf-8"?>
<p:tagLst xmlns:p="http://schemas.openxmlformats.org/presentationml/2006/main">
  <p:tag name="KSO_WM_BEAUTIFY_FLAG" val=""/>
</p:tagLst>
</file>

<file path=ppt/tags/tag1248.xml><?xml version="1.0" encoding="utf-8"?>
<p:tagLst xmlns:p="http://schemas.openxmlformats.org/presentationml/2006/main">
  <p:tag name="KSO_WM_BEAUTIFY_FLAG" val=""/>
</p:tagLst>
</file>

<file path=ppt/tags/tag1249.xml><?xml version="1.0" encoding="utf-8"?>
<p:tagLst xmlns:p="http://schemas.openxmlformats.org/presentationml/2006/main">
  <p:tag name="KSO_WM_BEAUTIFY_FLAG" val=""/>
</p:tagLst>
</file>

<file path=ppt/tags/tag1250.xml><?xml version="1.0" encoding="utf-8"?>
<p:tagLst xmlns:p="http://schemas.openxmlformats.org/presentationml/2006/main">
  <p:tag name="KSO_WM_BEAUTIFY_FLAG" val=""/>
</p:tagLst>
</file>

<file path=ppt/tags/tag1251.xml><?xml version="1.0" encoding="utf-8"?>
<p:tagLst xmlns:p="http://schemas.openxmlformats.org/presentationml/2006/main">
  <p:tag name="KSO_WM_BEAUTIFY_FLAG" val=""/>
</p:tagLst>
</file>

<file path=ppt/tags/tag1252.xml><?xml version="1.0" encoding="utf-8"?>
<p:tagLst xmlns:p="http://schemas.openxmlformats.org/presentationml/2006/main">
  <p:tag name="KSO_WM_BEAUTIFY_FLAG" val=""/>
</p:tagLst>
</file>

<file path=ppt/tags/tag1253.xml><?xml version="1.0" encoding="utf-8"?>
<p:tagLst xmlns:p="http://schemas.openxmlformats.org/presentationml/2006/main">
  <p:tag name="KSO_WM_BEAUTIFY_FLAG" val=""/>
</p:tagLst>
</file>

<file path=ppt/tags/tag1254.xml><?xml version="1.0" encoding="utf-8"?>
<p:tagLst xmlns:p="http://schemas.openxmlformats.org/presentationml/2006/main">
  <p:tag name="KSO_WM_BEAUTIFY_FLAG" val=""/>
</p:tagLst>
</file>

<file path=ppt/tags/tag1255.xml><?xml version="1.0" encoding="utf-8"?>
<p:tagLst xmlns:p="http://schemas.openxmlformats.org/presentationml/2006/main">
  <p:tag name="KSO_WM_BEAUTIFY_FLAG" val=""/>
</p:tagLst>
</file>

<file path=ppt/tags/tag1256.xml><?xml version="1.0" encoding="utf-8"?>
<p:tagLst xmlns:p="http://schemas.openxmlformats.org/presentationml/2006/main">
  <p:tag name="KSO_WM_BEAUTIFY_FLAG" val=""/>
</p:tagLst>
</file>

<file path=ppt/tags/tag1257.xml><?xml version="1.0" encoding="utf-8"?>
<p:tagLst xmlns:p="http://schemas.openxmlformats.org/presentationml/2006/main">
  <p:tag name="KSO_WM_BEAUTIFY_FLAG" val=""/>
</p:tagLst>
</file>

<file path=ppt/tags/tag1258.xml><?xml version="1.0" encoding="utf-8"?>
<p:tagLst xmlns:p="http://schemas.openxmlformats.org/presentationml/2006/main">
  <p:tag name="KSO_WM_BEAUTIFY_FLAG" val=""/>
</p:tagLst>
</file>

<file path=ppt/tags/tag1259.xml><?xml version="1.0" encoding="utf-8"?>
<p:tagLst xmlns:p="http://schemas.openxmlformats.org/presentationml/2006/main">
  <p:tag name="KSO_WM_BEAUTIFY_FLAG" val=""/>
</p:tagLst>
</file>

<file path=ppt/tags/tag1260.xml><?xml version="1.0" encoding="utf-8"?>
<p:tagLst xmlns:p="http://schemas.openxmlformats.org/presentationml/2006/main">
  <p:tag name="KSO_WM_BEAUTIFY_FLAG" val=""/>
</p:tagLst>
</file>

<file path=ppt/tags/tag1261.xml><?xml version="1.0" encoding="utf-8"?>
<p:tagLst xmlns:p="http://schemas.openxmlformats.org/presentationml/2006/main">
  <p:tag name="KSO_WM_BEAUTIFY_FLAG" val=""/>
</p:tagLst>
</file>

<file path=ppt/tags/tag1262.xml><?xml version="1.0" encoding="utf-8"?>
<p:tagLst xmlns:p="http://schemas.openxmlformats.org/presentationml/2006/main">
  <p:tag name="KSO_WM_BEAUTIFY_FLAG" val=""/>
</p:tagLst>
</file>

<file path=ppt/tags/tag1263.xml><?xml version="1.0" encoding="utf-8"?>
<p:tagLst xmlns:p="http://schemas.openxmlformats.org/presentationml/2006/main">
  <p:tag name="KSO_WM_BEAUTIFY_FLAG" val=""/>
</p:tagLst>
</file>

<file path=ppt/tags/tag1264.xml><?xml version="1.0" encoding="utf-8"?>
<p:tagLst xmlns:p="http://schemas.openxmlformats.org/presentationml/2006/main">
  <p:tag name="KSO_WM_BEAUTIFY_FLAG" val=""/>
</p:tagLst>
</file>

<file path=ppt/tags/tag1265.xml><?xml version="1.0" encoding="utf-8"?>
<p:tagLst xmlns:p="http://schemas.openxmlformats.org/presentationml/2006/main">
  <p:tag name="KSO_WM_BEAUTIFY_FLAG" val=""/>
</p:tagLst>
</file>

<file path=ppt/tags/tag1266.xml><?xml version="1.0" encoding="utf-8"?>
<p:tagLst xmlns:p="http://schemas.openxmlformats.org/presentationml/2006/main">
  <p:tag name="KSO_WM_BEAUTIFY_FLAG" val=""/>
</p:tagLst>
</file>

<file path=ppt/tags/tag1267.xml><?xml version="1.0" encoding="utf-8"?>
<p:tagLst xmlns:p="http://schemas.openxmlformats.org/presentationml/2006/main">
  <p:tag name="KSO_WM_BEAUTIFY_FLAG" val=""/>
</p:tagLst>
</file>

<file path=ppt/tags/tag1268.xml><?xml version="1.0" encoding="utf-8"?>
<p:tagLst xmlns:p="http://schemas.openxmlformats.org/presentationml/2006/main">
  <p:tag name="KSO_WM_BEAUTIFY_FLAG" val=""/>
</p:tagLst>
</file>

<file path=ppt/tags/tag1269.xml><?xml version="1.0" encoding="utf-8"?>
<p:tagLst xmlns:p="http://schemas.openxmlformats.org/presentationml/2006/main">
  <p:tag name="KSO_WM_BEAUTIFY_FLAG" val=""/>
</p:tagLst>
</file>

<file path=ppt/tags/tag1270.xml><?xml version="1.0" encoding="utf-8"?>
<p:tagLst xmlns:p="http://schemas.openxmlformats.org/presentationml/2006/main">
  <p:tag name="KSO_WM_BEAUTIFY_FLAG" val=""/>
</p:tagLst>
</file>

<file path=ppt/tags/tag1271.xml><?xml version="1.0" encoding="utf-8"?>
<p:tagLst xmlns:p="http://schemas.openxmlformats.org/presentationml/2006/main">
  <p:tag name="KSO_WM_BEAUTIFY_FLAG" val=""/>
</p:tagLst>
</file>

<file path=ppt/tags/tag1272.xml><?xml version="1.0" encoding="utf-8"?>
<p:tagLst xmlns:p="http://schemas.openxmlformats.org/presentationml/2006/main">
  <p:tag name="KSO_WM_BEAUTIFY_FLAG" val=""/>
</p:tagLst>
</file>

<file path=ppt/tags/tag1273.xml><?xml version="1.0" encoding="utf-8"?>
<p:tagLst xmlns:p="http://schemas.openxmlformats.org/presentationml/2006/main">
  <p:tag name="KSO_WM_BEAUTIFY_FLAG" val=""/>
</p:tagLst>
</file>

<file path=ppt/tags/tag1274.xml><?xml version="1.0" encoding="utf-8"?>
<p:tagLst xmlns:p="http://schemas.openxmlformats.org/presentationml/2006/main">
  <p:tag name="KSO_WM_BEAUTIFY_FLAG" val=""/>
</p:tagLst>
</file>

<file path=ppt/tags/tag1275.xml><?xml version="1.0" encoding="utf-8"?>
<p:tagLst xmlns:p="http://schemas.openxmlformats.org/presentationml/2006/main">
  <p:tag name="KSO_WM_BEAUTIFY_FLAG" val=""/>
</p:tagLst>
</file>

<file path=ppt/tags/tag1276.xml><?xml version="1.0" encoding="utf-8"?>
<p:tagLst xmlns:p="http://schemas.openxmlformats.org/presentationml/2006/main">
  <p:tag name="KSO_WM_BEAUTIFY_FLAG" val=""/>
</p:tagLst>
</file>

<file path=ppt/tags/tag1277.xml><?xml version="1.0" encoding="utf-8"?>
<p:tagLst xmlns:p="http://schemas.openxmlformats.org/presentationml/2006/main">
  <p:tag name="KSO_WM_BEAUTIFY_FLAG" val=""/>
</p:tagLst>
</file>

<file path=ppt/tags/tag1278.xml><?xml version="1.0" encoding="utf-8"?>
<p:tagLst xmlns:p="http://schemas.openxmlformats.org/presentationml/2006/main">
  <p:tag name="KSO_WM_BEAUTIFY_FLAG" val=""/>
</p:tagLst>
</file>

<file path=ppt/tags/tag1279.xml><?xml version="1.0" encoding="utf-8"?>
<p:tagLst xmlns:p="http://schemas.openxmlformats.org/presentationml/2006/main">
  <p:tag name="KSO_WM_BEAUTIFY_FLAG" val=""/>
</p:tagLst>
</file>

<file path=ppt/tags/tag1280.xml><?xml version="1.0" encoding="utf-8"?>
<p:tagLst xmlns:p="http://schemas.openxmlformats.org/presentationml/2006/main">
  <p:tag name="KSO_WM_BEAUTIFY_FLAG" val=""/>
</p:tagLst>
</file>

<file path=ppt/tags/tag1281.xml><?xml version="1.0" encoding="utf-8"?>
<p:tagLst xmlns:p="http://schemas.openxmlformats.org/presentationml/2006/main">
  <p:tag name="KSO_WM_BEAUTIFY_FLAG" val=""/>
</p:tagLst>
</file>

<file path=ppt/tags/tag1282.xml><?xml version="1.0" encoding="utf-8"?>
<p:tagLst xmlns:p="http://schemas.openxmlformats.org/presentationml/2006/main">
  <p:tag name="KSO_WM_BEAUTIFY_FLAG" val=""/>
</p:tagLst>
</file>

<file path=ppt/tags/tag1283.xml><?xml version="1.0" encoding="utf-8"?>
<p:tagLst xmlns:p="http://schemas.openxmlformats.org/presentationml/2006/main">
  <p:tag name="KSO_WM_BEAUTIFY_FLAG" val=""/>
</p:tagLst>
</file>

<file path=ppt/tags/tag1284.xml><?xml version="1.0" encoding="utf-8"?>
<p:tagLst xmlns:p="http://schemas.openxmlformats.org/presentationml/2006/main">
  <p:tag name="KSO_WM_BEAUTIFY_FLAG" val=""/>
</p:tagLst>
</file>

<file path=ppt/tags/tag1285.xml><?xml version="1.0" encoding="utf-8"?>
<p:tagLst xmlns:p="http://schemas.openxmlformats.org/presentationml/2006/main">
  <p:tag name="KSO_WM_BEAUTIFY_FLAG" val=""/>
</p:tagLst>
</file>

<file path=ppt/tags/tag1286.xml><?xml version="1.0" encoding="utf-8"?>
<p:tagLst xmlns:p="http://schemas.openxmlformats.org/presentationml/2006/main">
  <p:tag name="KSO_WM_BEAUTIFY_FLAG" val=""/>
</p:tagLst>
</file>

<file path=ppt/tags/tag1287.xml><?xml version="1.0" encoding="utf-8"?>
<p:tagLst xmlns:p="http://schemas.openxmlformats.org/presentationml/2006/main">
  <p:tag name="KSO_WM_BEAUTIFY_FLAG" val=""/>
</p:tagLst>
</file>

<file path=ppt/tags/tag1288.xml><?xml version="1.0" encoding="utf-8"?>
<p:tagLst xmlns:p="http://schemas.openxmlformats.org/presentationml/2006/main">
  <p:tag name="KSO_WM_BEAUTIFY_FLAG" val=""/>
</p:tagLst>
</file>

<file path=ppt/tags/tag1289.xml><?xml version="1.0" encoding="utf-8"?>
<p:tagLst xmlns:p="http://schemas.openxmlformats.org/presentationml/2006/main">
  <p:tag name="KSO_WM_BEAUTIFY_FLAG" val=""/>
</p:tagLst>
</file>

<file path=ppt/tags/tag1290.xml><?xml version="1.0" encoding="utf-8"?>
<p:tagLst xmlns:p="http://schemas.openxmlformats.org/presentationml/2006/main">
  <p:tag name="KSO_WM_BEAUTIFY_FLAG" val=""/>
</p:tagLst>
</file>

<file path=ppt/tags/tag1291.xml><?xml version="1.0" encoding="utf-8"?>
<p:tagLst xmlns:p="http://schemas.openxmlformats.org/presentationml/2006/main">
  <p:tag name="KSO_WM_BEAUTIFY_FLAG" val=""/>
</p:tagLst>
</file>

<file path=ppt/tags/tag1292.xml><?xml version="1.0" encoding="utf-8"?>
<p:tagLst xmlns:p="http://schemas.openxmlformats.org/presentationml/2006/main">
  <p:tag name="KSO_WM_BEAUTIFY_FLAG" val=""/>
</p:tagLst>
</file>

<file path=ppt/tags/tag1293.xml><?xml version="1.0" encoding="utf-8"?>
<p:tagLst xmlns:p="http://schemas.openxmlformats.org/presentationml/2006/main">
  <p:tag name="KSO_WM_BEAUTIFY_FLAG" val=""/>
</p:tagLst>
</file>

<file path=ppt/tags/tag1294.xml><?xml version="1.0" encoding="utf-8"?>
<p:tagLst xmlns:p="http://schemas.openxmlformats.org/presentationml/2006/main">
  <p:tag name="KSO_WM_BEAUTIFY_FLAG" val=""/>
</p:tagLst>
</file>

<file path=ppt/tags/tag1295.xml><?xml version="1.0" encoding="utf-8"?>
<p:tagLst xmlns:p="http://schemas.openxmlformats.org/presentationml/2006/main">
  <p:tag name="KSO_WM_BEAUTIFY_FLAG" val=""/>
</p:tagLst>
</file>

<file path=ppt/tags/tag1296.xml><?xml version="1.0" encoding="utf-8"?>
<p:tagLst xmlns:p="http://schemas.openxmlformats.org/presentationml/2006/main">
  <p:tag name="KSO_WM_BEAUTIFY_FLAG" val=""/>
</p:tagLst>
</file>

<file path=ppt/tags/tag1297.xml><?xml version="1.0" encoding="utf-8"?>
<p:tagLst xmlns:p="http://schemas.openxmlformats.org/presentationml/2006/main">
  <p:tag name="KSO_WM_BEAUTIFY_FLAG" val=""/>
</p:tagLst>
</file>

<file path=ppt/tags/tag1298.xml><?xml version="1.0" encoding="utf-8"?>
<p:tagLst xmlns:p="http://schemas.openxmlformats.org/presentationml/2006/main">
  <p:tag name="KSO_WM_BEAUTIFY_FLAG" val=""/>
</p:tagLst>
</file>

<file path=ppt/tags/tag1299.xml><?xml version="1.0" encoding="utf-8"?>
<p:tagLst xmlns:p="http://schemas.openxmlformats.org/presentationml/2006/main">
  <p:tag name="KSO_WM_BEAUTIFY_FLAG" val=""/>
</p:tagLst>
</file>

<file path=ppt/tags/tag1300.xml><?xml version="1.0" encoding="utf-8"?>
<p:tagLst xmlns:p="http://schemas.openxmlformats.org/presentationml/2006/main">
  <p:tag name="KSO_WM_BEAUTIFY_FLAG" val=""/>
</p:tagLst>
</file>

<file path=ppt/tags/tag1301.xml><?xml version="1.0" encoding="utf-8"?>
<p:tagLst xmlns:p="http://schemas.openxmlformats.org/presentationml/2006/main">
  <p:tag name="KSO_WM_BEAUTIFY_FLAG" val=""/>
</p:tagLst>
</file>

<file path=ppt/tags/tag1302.xml><?xml version="1.0" encoding="utf-8"?>
<p:tagLst xmlns:p="http://schemas.openxmlformats.org/presentationml/2006/main">
  <p:tag name="KSO_WM_BEAUTIFY_FLAG" val=""/>
</p:tagLst>
</file>

<file path=ppt/tags/tag1303.xml><?xml version="1.0" encoding="utf-8"?>
<p:tagLst xmlns:p="http://schemas.openxmlformats.org/presentationml/2006/main">
  <p:tag name="KSO_WM_BEAUTIFY_FLAG" val=""/>
</p:tagLst>
</file>

<file path=ppt/tags/tag1304.xml><?xml version="1.0" encoding="utf-8"?>
<p:tagLst xmlns:p="http://schemas.openxmlformats.org/presentationml/2006/main">
  <p:tag name="KSO_WM_BEAUTIFY_FLAG" val=""/>
</p:tagLst>
</file>

<file path=ppt/tags/tag1305.xml><?xml version="1.0" encoding="utf-8"?>
<p:tagLst xmlns:p="http://schemas.openxmlformats.org/presentationml/2006/main">
  <p:tag name="KSO_WM_BEAUTIFY_FLAG" val=""/>
</p:tagLst>
</file>

<file path=ppt/tags/tag1306.xml><?xml version="1.0" encoding="utf-8"?>
<p:tagLst xmlns:p="http://schemas.openxmlformats.org/presentationml/2006/main">
  <p:tag name="KSO_WM_BEAUTIFY_FLAG" val=""/>
</p:tagLst>
</file>

<file path=ppt/tags/tag1307.xml><?xml version="1.0" encoding="utf-8"?>
<p:tagLst xmlns:p="http://schemas.openxmlformats.org/presentationml/2006/main">
  <p:tag name="KSO_WM_BEAUTIFY_FLAG" val=""/>
</p:tagLst>
</file>

<file path=ppt/tags/tag1308.xml><?xml version="1.0" encoding="utf-8"?>
<p:tagLst xmlns:p="http://schemas.openxmlformats.org/presentationml/2006/main">
  <p:tag name="KSO_WM_BEAUTIFY_FLAG" val=""/>
</p:tagLst>
</file>

<file path=ppt/tags/tag1309.xml><?xml version="1.0" encoding="utf-8"?>
<p:tagLst xmlns:p="http://schemas.openxmlformats.org/presentationml/2006/main">
  <p:tag name="KSO_WM_BEAUTIFY_FLAG" val=""/>
</p:tagLst>
</file>

<file path=ppt/tags/tag1310.xml><?xml version="1.0" encoding="utf-8"?>
<p:tagLst xmlns:p="http://schemas.openxmlformats.org/presentationml/2006/main">
  <p:tag name="KSO_WM_BEAUTIFY_FLAG" val=""/>
</p:tagLst>
</file>

<file path=ppt/tags/tag1311.xml><?xml version="1.0" encoding="utf-8"?>
<p:tagLst xmlns:p="http://schemas.openxmlformats.org/presentationml/2006/main">
  <p:tag name="KSO_WM_BEAUTIFY_FLAG" val=""/>
</p:tagLst>
</file>

<file path=ppt/tags/tag1312.xml><?xml version="1.0" encoding="utf-8"?>
<p:tagLst xmlns:p="http://schemas.openxmlformats.org/presentationml/2006/main">
  <p:tag name="KSO_WM_BEAUTIFY_FLAG" val=""/>
</p:tagLst>
</file>

<file path=ppt/tags/tag1313.xml><?xml version="1.0" encoding="utf-8"?>
<p:tagLst xmlns:p="http://schemas.openxmlformats.org/presentationml/2006/main">
  <p:tag name="KSO_WM_BEAUTIFY_FLAG" val=""/>
</p:tagLst>
</file>

<file path=ppt/tags/tag1314.xml><?xml version="1.0" encoding="utf-8"?>
<p:tagLst xmlns:p="http://schemas.openxmlformats.org/presentationml/2006/main">
  <p:tag name="KSO_WM_BEAUTIFY_FLAG" val=""/>
</p:tagLst>
</file>

<file path=ppt/tags/tag1315.xml><?xml version="1.0" encoding="utf-8"?>
<p:tagLst xmlns:p="http://schemas.openxmlformats.org/presentationml/2006/main">
  <p:tag name="KSO_WM_BEAUTIFY_FLAG" val=""/>
</p:tagLst>
</file>

<file path=ppt/tags/tag1316.xml><?xml version="1.0" encoding="utf-8"?>
<p:tagLst xmlns:p="http://schemas.openxmlformats.org/presentationml/2006/main">
  <p:tag name="KSO_WM_BEAUTIFY_FLAG" val=""/>
</p:tagLst>
</file>

<file path=ppt/tags/tag1317.xml><?xml version="1.0" encoding="utf-8"?>
<p:tagLst xmlns:p="http://schemas.openxmlformats.org/presentationml/2006/main">
  <p:tag name="KSO_WM_BEAUTIFY_FLAG" val=""/>
</p:tagLst>
</file>

<file path=ppt/tags/tag1318.xml><?xml version="1.0" encoding="utf-8"?>
<p:tagLst xmlns:p="http://schemas.openxmlformats.org/presentationml/2006/main">
  <p:tag name="KSO_WM_BEAUTIFY_FLAG" val=""/>
</p:tagLst>
</file>

<file path=ppt/tags/tag1319.xml><?xml version="1.0" encoding="utf-8"?>
<p:tagLst xmlns:p="http://schemas.openxmlformats.org/presentationml/2006/main">
  <p:tag name="KSO_WM_BEAUTIFY_FLAG" val=""/>
</p:tagLst>
</file>

<file path=ppt/tags/tag1320.xml><?xml version="1.0" encoding="utf-8"?>
<p:tagLst xmlns:p="http://schemas.openxmlformats.org/presentationml/2006/main">
  <p:tag name="KSO_WM_BEAUTIFY_FLAG" val=""/>
</p:tagLst>
</file>

<file path=ppt/tags/tag1321.xml><?xml version="1.0" encoding="utf-8"?>
<p:tagLst xmlns:p="http://schemas.openxmlformats.org/presentationml/2006/main">
  <p:tag name="KSO_WM_BEAUTIFY_FLAG" val=""/>
</p:tagLst>
</file>

<file path=ppt/tags/tag1322.xml><?xml version="1.0" encoding="utf-8"?>
<p:tagLst xmlns:p="http://schemas.openxmlformats.org/presentationml/2006/main">
  <p:tag name="KSO_WM_BEAUTIFY_FLAG" val=""/>
</p:tagLst>
</file>

<file path=ppt/tags/tag1323.xml><?xml version="1.0" encoding="utf-8"?>
<p:tagLst xmlns:p="http://schemas.openxmlformats.org/presentationml/2006/main">
  <p:tag name="KSO_WM_BEAUTIFY_FLAG" val=""/>
</p:tagLst>
</file>

<file path=ppt/tags/tag1324.xml><?xml version="1.0" encoding="utf-8"?>
<p:tagLst xmlns:p="http://schemas.openxmlformats.org/presentationml/2006/main">
  <p:tag name="KSO_WM_BEAUTIFY_FLAG" val=""/>
</p:tagLst>
</file>

<file path=ppt/tags/tag1325.xml><?xml version="1.0" encoding="utf-8"?>
<p:tagLst xmlns:p="http://schemas.openxmlformats.org/presentationml/2006/main">
  <p:tag name="KSO_WM_BEAUTIFY_FLAG" val=""/>
</p:tagLst>
</file>

<file path=ppt/tags/tag1326.xml><?xml version="1.0" encoding="utf-8"?>
<p:tagLst xmlns:p="http://schemas.openxmlformats.org/presentationml/2006/main">
  <p:tag name="KSO_WM_BEAUTIFY_FLAG" val=""/>
</p:tagLst>
</file>

<file path=ppt/tags/tag1327.xml><?xml version="1.0" encoding="utf-8"?>
<p:tagLst xmlns:p="http://schemas.openxmlformats.org/presentationml/2006/main">
  <p:tag name="KSO_WM_BEAUTIFY_FLAG" val=""/>
</p:tagLst>
</file>

<file path=ppt/tags/tag1328.xml><?xml version="1.0" encoding="utf-8"?>
<p:tagLst xmlns:p="http://schemas.openxmlformats.org/presentationml/2006/main">
  <p:tag name="KSO_WM_BEAUTIFY_FLAG" val=""/>
</p:tagLst>
</file>

<file path=ppt/tags/tag1329.xml><?xml version="1.0" encoding="utf-8"?>
<p:tagLst xmlns:p="http://schemas.openxmlformats.org/presentationml/2006/main">
  <p:tag name="KSO_WM_BEAUTIFY_FLAG" val=""/>
</p:tagLst>
</file>

<file path=ppt/tags/tag1330.xml><?xml version="1.0" encoding="utf-8"?>
<p:tagLst xmlns:p="http://schemas.openxmlformats.org/presentationml/2006/main">
  <p:tag name="KSO_WM_BEAUTIFY_FLAG" val=""/>
</p:tagLst>
</file>

<file path=ppt/tags/tag1331.xml><?xml version="1.0" encoding="utf-8"?>
<p:tagLst xmlns:p="http://schemas.openxmlformats.org/presentationml/2006/main">
  <p:tag name="KSO_WM_BEAUTIFY_FLAG" val=""/>
</p:tagLst>
</file>

<file path=ppt/tags/tag1332.xml><?xml version="1.0" encoding="utf-8"?>
<p:tagLst xmlns:p="http://schemas.openxmlformats.org/presentationml/2006/main">
  <p:tag name="KSO_WM_BEAUTIFY_FLAG" val=""/>
</p:tagLst>
</file>

<file path=ppt/tags/tag1333.xml><?xml version="1.0" encoding="utf-8"?>
<p:tagLst xmlns:p="http://schemas.openxmlformats.org/presentationml/2006/main">
  <p:tag name="KSO_WM_BEAUTIFY_FLAG" val=""/>
</p:tagLst>
</file>

<file path=ppt/tags/tag1334.xml><?xml version="1.0" encoding="utf-8"?>
<p:tagLst xmlns:p="http://schemas.openxmlformats.org/presentationml/2006/main">
  <p:tag name="KSO_WM_BEAUTIFY_FLAG" val=""/>
</p:tagLst>
</file>

<file path=ppt/tags/tag1335.xml><?xml version="1.0" encoding="utf-8"?>
<p:tagLst xmlns:p="http://schemas.openxmlformats.org/presentationml/2006/main">
  <p:tag name="KSO_WM_BEAUTIFY_FLAG" val=""/>
</p:tagLst>
</file>

<file path=ppt/tags/tag1336.xml><?xml version="1.0" encoding="utf-8"?>
<p:tagLst xmlns:p="http://schemas.openxmlformats.org/presentationml/2006/main">
  <p:tag name="KSO_WM_BEAUTIFY_FLAG" val=""/>
</p:tagLst>
</file>

<file path=ppt/tags/tag1337.xml><?xml version="1.0" encoding="utf-8"?>
<p:tagLst xmlns:p="http://schemas.openxmlformats.org/presentationml/2006/main">
  <p:tag name="KSO_WM_BEAUTIFY_FLAG" val=""/>
</p:tagLst>
</file>

<file path=ppt/tags/tag1338.xml><?xml version="1.0" encoding="utf-8"?>
<p:tagLst xmlns:p="http://schemas.openxmlformats.org/presentationml/2006/main">
  <p:tag name="KSO_WM_BEAUTIFY_FLAG" val=""/>
</p:tagLst>
</file>

<file path=ppt/tags/tag1339.xml><?xml version="1.0" encoding="utf-8"?>
<p:tagLst xmlns:p="http://schemas.openxmlformats.org/presentationml/2006/main">
  <p:tag name="KSO_WM_BEAUTIFY_FLAG" val=""/>
</p:tagLst>
</file>

<file path=ppt/tags/tag1340.xml><?xml version="1.0" encoding="utf-8"?>
<p:tagLst xmlns:p="http://schemas.openxmlformats.org/presentationml/2006/main">
  <p:tag name="KSO_WM_BEAUTIFY_FLAG" val=""/>
</p:tagLst>
</file>

<file path=ppt/tags/tag1341.xml><?xml version="1.0" encoding="utf-8"?>
<p:tagLst xmlns:p="http://schemas.openxmlformats.org/presentationml/2006/main">
  <p:tag name="KSO_WM_BEAUTIFY_FLAG" val=""/>
</p:tagLst>
</file>

<file path=ppt/tags/tag1342.xml><?xml version="1.0" encoding="utf-8"?>
<p:tagLst xmlns:p="http://schemas.openxmlformats.org/presentationml/2006/main">
  <p:tag name="KSO_WM_BEAUTIFY_FLAG" val=""/>
</p:tagLst>
</file>

<file path=ppt/tags/tag1343.xml><?xml version="1.0" encoding="utf-8"?>
<p:tagLst xmlns:p="http://schemas.openxmlformats.org/presentationml/2006/main">
  <p:tag name="KSO_WM_BEAUTIFY_FLAG" val=""/>
</p:tagLst>
</file>

<file path=ppt/tags/tag1344.xml><?xml version="1.0" encoding="utf-8"?>
<p:tagLst xmlns:p="http://schemas.openxmlformats.org/presentationml/2006/main">
  <p:tag name="KSO_WM_BEAUTIFY_FLAG" val=""/>
</p:tagLst>
</file>

<file path=ppt/tags/tag1345.xml><?xml version="1.0" encoding="utf-8"?>
<p:tagLst xmlns:p="http://schemas.openxmlformats.org/presentationml/2006/main">
  <p:tag name="KSO_WM_BEAUTIFY_FLAG" val=""/>
</p:tagLst>
</file>

<file path=ppt/tags/tag1346.xml><?xml version="1.0" encoding="utf-8"?>
<p:tagLst xmlns:p="http://schemas.openxmlformats.org/presentationml/2006/main">
  <p:tag name="KSO_WM_BEAUTIFY_FLAG" val=""/>
</p:tagLst>
</file>

<file path=ppt/tags/tag1347.xml><?xml version="1.0" encoding="utf-8"?>
<p:tagLst xmlns:p="http://schemas.openxmlformats.org/presentationml/2006/main">
  <p:tag name="KSO_WM_BEAUTIFY_FLAG" val=""/>
</p:tagLst>
</file>

<file path=ppt/tags/tag1348.xml><?xml version="1.0" encoding="utf-8"?>
<p:tagLst xmlns:p="http://schemas.openxmlformats.org/presentationml/2006/main">
  <p:tag name="KSO_WM_BEAUTIFY_FLAG" val=""/>
</p:tagLst>
</file>

<file path=ppt/tags/tag1349.xml><?xml version="1.0" encoding="utf-8"?>
<p:tagLst xmlns:p="http://schemas.openxmlformats.org/presentationml/2006/main">
  <p:tag name="KSO_WM_BEAUTIFY_FLAG" val=""/>
</p:tagLst>
</file>

<file path=ppt/tags/tag1350.xml><?xml version="1.0" encoding="utf-8"?>
<p:tagLst xmlns:p="http://schemas.openxmlformats.org/presentationml/2006/main">
  <p:tag name="KSO_WM_BEAUTIFY_FLAG" val=""/>
</p:tagLst>
</file>

<file path=ppt/tags/tag1351.xml><?xml version="1.0" encoding="utf-8"?>
<p:tagLst xmlns:p="http://schemas.openxmlformats.org/presentationml/2006/main">
  <p:tag name="KSO_WM_BEAUTIFY_FLAG" val=""/>
</p:tagLst>
</file>

<file path=ppt/tags/tag1352.xml><?xml version="1.0" encoding="utf-8"?>
<p:tagLst xmlns:p="http://schemas.openxmlformats.org/presentationml/2006/main">
  <p:tag name="KSO_WM_BEAUTIFY_FLAG" val=""/>
</p:tagLst>
</file>

<file path=ppt/tags/tag1353.xml><?xml version="1.0" encoding="utf-8"?>
<p:tagLst xmlns:p="http://schemas.openxmlformats.org/presentationml/2006/main">
  <p:tag name="KSO_WM_BEAUTIFY_FLAG" val=""/>
</p:tagLst>
</file>

<file path=ppt/tags/tag1354.xml><?xml version="1.0" encoding="utf-8"?>
<p:tagLst xmlns:p="http://schemas.openxmlformats.org/presentationml/2006/main">
  <p:tag name="KSO_WM_BEAUTIFY_FLAG" val=""/>
</p:tagLst>
</file>

<file path=ppt/tags/tag1355.xml><?xml version="1.0" encoding="utf-8"?>
<p:tagLst xmlns:p="http://schemas.openxmlformats.org/presentationml/2006/main">
  <p:tag name="KSO_WM_BEAUTIFY_FLAG" val=""/>
</p:tagLst>
</file>

<file path=ppt/tags/tag1356.xml><?xml version="1.0" encoding="utf-8"?>
<p:tagLst xmlns:p="http://schemas.openxmlformats.org/presentationml/2006/main">
  <p:tag name="KSO_WM_BEAUTIFY_FLAG" val=""/>
</p:tagLst>
</file>

<file path=ppt/tags/tag1357.xml><?xml version="1.0" encoding="utf-8"?>
<p:tagLst xmlns:p="http://schemas.openxmlformats.org/presentationml/2006/main">
  <p:tag name="KSO_WM_BEAUTIFY_FLAG" val=""/>
</p:tagLst>
</file>

<file path=ppt/tags/tag1358.xml><?xml version="1.0" encoding="utf-8"?>
<p:tagLst xmlns:p="http://schemas.openxmlformats.org/presentationml/2006/main">
  <p:tag name="KSO_WM_BEAUTIFY_FLAG" val=""/>
</p:tagLst>
</file>

<file path=ppt/tags/tag1359.xml><?xml version="1.0" encoding="utf-8"?>
<p:tagLst xmlns:p="http://schemas.openxmlformats.org/presentationml/2006/main">
  <p:tag name="KSO_WM_BEAUTIFY_FLAG" val=""/>
</p:tagLst>
</file>

<file path=ppt/tags/tag1360.xml><?xml version="1.0" encoding="utf-8"?>
<p:tagLst xmlns:p="http://schemas.openxmlformats.org/presentationml/2006/main">
  <p:tag name="KSO_WM_BEAUTIFY_FLAG" val=""/>
</p:tagLst>
</file>

<file path=ppt/tags/tag1361.xml><?xml version="1.0" encoding="utf-8"?>
<p:tagLst xmlns:p="http://schemas.openxmlformats.org/presentationml/2006/main">
  <p:tag name="KSO_WM_BEAUTIFY_FLAG" val=""/>
</p:tagLst>
</file>

<file path=ppt/tags/tag1362.xml><?xml version="1.0" encoding="utf-8"?>
<p:tagLst xmlns:p="http://schemas.openxmlformats.org/presentationml/2006/main">
  <p:tag name="KSO_WM_BEAUTIFY_FLAG" val=""/>
</p:tagLst>
</file>

<file path=ppt/tags/tag1363.xml><?xml version="1.0" encoding="utf-8"?>
<p:tagLst xmlns:p="http://schemas.openxmlformats.org/presentationml/2006/main">
  <p:tag name="KSO_WM_BEAUTIFY_FLAG" val=""/>
</p:tagLst>
</file>

<file path=ppt/tags/tag1364.xml><?xml version="1.0" encoding="utf-8"?>
<p:tagLst xmlns:p="http://schemas.openxmlformats.org/presentationml/2006/main">
  <p:tag name="KSO_WM_BEAUTIFY_FLAG" val=""/>
</p:tagLst>
</file>

<file path=ppt/tags/tag1365.xml><?xml version="1.0" encoding="utf-8"?>
<p:tagLst xmlns:p="http://schemas.openxmlformats.org/presentationml/2006/main">
  <p:tag name="KSO_WM_BEAUTIFY_FLAG" val=""/>
</p:tagLst>
</file>

<file path=ppt/tags/tag1366.xml><?xml version="1.0" encoding="utf-8"?>
<p:tagLst xmlns:p="http://schemas.openxmlformats.org/presentationml/2006/main">
  <p:tag name="KSO_WM_BEAUTIFY_FLAG" val=""/>
</p:tagLst>
</file>

<file path=ppt/tags/tag1367.xml><?xml version="1.0" encoding="utf-8"?>
<p:tagLst xmlns:p="http://schemas.openxmlformats.org/presentationml/2006/main">
  <p:tag name="KSO_WM_BEAUTIFY_FLAG" val=""/>
</p:tagLst>
</file>

<file path=ppt/tags/tag1368.xml><?xml version="1.0" encoding="utf-8"?>
<p:tagLst xmlns:p="http://schemas.openxmlformats.org/presentationml/2006/main">
  <p:tag name="KSO_WM_BEAUTIFY_FLAG" val=""/>
</p:tagLst>
</file>

<file path=ppt/tags/tag1369.xml><?xml version="1.0" encoding="utf-8"?>
<p:tagLst xmlns:p="http://schemas.openxmlformats.org/presentationml/2006/main">
  <p:tag name="KSO_WM_BEAUTIFY_FLAG" val=""/>
</p:tagLst>
</file>

<file path=ppt/tags/tag1370.xml><?xml version="1.0" encoding="utf-8"?>
<p:tagLst xmlns:p="http://schemas.openxmlformats.org/presentationml/2006/main">
  <p:tag name="KSO_WM_BEAUTIFY_FLAG" val=""/>
</p:tagLst>
</file>

<file path=ppt/tags/tag1371.xml><?xml version="1.0" encoding="utf-8"?>
<p:tagLst xmlns:p="http://schemas.openxmlformats.org/presentationml/2006/main">
  <p:tag name="KSO_WM_BEAUTIFY_FLAG" val=""/>
</p:tagLst>
</file>

<file path=ppt/tags/tag1372.xml><?xml version="1.0" encoding="utf-8"?>
<p:tagLst xmlns:p="http://schemas.openxmlformats.org/presentationml/2006/main">
  <p:tag name="KSO_WM_BEAUTIFY_FLAG" val=""/>
</p:tagLst>
</file>

<file path=ppt/tags/tag1373.xml><?xml version="1.0" encoding="utf-8"?>
<p:tagLst xmlns:p="http://schemas.openxmlformats.org/presentationml/2006/main">
  <p:tag name="KSO_WM_BEAUTIFY_FLAG" val=""/>
</p:tagLst>
</file>

<file path=ppt/tags/tag1374.xml><?xml version="1.0" encoding="utf-8"?>
<p:tagLst xmlns:p="http://schemas.openxmlformats.org/presentationml/2006/main">
  <p:tag name="KSO_WM_BEAUTIFY_FLAG" val=""/>
</p:tagLst>
</file>

<file path=ppt/tags/tag1375.xml><?xml version="1.0" encoding="utf-8"?>
<p:tagLst xmlns:p="http://schemas.openxmlformats.org/presentationml/2006/main">
  <p:tag name="KSO_WM_BEAUTIFY_FLAG" val=""/>
</p:tagLst>
</file>

<file path=ppt/tags/tag1376.xml><?xml version="1.0" encoding="utf-8"?>
<p:tagLst xmlns:p="http://schemas.openxmlformats.org/presentationml/2006/main">
  <p:tag name="KSO_WM_BEAUTIFY_FLAG" val=""/>
</p:tagLst>
</file>

<file path=ppt/tags/tag1377.xml><?xml version="1.0" encoding="utf-8"?>
<p:tagLst xmlns:p="http://schemas.openxmlformats.org/presentationml/2006/main">
  <p:tag name="KSO_WM_BEAUTIFY_FLAG" val=""/>
</p:tagLst>
</file>

<file path=ppt/tags/tag1378.xml><?xml version="1.0" encoding="utf-8"?>
<p:tagLst xmlns:p="http://schemas.openxmlformats.org/presentationml/2006/main">
  <p:tag name="KSO_WM_BEAUTIFY_FLAG" val=""/>
</p:tagLst>
</file>

<file path=ppt/tags/tag1379.xml><?xml version="1.0" encoding="utf-8"?>
<p:tagLst xmlns:p="http://schemas.openxmlformats.org/presentationml/2006/main">
  <p:tag name="KSO_WM_BEAUTIFY_FLAG" val=""/>
</p:tagLst>
</file>

<file path=ppt/tags/tag1380.xml><?xml version="1.0" encoding="utf-8"?>
<p:tagLst xmlns:p="http://schemas.openxmlformats.org/presentationml/2006/main">
  <p:tag name="KSO_WM_BEAUTIFY_FLAG" val=""/>
</p:tagLst>
</file>

<file path=ppt/tags/tag1381.xml><?xml version="1.0" encoding="utf-8"?>
<p:tagLst xmlns:p="http://schemas.openxmlformats.org/presentationml/2006/main">
  <p:tag name="KSO_WM_BEAUTIFY_FLAG" val=""/>
</p:tagLst>
</file>

<file path=ppt/tags/tag1382.xml><?xml version="1.0" encoding="utf-8"?>
<p:tagLst xmlns:p="http://schemas.openxmlformats.org/presentationml/2006/main">
  <p:tag name="KSO_WM_BEAUTIFY_FLAG" val=""/>
</p:tagLst>
</file>

<file path=ppt/tags/tag1383.xml><?xml version="1.0" encoding="utf-8"?>
<p:tagLst xmlns:p="http://schemas.openxmlformats.org/presentationml/2006/main">
  <p:tag name="KSO_WM_BEAUTIFY_FLAG" val=""/>
</p:tagLst>
</file>

<file path=ppt/tags/tag1384.xml><?xml version="1.0" encoding="utf-8"?>
<p:tagLst xmlns:p="http://schemas.openxmlformats.org/presentationml/2006/main">
  <p:tag name="KSO_WM_BEAUTIFY_FLAG" val=""/>
</p:tagLst>
</file>

<file path=ppt/tags/tag1385.xml><?xml version="1.0" encoding="utf-8"?>
<p:tagLst xmlns:p="http://schemas.openxmlformats.org/presentationml/2006/main">
  <p:tag name="KSO_WM_BEAUTIFY_FLAG" val=""/>
</p:tagLst>
</file>

<file path=ppt/tags/tag1386.xml><?xml version="1.0" encoding="utf-8"?>
<p:tagLst xmlns:p="http://schemas.openxmlformats.org/presentationml/2006/main">
  <p:tag name="KSO_WM_BEAUTIFY_FLAG" val=""/>
</p:tagLst>
</file>

<file path=ppt/tags/tag1387.xml><?xml version="1.0" encoding="utf-8"?>
<p:tagLst xmlns:p="http://schemas.openxmlformats.org/presentationml/2006/main">
  <p:tag name="KSO_WM_BEAUTIFY_FLAG" val=""/>
</p:tagLst>
</file>

<file path=ppt/tags/tag1388.xml><?xml version="1.0" encoding="utf-8"?>
<p:tagLst xmlns:p="http://schemas.openxmlformats.org/presentationml/2006/main">
  <p:tag name="KSO_WM_BEAUTIFY_FLAG" val=""/>
</p:tagLst>
</file>

<file path=ppt/tags/tag1389.xml><?xml version="1.0" encoding="utf-8"?>
<p:tagLst xmlns:p="http://schemas.openxmlformats.org/presentationml/2006/main">
  <p:tag name="KSO_WM_BEAUTIFY_FLAG" val=""/>
</p:tagLst>
</file>

<file path=ppt/tags/tag1390.xml><?xml version="1.0" encoding="utf-8"?>
<p:tagLst xmlns:p="http://schemas.openxmlformats.org/presentationml/2006/main">
  <p:tag name="KSO_WM_BEAUTIFY_FLAG" val=""/>
</p:tagLst>
</file>

<file path=ppt/tags/tag1391.xml><?xml version="1.0" encoding="utf-8"?>
<p:tagLst xmlns:p="http://schemas.openxmlformats.org/presentationml/2006/main">
  <p:tag name="KSO_WM_BEAUTIFY_FLAG" val=""/>
</p:tagLst>
</file>

<file path=ppt/tags/tag1392.xml><?xml version="1.0" encoding="utf-8"?>
<p:tagLst xmlns:p="http://schemas.openxmlformats.org/presentationml/2006/main">
  <p:tag name="KSO_WM_BEAUTIFY_FLAG" val=""/>
</p:tagLst>
</file>

<file path=ppt/tags/tag1393.xml><?xml version="1.0" encoding="utf-8"?>
<p:tagLst xmlns:p="http://schemas.openxmlformats.org/presentationml/2006/main">
  <p:tag name="KSO_WM_BEAUTIFY_FLAG" val=""/>
</p:tagLst>
</file>

<file path=ppt/tags/tag1394.xml><?xml version="1.0" encoding="utf-8"?>
<p:tagLst xmlns:p="http://schemas.openxmlformats.org/presentationml/2006/main">
  <p:tag name="KSO_WM_BEAUTIFY_FLAG" val=""/>
</p:tagLst>
</file>

<file path=ppt/tags/tag1395.xml><?xml version="1.0" encoding="utf-8"?>
<p:tagLst xmlns:p="http://schemas.openxmlformats.org/presentationml/2006/main">
  <p:tag name="KSO_WM_BEAUTIFY_FLAG" val=""/>
</p:tagLst>
</file>

<file path=ppt/tags/tag1396.xml><?xml version="1.0" encoding="utf-8"?>
<p:tagLst xmlns:p="http://schemas.openxmlformats.org/presentationml/2006/main">
  <p:tag name="KSO_WM_BEAUTIFY_FLAG" val=""/>
</p:tagLst>
</file>

<file path=ppt/tags/tag1397.xml><?xml version="1.0" encoding="utf-8"?>
<p:tagLst xmlns:p="http://schemas.openxmlformats.org/presentationml/2006/main">
  <p:tag name="KSO_WM_BEAUTIFY_FLAG" val=""/>
</p:tagLst>
</file>

<file path=ppt/tags/tag1398.xml><?xml version="1.0" encoding="utf-8"?>
<p:tagLst xmlns:p="http://schemas.openxmlformats.org/presentationml/2006/main">
  <p:tag name="KSO_WM_BEAUTIFY_FLAG" val=""/>
</p:tagLst>
</file>

<file path=ppt/tags/tag1399.xml><?xml version="1.0" encoding="utf-8"?>
<p:tagLst xmlns:p="http://schemas.openxmlformats.org/presentationml/2006/main">
  <p:tag name="KSO_WM_BEAUTIFY_FLAG" val=""/>
</p:tagLst>
</file>

<file path=ppt/tags/tag1400.xml><?xml version="1.0" encoding="utf-8"?>
<p:tagLst xmlns:p="http://schemas.openxmlformats.org/presentationml/2006/main">
  <p:tag name="KSO_WM_BEAUTIFY_FLAG" val=""/>
</p:tagLst>
</file>

<file path=ppt/tags/tag1401.xml><?xml version="1.0" encoding="utf-8"?>
<p:tagLst xmlns:p="http://schemas.openxmlformats.org/presentationml/2006/main">
  <p:tag name="KSO_WM_BEAUTIFY_FLAG" val=""/>
</p:tagLst>
</file>

<file path=ppt/tags/tag1402.xml><?xml version="1.0" encoding="utf-8"?>
<p:tagLst xmlns:p="http://schemas.openxmlformats.org/presentationml/2006/main">
  <p:tag name="KSO_WM_BEAUTIFY_FLAG" val=""/>
</p:tagLst>
</file>

<file path=ppt/tags/tag1403.xml><?xml version="1.0" encoding="utf-8"?>
<p:tagLst xmlns:p="http://schemas.openxmlformats.org/presentationml/2006/main">
  <p:tag name="KSO_WM_BEAUTIFY_FLAG" val=""/>
</p:tagLst>
</file>

<file path=ppt/tags/tag1404.xml><?xml version="1.0" encoding="utf-8"?>
<p:tagLst xmlns:p="http://schemas.openxmlformats.org/presentationml/2006/main">
  <p:tag name="KSO_WM_BEAUTIFY_FLAG" val=""/>
</p:tagLst>
</file>

<file path=ppt/tags/tag1405.xml><?xml version="1.0" encoding="utf-8"?>
<p:tagLst xmlns:p="http://schemas.openxmlformats.org/presentationml/2006/main">
  <p:tag name="KSO_WM_BEAUTIFY_FLAG" val=""/>
</p:tagLst>
</file>

<file path=ppt/tags/tag1406.xml><?xml version="1.0" encoding="utf-8"?>
<p:tagLst xmlns:p="http://schemas.openxmlformats.org/presentationml/2006/main">
  <p:tag name="KSO_WM_BEAUTIFY_FLAG" val=""/>
</p:tagLst>
</file>

<file path=ppt/tags/tag1407.xml><?xml version="1.0" encoding="utf-8"?>
<p:tagLst xmlns:p="http://schemas.openxmlformats.org/presentationml/2006/main">
  <p:tag name="KSO_WM_BEAUTIFY_FLAG" val=""/>
</p:tagLst>
</file>

<file path=ppt/tags/tag1408.xml><?xml version="1.0" encoding="utf-8"?>
<p:tagLst xmlns:p="http://schemas.openxmlformats.org/presentationml/2006/main">
  <p:tag name="KSO_WM_BEAUTIFY_FLAG" val=""/>
</p:tagLst>
</file>

<file path=ppt/tags/tag1409.xml><?xml version="1.0" encoding="utf-8"?>
<p:tagLst xmlns:p="http://schemas.openxmlformats.org/presentationml/2006/main">
  <p:tag name="KSO_WM_BEAUTIFY_FLAG" val=""/>
</p:tagLst>
</file>

<file path=ppt/tags/tag1410.xml><?xml version="1.0" encoding="utf-8"?>
<p:tagLst xmlns:p="http://schemas.openxmlformats.org/presentationml/2006/main">
  <p:tag name="KSO_WM_BEAUTIFY_FLAG" val=""/>
</p:tagLst>
</file>

<file path=ppt/tags/tag1411.xml><?xml version="1.0" encoding="utf-8"?>
<p:tagLst xmlns:p="http://schemas.openxmlformats.org/presentationml/2006/main">
  <p:tag name="KSO_WM_BEAUTIFY_FLAG" val=""/>
</p:tagLst>
</file>

<file path=ppt/tags/tag1412.xml><?xml version="1.0" encoding="utf-8"?>
<p:tagLst xmlns:p="http://schemas.openxmlformats.org/presentationml/2006/main">
  <p:tag name="KSO_WM_BEAUTIFY_FLAG" val=""/>
</p:tagLst>
</file>

<file path=ppt/tags/tag1413.xml><?xml version="1.0" encoding="utf-8"?>
<p:tagLst xmlns:p="http://schemas.openxmlformats.org/presentationml/2006/main">
  <p:tag name="KSO_WM_BEAUTIFY_FLAG" val=""/>
</p:tagLst>
</file>

<file path=ppt/tags/tag1414.xml><?xml version="1.0" encoding="utf-8"?>
<p:tagLst xmlns:p="http://schemas.openxmlformats.org/presentationml/2006/main">
  <p:tag name="KSO_WM_BEAUTIFY_FLAG" val=""/>
</p:tagLst>
</file>

<file path=ppt/tags/tag1415.xml><?xml version="1.0" encoding="utf-8"?>
<p:tagLst xmlns:p="http://schemas.openxmlformats.org/presentationml/2006/main">
  <p:tag name="KSO_WM_BEAUTIFY_FLAG" val=""/>
</p:tagLst>
</file>

<file path=ppt/tags/tag1416.xml><?xml version="1.0" encoding="utf-8"?>
<p:tagLst xmlns:p="http://schemas.openxmlformats.org/presentationml/2006/main">
  <p:tag name="KSO_WM_BEAUTIFY_FLAG" val=""/>
</p:tagLst>
</file>

<file path=ppt/tags/tag1417.xml><?xml version="1.0" encoding="utf-8"?>
<p:tagLst xmlns:p="http://schemas.openxmlformats.org/presentationml/2006/main">
  <p:tag name="KSO_WM_BEAUTIFY_FLAG" val=""/>
</p:tagLst>
</file>

<file path=ppt/tags/tag1418.xml><?xml version="1.0" encoding="utf-8"?>
<p:tagLst xmlns:p="http://schemas.openxmlformats.org/presentationml/2006/main">
  <p:tag name="KSO_WM_BEAUTIFY_FLAG" val=""/>
</p:tagLst>
</file>

<file path=ppt/tags/tag1419.xml><?xml version="1.0" encoding="utf-8"?>
<p:tagLst xmlns:p="http://schemas.openxmlformats.org/presentationml/2006/main">
  <p:tag name="KSO_WM_BEAUTIFY_FLAG" val=""/>
</p:tagLst>
</file>

<file path=ppt/tags/tag1420.xml><?xml version="1.0" encoding="utf-8"?>
<p:tagLst xmlns:p="http://schemas.openxmlformats.org/presentationml/2006/main">
  <p:tag name="KSO_WM_BEAUTIFY_FLAG" val=""/>
</p:tagLst>
</file>

<file path=ppt/tags/tag1421.xml><?xml version="1.0" encoding="utf-8"?>
<p:tagLst xmlns:p="http://schemas.openxmlformats.org/presentationml/2006/main">
  <p:tag name="KSO_WM_BEAUTIFY_FLAG" val=""/>
</p:tagLst>
</file>

<file path=ppt/tags/tag1422.xml><?xml version="1.0" encoding="utf-8"?>
<p:tagLst xmlns:p="http://schemas.openxmlformats.org/presentationml/2006/main">
  <p:tag name="KSO_WM_BEAUTIFY_FLAG" val=""/>
</p:tagLst>
</file>

<file path=ppt/tags/tag1423.xml><?xml version="1.0" encoding="utf-8"?>
<p:tagLst xmlns:p="http://schemas.openxmlformats.org/presentationml/2006/main">
  <p:tag name="KSO_WM_BEAUTIFY_FLAG" val=""/>
</p:tagLst>
</file>

<file path=ppt/tags/tag1424.xml><?xml version="1.0" encoding="utf-8"?>
<p:tagLst xmlns:p="http://schemas.openxmlformats.org/presentationml/2006/main">
  <p:tag name="KSO_WM_BEAUTIFY_FLAG" val=""/>
</p:tagLst>
</file>

<file path=ppt/tags/tag1425.xml><?xml version="1.0" encoding="utf-8"?>
<p:tagLst xmlns:p="http://schemas.openxmlformats.org/presentationml/2006/main">
  <p:tag name="KSO_WM_BEAUTIFY_FLAG" val=""/>
</p:tagLst>
</file>

<file path=ppt/tags/tag1426.xml><?xml version="1.0" encoding="utf-8"?>
<p:tagLst xmlns:p="http://schemas.openxmlformats.org/presentationml/2006/main">
  <p:tag name="KSO_WM_BEAUTIFY_FLAG" val=""/>
</p:tagLst>
</file>

<file path=ppt/tags/tag1427.xml><?xml version="1.0" encoding="utf-8"?>
<p:tagLst xmlns:p="http://schemas.openxmlformats.org/presentationml/2006/main">
  <p:tag name="KSO_WM_BEAUTIFY_FLAG" val=""/>
</p:tagLst>
</file>

<file path=ppt/tags/tag1428.xml><?xml version="1.0" encoding="utf-8"?>
<p:tagLst xmlns:p="http://schemas.openxmlformats.org/presentationml/2006/main">
  <p:tag name="KSO_WM_BEAUTIFY_FLAG" val=""/>
</p:tagLst>
</file>

<file path=ppt/tags/tag1429.xml><?xml version="1.0" encoding="utf-8"?>
<p:tagLst xmlns:p="http://schemas.openxmlformats.org/presentationml/2006/main">
  <p:tag name="KSO_WM_BEAUTIFY_FLAG" val=""/>
</p:tagLst>
</file>

<file path=ppt/tags/tag1430.xml><?xml version="1.0" encoding="utf-8"?>
<p:tagLst xmlns:p="http://schemas.openxmlformats.org/presentationml/2006/main">
  <p:tag name="KSO_WM_BEAUTIFY_FLAG" val=""/>
</p:tagLst>
</file>

<file path=ppt/tags/tag1431.xml><?xml version="1.0" encoding="utf-8"?>
<p:tagLst xmlns:p="http://schemas.openxmlformats.org/presentationml/2006/main">
  <p:tag name="KSO_WM_BEAUTIFY_FLAG" val=""/>
</p:tagLst>
</file>

<file path=ppt/tags/tag1432.xml><?xml version="1.0" encoding="utf-8"?>
<p:tagLst xmlns:p="http://schemas.openxmlformats.org/presentationml/2006/main">
  <p:tag name="KSO_WM_BEAUTIFY_FLAG" val=""/>
</p:tagLst>
</file>

<file path=ppt/tags/tag1433.xml><?xml version="1.0" encoding="utf-8"?>
<p:tagLst xmlns:p="http://schemas.openxmlformats.org/presentationml/2006/main">
  <p:tag name="KSO_WM_BEAUTIFY_FLAG" val=""/>
</p:tagLst>
</file>

<file path=ppt/tags/tag1434.xml><?xml version="1.0" encoding="utf-8"?>
<p:tagLst xmlns:p="http://schemas.openxmlformats.org/presentationml/2006/main">
  <p:tag name="KSO_WM_BEAUTIFY_FLAG" val=""/>
</p:tagLst>
</file>

<file path=ppt/tags/tag1435.xml><?xml version="1.0" encoding="utf-8"?>
<p:tagLst xmlns:p="http://schemas.openxmlformats.org/presentationml/2006/main">
  <p:tag name="KSO_WM_BEAUTIFY_FLAG" val=""/>
</p:tagLst>
</file>

<file path=ppt/tags/tag1436.xml><?xml version="1.0" encoding="utf-8"?>
<p:tagLst xmlns:p="http://schemas.openxmlformats.org/presentationml/2006/main">
  <p:tag name="KSO_WM_BEAUTIFY_FLAG" val=""/>
</p:tagLst>
</file>

<file path=ppt/tags/tag1437.xml><?xml version="1.0" encoding="utf-8"?>
<p:tagLst xmlns:p="http://schemas.openxmlformats.org/presentationml/2006/main">
  <p:tag name="KSO_WM_BEAUTIFY_FLAG" val=""/>
</p:tagLst>
</file>

<file path=ppt/tags/tag1438.xml><?xml version="1.0" encoding="utf-8"?>
<p:tagLst xmlns:p="http://schemas.openxmlformats.org/presentationml/2006/main">
  <p:tag name="KSO_WM_BEAUTIFY_FLAG" val=""/>
</p:tagLst>
</file>

<file path=ppt/tags/tag1439.xml><?xml version="1.0" encoding="utf-8"?>
<p:tagLst xmlns:p="http://schemas.openxmlformats.org/presentationml/2006/main">
  <p:tag name="KSO_WM_BEAUTIFY_FLAG" val=""/>
</p:tagLst>
</file>

<file path=ppt/tags/tag1440.xml><?xml version="1.0" encoding="utf-8"?>
<p:tagLst xmlns:p="http://schemas.openxmlformats.org/presentationml/2006/main">
  <p:tag name="KSO_WM_BEAUTIFY_FLAG" val=""/>
</p:tagLst>
</file>

<file path=ppt/tags/tag1441.xml><?xml version="1.0" encoding="utf-8"?>
<p:tagLst xmlns:p="http://schemas.openxmlformats.org/presentationml/2006/main">
  <p:tag name="KSO_WM_BEAUTIFY_FLAG" val=""/>
</p:tagLst>
</file>

<file path=ppt/tags/tag1442.xml><?xml version="1.0" encoding="utf-8"?>
<p:tagLst xmlns:p="http://schemas.openxmlformats.org/presentationml/2006/main">
  <p:tag name="KSO_WM_BEAUTIFY_FLAG" val=""/>
</p:tagLst>
</file>

<file path=ppt/tags/tag1443.xml><?xml version="1.0" encoding="utf-8"?>
<p:tagLst xmlns:p="http://schemas.openxmlformats.org/presentationml/2006/main">
  <p:tag name="KSO_WM_BEAUTIFY_FLAG" val=""/>
</p:tagLst>
</file>

<file path=ppt/tags/tag1444.xml><?xml version="1.0" encoding="utf-8"?>
<p:tagLst xmlns:p="http://schemas.openxmlformats.org/presentationml/2006/main">
  <p:tag name="KSO_WM_BEAUTIFY_FLAG" val=""/>
</p:tagLst>
</file>

<file path=ppt/tags/tag1445.xml><?xml version="1.0" encoding="utf-8"?>
<p:tagLst xmlns:p="http://schemas.openxmlformats.org/presentationml/2006/main">
  <p:tag name="KSO_WM_BEAUTIFY_FLAG" val=""/>
</p:tagLst>
</file>

<file path=ppt/tags/tag1446.xml><?xml version="1.0" encoding="utf-8"?>
<p:tagLst xmlns:p="http://schemas.openxmlformats.org/presentationml/2006/main">
  <p:tag name="KSO_WM_BEAUTIFY_FLAG" val=""/>
</p:tagLst>
</file>

<file path=ppt/tags/tag1447.xml><?xml version="1.0" encoding="utf-8"?>
<p:tagLst xmlns:p="http://schemas.openxmlformats.org/presentationml/2006/main">
  <p:tag name="KSO_WM_BEAUTIFY_FLAG" val=""/>
</p:tagLst>
</file>

<file path=ppt/tags/tag1448.xml><?xml version="1.0" encoding="utf-8"?>
<p:tagLst xmlns:p="http://schemas.openxmlformats.org/presentationml/2006/main">
  <p:tag name="KSO_WM_BEAUTIFY_FLAG" val=""/>
</p:tagLst>
</file>

<file path=ppt/tags/tag1449.xml><?xml version="1.0" encoding="utf-8"?>
<p:tagLst xmlns:p="http://schemas.openxmlformats.org/presentationml/2006/main">
  <p:tag name="KSO_WM_BEAUTIFY_FLAG" val=""/>
</p:tagLst>
</file>

<file path=ppt/tags/tag1450.xml><?xml version="1.0" encoding="utf-8"?>
<p:tagLst xmlns:p="http://schemas.openxmlformats.org/presentationml/2006/main">
  <p:tag name="KSO_WM_BEAUTIFY_FLAG" val=""/>
</p:tagLst>
</file>

<file path=ppt/tags/tag1451.xml><?xml version="1.0" encoding="utf-8"?>
<p:tagLst xmlns:p="http://schemas.openxmlformats.org/presentationml/2006/main">
  <p:tag name="KSO_WM_BEAUTIFY_FLAG" val=""/>
</p:tagLst>
</file>

<file path=ppt/tags/tag1452.xml><?xml version="1.0" encoding="utf-8"?>
<p:tagLst xmlns:p="http://schemas.openxmlformats.org/presentationml/2006/main">
  <p:tag name="KSO_WM_BEAUTIFY_FLAG" val=""/>
</p:tagLst>
</file>

<file path=ppt/tags/tag1453.xml><?xml version="1.0" encoding="utf-8"?>
<p:tagLst xmlns:p="http://schemas.openxmlformats.org/presentationml/2006/main">
  <p:tag name="KSO_WM_BEAUTIFY_FLAG" val=""/>
</p:tagLst>
</file>

<file path=ppt/tags/tag1454.xml><?xml version="1.0" encoding="utf-8"?>
<p:tagLst xmlns:p="http://schemas.openxmlformats.org/presentationml/2006/main">
  <p:tag name="KSO_WM_BEAUTIFY_FLAG" val=""/>
</p:tagLst>
</file>

<file path=ppt/tags/tag1455.xml><?xml version="1.0" encoding="utf-8"?>
<p:tagLst xmlns:p="http://schemas.openxmlformats.org/presentationml/2006/main">
  <p:tag name="KSO_WM_BEAUTIFY_FLAG" val=""/>
</p:tagLst>
</file>

<file path=ppt/tags/tag1456.xml><?xml version="1.0" encoding="utf-8"?>
<p:tagLst xmlns:p="http://schemas.openxmlformats.org/presentationml/2006/main">
  <p:tag name="KSO_WM_BEAUTIFY_FLAG" val=""/>
</p:tagLst>
</file>

<file path=ppt/tags/tag1457.xml><?xml version="1.0" encoding="utf-8"?>
<p:tagLst xmlns:p="http://schemas.openxmlformats.org/presentationml/2006/main">
  <p:tag name="KSO_WM_BEAUTIFY_FLAG" val=""/>
</p:tagLst>
</file>

<file path=ppt/tags/tag1458.xml><?xml version="1.0" encoding="utf-8"?>
<p:tagLst xmlns:p="http://schemas.openxmlformats.org/presentationml/2006/main">
  <p:tag name="KSO_WM_BEAUTIFY_FLAG" val=""/>
</p:tagLst>
</file>

<file path=ppt/tags/tag1459.xml><?xml version="1.0" encoding="utf-8"?>
<p:tagLst xmlns:p="http://schemas.openxmlformats.org/presentationml/2006/main">
  <p:tag name="KSO_WM_BEAUTIFY_FLAG" val=""/>
</p:tagLst>
</file>

<file path=ppt/tags/tag1460.xml><?xml version="1.0" encoding="utf-8"?>
<p:tagLst xmlns:p="http://schemas.openxmlformats.org/presentationml/2006/main">
  <p:tag name="KSO_WM_BEAUTIFY_FLAG" val=""/>
</p:tagLst>
</file>

<file path=ppt/tags/tag1461.xml><?xml version="1.0" encoding="utf-8"?>
<p:tagLst xmlns:p="http://schemas.openxmlformats.org/presentationml/2006/main">
  <p:tag name="KSO_WM_BEAUTIFY_FLAG" val=""/>
</p:tagLst>
</file>

<file path=ppt/tags/tag1462.xml><?xml version="1.0" encoding="utf-8"?>
<p:tagLst xmlns:p="http://schemas.openxmlformats.org/presentationml/2006/main">
  <p:tag name="KSO_WM_BEAUTIFY_FLAG" val=""/>
</p:tagLst>
</file>

<file path=ppt/tags/tag1463.xml><?xml version="1.0" encoding="utf-8"?>
<p:tagLst xmlns:p="http://schemas.openxmlformats.org/presentationml/2006/main">
  <p:tag name="KSO_WM_BEAUTIFY_FLAG" val=""/>
</p:tagLst>
</file>

<file path=ppt/tags/tag1464.xml><?xml version="1.0" encoding="utf-8"?>
<p:tagLst xmlns:p="http://schemas.openxmlformats.org/presentationml/2006/main">
  <p:tag name="KSO_WM_BEAUTIFY_FLAG" val=""/>
</p:tagLst>
</file>

<file path=ppt/tags/tag1465.xml><?xml version="1.0" encoding="utf-8"?>
<p:tagLst xmlns:p="http://schemas.openxmlformats.org/presentationml/2006/main">
  <p:tag name="KSO_WM_BEAUTIFY_FLAG" val=""/>
</p:tagLst>
</file>

<file path=ppt/tags/tag1466.xml><?xml version="1.0" encoding="utf-8"?>
<p:tagLst xmlns:p="http://schemas.openxmlformats.org/presentationml/2006/main">
  <p:tag name="KSO_WM_BEAUTIFY_FLAG" val=""/>
</p:tagLst>
</file>

<file path=ppt/tags/tag1467.xml><?xml version="1.0" encoding="utf-8"?>
<p:tagLst xmlns:p="http://schemas.openxmlformats.org/presentationml/2006/main">
  <p:tag name="KSO_WM_BEAUTIFY_FLAG" val=""/>
</p:tagLst>
</file>

<file path=ppt/tags/tag1468.xml><?xml version="1.0" encoding="utf-8"?>
<p:tagLst xmlns:p="http://schemas.openxmlformats.org/presentationml/2006/main">
  <p:tag name="KSO_WM_BEAUTIFY_FLAG" val=""/>
</p:tagLst>
</file>

<file path=ppt/tags/tag1469.xml><?xml version="1.0" encoding="utf-8"?>
<p:tagLst xmlns:p="http://schemas.openxmlformats.org/presentationml/2006/main">
  <p:tag name="KSO_WM_BEAUTIFY_FLAG" val=""/>
</p:tagLst>
</file>

<file path=ppt/tags/tag1470.xml><?xml version="1.0" encoding="utf-8"?>
<p:tagLst xmlns:p="http://schemas.openxmlformats.org/presentationml/2006/main">
  <p:tag name="KSO_WM_BEAUTIFY_FLAG" val=""/>
</p:tagLst>
</file>

<file path=ppt/tags/tag1471.xml><?xml version="1.0" encoding="utf-8"?>
<p:tagLst xmlns:p="http://schemas.openxmlformats.org/presentationml/2006/main">
  <p:tag name="KSO_WM_BEAUTIFY_FLAG" val=""/>
</p:tagLst>
</file>

<file path=ppt/tags/tag1472.xml><?xml version="1.0" encoding="utf-8"?>
<p:tagLst xmlns:p="http://schemas.openxmlformats.org/presentationml/2006/main">
  <p:tag name="KSO_WM_BEAUTIFY_FLAG" val=""/>
</p:tagLst>
</file>

<file path=ppt/tags/tag1473.xml><?xml version="1.0" encoding="utf-8"?>
<p:tagLst xmlns:p="http://schemas.openxmlformats.org/presentationml/2006/main">
  <p:tag name="KSO_WM_BEAUTIFY_FLAG" val=""/>
</p:tagLst>
</file>

<file path=ppt/tags/tag1474.xml><?xml version="1.0" encoding="utf-8"?>
<p:tagLst xmlns:p="http://schemas.openxmlformats.org/presentationml/2006/main">
  <p:tag name="KSO_WM_BEAUTIFY_FLAG" val=""/>
</p:tagLst>
</file>

<file path=ppt/tags/tag1475.xml><?xml version="1.0" encoding="utf-8"?>
<p:tagLst xmlns:p="http://schemas.openxmlformats.org/presentationml/2006/main">
  <p:tag name="KSO_WM_BEAUTIFY_FLAG" val=""/>
</p:tagLst>
</file>

<file path=ppt/tags/tag1476.xml><?xml version="1.0" encoding="utf-8"?>
<p:tagLst xmlns:p="http://schemas.openxmlformats.org/presentationml/2006/main">
  <p:tag name="KSO_WM_BEAUTIFY_FLAG" val=""/>
</p:tagLst>
</file>

<file path=ppt/tags/tag1477.xml><?xml version="1.0" encoding="utf-8"?>
<p:tagLst xmlns:p="http://schemas.openxmlformats.org/presentationml/2006/main">
  <p:tag name="KSO_WM_BEAUTIFY_FLAG" val=""/>
</p:tagLst>
</file>

<file path=ppt/tags/tag1478.xml><?xml version="1.0" encoding="utf-8"?>
<p:tagLst xmlns:p="http://schemas.openxmlformats.org/presentationml/2006/main">
  <p:tag name="KSO_WM_BEAUTIFY_FLAG" val=""/>
</p:tagLst>
</file>

<file path=ppt/tags/tag1479.xml><?xml version="1.0" encoding="utf-8"?>
<p:tagLst xmlns:p="http://schemas.openxmlformats.org/presentationml/2006/main">
  <p:tag name="KSO_WM_BEAUTIFY_FLAG" val=""/>
</p:tagLst>
</file>

<file path=ppt/tags/tag1480.xml><?xml version="1.0" encoding="utf-8"?>
<p:tagLst xmlns:p="http://schemas.openxmlformats.org/presentationml/2006/main">
  <p:tag name="KSO_WM_BEAUTIFY_FLAG" val=""/>
</p:tagLst>
</file>

<file path=ppt/tags/tag1481.xml><?xml version="1.0" encoding="utf-8"?>
<p:tagLst xmlns:p="http://schemas.openxmlformats.org/presentationml/2006/main">
  <p:tag name="KSO_WM_BEAUTIFY_FLAG" val=""/>
</p:tagLst>
</file>

<file path=ppt/tags/tag1482.xml><?xml version="1.0" encoding="utf-8"?>
<p:tagLst xmlns:p="http://schemas.openxmlformats.org/presentationml/2006/main">
  <p:tag name="KSO_WM_BEAUTIFY_FLAG" val=""/>
</p:tagLst>
</file>

<file path=ppt/tags/tag1483.xml><?xml version="1.0" encoding="utf-8"?>
<p:tagLst xmlns:p="http://schemas.openxmlformats.org/presentationml/2006/main">
  <p:tag name="COMMONDATA" val="eyJoZGlkIjoiNGEyYTQ3YzBjNDdiNmY2MWY1ZjA1Njc3MjE3YzgwODU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6454</Words>
  <Application>WPS 演示</Application>
  <PresentationFormat>全屏显示(4:3)</PresentationFormat>
  <Paragraphs>1744</Paragraphs>
  <Slides>49</Slides>
  <Notes>33</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5</vt:i4>
      </vt:variant>
      <vt:variant>
        <vt:lpstr>幻灯片标题</vt:lpstr>
      </vt:variant>
      <vt:variant>
        <vt:i4>49</vt:i4>
      </vt:variant>
    </vt:vector>
  </HeadingPairs>
  <TitlesOfParts>
    <vt:vector size="76" baseType="lpstr">
      <vt:lpstr>Arial</vt:lpstr>
      <vt:lpstr>宋体</vt:lpstr>
      <vt:lpstr>Wingdings</vt:lpstr>
      <vt:lpstr>思源黑体 CN Bold</vt:lpstr>
      <vt:lpstr>黑体</vt:lpstr>
      <vt:lpstr>思源黑体 CN Regular</vt:lpstr>
      <vt:lpstr>思源黑体 CN Light</vt:lpstr>
      <vt:lpstr>华光中雅_CNKI</vt:lpstr>
      <vt:lpstr>微软雅黑</vt:lpstr>
      <vt:lpstr>Arial</vt:lpstr>
      <vt:lpstr>Arial Unicode MS</vt:lpstr>
      <vt:lpstr>等线</vt:lpstr>
      <vt:lpstr>华光琥珀_CNKI</vt:lpstr>
      <vt:lpstr>Times New Roman</vt:lpstr>
      <vt:lpstr>Verdana</vt:lpstr>
      <vt:lpstr>Calibri</vt:lpstr>
      <vt:lpstr>汉仪雅酷黑简</vt:lpstr>
      <vt:lpstr>华光中楷_CNKI</vt:lpstr>
      <vt:lpstr>华光楷体_CNKI</vt:lpstr>
      <vt:lpstr>华光楷体二_CNKI</vt:lpstr>
      <vt:lpstr>华光楷体一_CNKI</vt:lpstr>
      <vt:lpstr>Office 主题</vt:lpstr>
      <vt:lpstr>Excel.Sheet.8</vt:lpstr>
      <vt:lpstr>Excel.Sheet.8</vt:lpstr>
      <vt:lpstr>Excel.Sheet.8</vt:lpstr>
      <vt:lpstr>Excel.Sheet.8</vt:lpstr>
      <vt:lpstr>Excel.Sheet.8</vt:lpstr>
      <vt:lpstr>PowerPoint 演示文稿</vt:lpstr>
      <vt:lpstr>PowerPoint 演示文稿</vt:lpstr>
      <vt:lpstr>PowerPoint 演示文稿</vt:lpstr>
      <vt:lpstr>显性成本与隐性成本</vt:lpstr>
      <vt:lpstr>显性成本与隐性成本:一个例子</vt:lpstr>
      <vt:lpstr>经济利润与会计利润</vt:lpstr>
      <vt:lpstr>习题：经济利润与会计利润</vt:lpstr>
      <vt:lpstr>习题：答案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例2:成本</vt:lpstr>
      <vt:lpstr>PowerPoint 演示文稿</vt:lpstr>
      <vt:lpstr>例2:平均固定成本</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ASUS</dc:creator>
  <cp:lastModifiedBy>YZ</cp:lastModifiedBy>
  <cp:revision>414</cp:revision>
  <cp:lastPrinted>2023-10-26T13:06:00Z</cp:lastPrinted>
  <dcterms:created xsi:type="dcterms:W3CDTF">2020-07-01T07:18:00Z</dcterms:created>
  <dcterms:modified xsi:type="dcterms:W3CDTF">2025-10-15T06:53:32Z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8164FE637776476B8F576D6681FDA0F6_13</vt:lpwstr>
  </property>
</Properties>
</file>