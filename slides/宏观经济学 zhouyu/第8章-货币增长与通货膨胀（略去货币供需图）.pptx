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5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6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tags/tag1.xml" ContentType="application/vnd.openxmlformats-officedocument.presentationml.tags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2.xml" ContentType="application/vnd.openxmlformats-officedocument.presentationml.notesSlide+xml"/>
  <Override PartName="/ppt/charts/chart5.xml" ContentType="application/vnd.openxmlformats-officedocument.drawingml.chart+xml"/>
  <Override PartName="/ppt/notesSlides/notesSlide13.xml" ContentType="application/vnd.openxmlformats-officedocument.presentationml.notesSlide+xml"/>
  <Override PartName="/ppt/charts/chart6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2" r:id="rId3"/>
    <p:sldMasterId id="2147483677" r:id="rId4"/>
    <p:sldMasterId id="2147483681" r:id="rId5"/>
    <p:sldMasterId id="2147483685" r:id="rId6"/>
    <p:sldMasterId id="2147483689" r:id="rId7"/>
  </p:sldMasterIdLst>
  <p:notesMasterIdLst>
    <p:notesMasterId r:id="rId54"/>
  </p:notesMasterIdLst>
  <p:sldIdLst>
    <p:sldId id="333" r:id="rId8"/>
    <p:sldId id="261" r:id="rId9"/>
    <p:sldId id="279" r:id="rId10"/>
    <p:sldId id="338" r:id="rId11"/>
    <p:sldId id="343" r:id="rId12"/>
    <p:sldId id="280" r:id="rId13"/>
    <p:sldId id="286" r:id="rId14"/>
    <p:sldId id="344" r:id="rId15"/>
    <p:sldId id="287" r:id="rId16"/>
    <p:sldId id="288" r:id="rId17"/>
    <p:sldId id="289" r:id="rId18"/>
    <p:sldId id="290" r:id="rId19"/>
    <p:sldId id="291" r:id="rId20"/>
    <p:sldId id="293" r:id="rId21"/>
    <p:sldId id="294" r:id="rId22"/>
    <p:sldId id="292" r:id="rId23"/>
    <p:sldId id="295" r:id="rId24"/>
    <p:sldId id="296" r:id="rId25"/>
    <p:sldId id="297" r:id="rId26"/>
    <p:sldId id="298" r:id="rId27"/>
    <p:sldId id="299" r:id="rId28"/>
    <p:sldId id="300" r:id="rId29"/>
    <p:sldId id="303" r:id="rId30"/>
    <p:sldId id="335" r:id="rId31"/>
    <p:sldId id="304" r:id="rId32"/>
    <p:sldId id="305" r:id="rId33"/>
    <p:sldId id="306" r:id="rId34"/>
    <p:sldId id="339" r:id="rId35"/>
    <p:sldId id="308" r:id="rId36"/>
    <p:sldId id="310" r:id="rId37"/>
    <p:sldId id="311" r:id="rId38"/>
    <p:sldId id="345" r:id="rId39"/>
    <p:sldId id="346" r:id="rId40"/>
    <p:sldId id="350" r:id="rId41"/>
    <p:sldId id="312" r:id="rId42"/>
    <p:sldId id="316" r:id="rId43"/>
    <p:sldId id="336" r:id="rId44"/>
    <p:sldId id="322" r:id="rId45"/>
    <p:sldId id="340" r:id="rId46"/>
    <p:sldId id="341" r:id="rId47"/>
    <p:sldId id="342" r:id="rId48"/>
    <p:sldId id="327" r:id="rId49"/>
    <p:sldId id="347" r:id="rId50"/>
    <p:sldId id="348" r:id="rId51"/>
    <p:sldId id="349" r:id="rId52"/>
    <p:sldId id="334" r:id="rId5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用户" initials="W用" lastIdx="3" clrIdx="0"/>
  <p:cmAuthor id="2" name="潘 柏蕙" initials="潘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7B55"/>
    <a:srgbClr val="9F8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376" autoAdjust="0"/>
  </p:normalViewPr>
  <p:slideViewPr>
    <p:cSldViewPr showGuides="1">
      <p:cViewPr varScale="1">
        <p:scale>
          <a:sx n="101" d="100"/>
          <a:sy n="101" d="100"/>
        </p:scale>
        <p:origin x="19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slide" Target="slides/slide43.xml"/><Relationship Id="rId55" Type="http://schemas.openxmlformats.org/officeDocument/2006/relationships/commentAuthors" Target="commentAuthor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presProps" Target="presProps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tableStyles" Target="tableStyles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viewProps" Target="viewProps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Sebastian\Desktop\2013PP\Data\Chapter%2030\GDP,M2,Velocity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Microsoft%20PowerPoint%20&#20013;&#30340;&#22270;&#34920;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Sebastian\Desktop\2013PP\Data\Chapter%2030\Inflation%20and%20interest%20rates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Sebastian\Documents\Work%20Folder\Data\Chapter%204%20(5)\Slide%2044-45%20(CPI%20and%20Wage)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Sheet1!$C$7</c:f>
              <c:strCache>
                <c:ptCount val="1"/>
                <c:pt idx="0">
                  <c:v>M2</c:v>
                </c:pt>
              </c:strCache>
            </c:strRef>
          </c:tx>
          <c:spPr>
            <a:ln w="47625" cap="rnd" cmpd="sng" algn="ctr">
              <a:solidFill>
                <a:srgbClr val="FF0000"/>
              </a:solidFill>
              <a:prstDash val="solid"/>
              <a:round/>
            </a:ln>
          </c:spPr>
          <c:marker>
            <c:symbol val="none"/>
          </c:marker>
          <c:xVal>
            <c:numRef>
              <c:f>Sheet1!$B$8:$B$219</c:f>
              <c:numCache>
                <c:formatCode>0.00</c:formatCode>
                <c:ptCount val="212"/>
                <c:pt idx="0">
                  <c:v>1960</c:v>
                </c:pt>
                <c:pt idx="1">
                  <c:v>1960.25</c:v>
                </c:pt>
                <c:pt idx="2">
                  <c:v>1960.5</c:v>
                </c:pt>
                <c:pt idx="3">
                  <c:v>1960.75</c:v>
                </c:pt>
                <c:pt idx="4">
                  <c:v>1961</c:v>
                </c:pt>
                <c:pt idx="5">
                  <c:v>1961.25</c:v>
                </c:pt>
                <c:pt idx="6">
                  <c:v>1961.5</c:v>
                </c:pt>
                <c:pt idx="7">
                  <c:v>1961.75</c:v>
                </c:pt>
                <c:pt idx="8">
                  <c:v>1962</c:v>
                </c:pt>
                <c:pt idx="9">
                  <c:v>1962.25</c:v>
                </c:pt>
                <c:pt idx="10">
                  <c:v>1962.5</c:v>
                </c:pt>
                <c:pt idx="11">
                  <c:v>1962.75</c:v>
                </c:pt>
                <c:pt idx="12">
                  <c:v>1963</c:v>
                </c:pt>
                <c:pt idx="13">
                  <c:v>1963.25</c:v>
                </c:pt>
                <c:pt idx="14">
                  <c:v>1963.5</c:v>
                </c:pt>
                <c:pt idx="15">
                  <c:v>1963.75</c:v>
                </c:pt>
                <c:pt idx="16">
                  <c:v>1964</c:v>
                </c:pt>
                <c:pt idx="17">
                  <c:v>1964.25</c:v>
                </c:pt>
                <c:pt idx="18">
                  <c:v>1964.5</c:v>
                </c:pt>
                <c:pt idx="19">
                  <c:v>1964.75</c:v>
                </c:pt>
                <c:pt idx="20">
                  <c:v>1965</c:v>
                </c:pt>
                <c:pt idx="21">
                  <c:v>1965.25</c:v>
                </c:pt>
                <c:pt idx="22">
                  <c:v>1965.5</c:v>
                </c:pt>
                <c:pt idx="23">
                  <c:v>1965.75</c:v>
                </c:pt>
                <c:pt idx="24">
                  <c:v>1966</c:v>
                </c:pt>
                <c:pt idx="25">
                  <c:v>1966.25</c:v>
                </c:pt>
                <c:pt idx="26">
                  <c:v>1966.5</c:v>
                </c:pt>
                <c:pt idx="27">
                  <c:v>1966.75</c:v>
                </c:pt>
                <c:pt idx="28">
                  <c:v>1967</c:v>
                </c:pt>
                <c:pt idx="29">
                  <c:v>1967.25</c:v>
                </c:pt>
                <c:pt idx="30">
                  <c:v>1967.5</c:v>
                </c:pt>
                <c:pt idx="31">
                  <c:v>1967.75</c:v>
                </c:pt>
                <c:pt idx="32">
                  <c:v>1968</c:v>
                </c:pt>
                <c:pt idx="33">
                  <c:v>1968.25</c:v>
                </c:pt>
                <c:pt idx="34">
                  <c:v>1968.5</c:v>
                </c:pt>
                <c:pt idx="35">
                  <c:v>1968.75</c:v>
                </c:pt>
                <c:pt idx="36">
                  <c:v>1969</c:v>
                </c:pt>
                <c:pt idx="37">
                  <c:v>1969.25</c:v>
                </c:pt>
                <c:pt idx="38">
                  <c:v>1969.5</c:v>
                </c:pt>
                <c:pt idx="39">
                  <c:v>1969.75</c:v>
                </c:pt>
                <c:pt idx="40">
                  <c:v>1970</c:v>
                </c:pt>
                <c:pt idx="41">
                  <c:v>1970.25</c:v>
                </c:pt>
                <c:pt idx="42">
                  <c:v>1970.5</c:v>
                </c:pt>
                <c:pt idx="43">
                  <c:v>1970.75</c:v>
                </c:pt>
                <c:pt idx="44">
                  <c:v>1971</c:v>
                </c:pt>
                <c:pt idx="45">
                  <c:v>1971.25</c:v>
                </c:pt>
                <c:pt idx="46">
                  <c:v>1971.5</c:v>
                </c:pt>
                <c:pt idx="47">
                  <c:v>1971.75</c:v>
                </c:pt>
                <c:pt idx="48">
                  <c:v>1972</c:v>
                </c:pt>
                <c:pt idx="49">
                  <c:v>1972.25</c:v>
                </c:pt>
                <c:pt idx="50">
                  <c:v>1972.5</c:v>
                </c:pt>
                <c:pt idx="51">
                  <c:v>1972.75</c:v>
                </c:pt>
                <c:pt idx="52">
                  <c:v>1973</c:v>
                </c:pt>
                <c:pt idx="53">
                  <c:v>1973.25</c:v>
                </c:pt>
                <c:pt idx="54">
                  <c:v>1973.5</c:v>
                </c:pt>
                <c:pt idx="55">
                  <c:v>1973.75</c:v>
                </c:pt>
                <c:pt idx="56">
                  <c:v>1974</c:v>
                </c:pt>
                <c:pt idx="57">
                  <c:v>1974.25</c:v>
                </c:pt>
                <c:pt idx="58">
                  <c:v>1974.5</c:v>
                </c:pt>
                <c:pt idx="59">
                  <c:v>1974.75</c:v>
                </c:pt>
                <c:pt idx="60">
                  <c:v>1975</c:v>
                </c:pt>
                <c:pt idx="61">
                  <c:v>1975.25</c:v>
                </c:pt>
                <c:pt idx="62">
                  <c:v>1975.5</c:v>
                </c:pt>
                <c:pt idx="63">
                  <c:v>1975.75</c:v>
                </c:pt>
                <c:pt idx="64">
                  <c:v>1976</c:v>
                </c:pt>
                <c:pt idx="65">
                  <c:v>1976.25</c:v>
                </c:pt>
                <c:pt idx="66">
                  <c:v>1976.5</c:v>
                </c:pt>
                <c:pt idx="67">
                  <c:v>1976.75</c:v>
                </c:pt>
                <c:pt idx="68">
                  <c:v>1977</c:v>
                </c:pt>
                <c:pt idx="69">
                  <c:v>1977.25</c:v>
                </c:pt>
                <c:pt idx="70">
                  <c:v>1977.5</c:v>
                </c:pt>
                <c:pt idx="71">
                  <c:v>1977.75</c:v>
                </c:pt>
                <c:pt idx="72">
                  <c:v>1978</c:v>
                </c:pt>
                <c:pt idx="73">
                  <c:v>1978.25</c:v>
                </c:pt>
                <c:pt idx="74">
                  <c:v>1978.5</c:v>
                </c:pt>
                <c:pt idx="75">
                  <c:v>1978.75</c:v>
                </c:pt>
                <c:pt idx="76">
                  <c:v>1979</c:v>
                </c:pt>
                <c:pt idx="77">
                  <c:v>1979.25</c:v>
                </c:pt>
                <c:pt idx="78">
                  <c:v>1979.5</c:v>
                </c:pt>
                <c:pt idx="79">
                  <c:v>1979.75</c:v>
                </c:pt>
                <c:pt idx="80">
                  <c:v>1980</c:v>
                </c:pt>
                <c:pt idx="81">
                  <c:v>1980.25</c:v>
                </c:pt>
                <c:pt idx="82">
                  <c:v>1980.5</c:v>
                </c:pt>
                <c:pt idx="83">
                  <c:v>1980.75</c:v>
                </c:pt>
                <c:pt idx="84">
                  <c:v>1981</c:v>
                </c:pt>
                <c:pt idx="85">
                  <c:v>1981.25</c:v>
                </c:pt>
                <c:pt idx="86">
                  <c:v>1981.5</c:v>
                </c:pt>
                <c:pt idx="87">
                  <c:v>1981.75</c:v>
                </c:pt>
                <c:pt idx="88">
                  <c:v>1982</c:v>
                </c:pt>
                <c:pt idx="89">
                  <c:v>1982.25</c:v>
                </c:pt>
                <c:pt idx="90">
                  <c:v>1982.5</c:v>
                </c:pt>
                <c:pt idx="91">
                  <c:v>1982.75</c:v>
                </c:pt>
                <c:pt idx="92">
                  <c:v>1983</c:v>
                </c:pt>
                <c:pt idx="93">
                  <c:v>1983.25</c:v>
                </c:pt>
                <c:pt idx="94">
                  <c:v>1983.5</c:v>
                </c:pt>
                <c:pt idx="95">
                  <c:v>1983.75</c:v>
                </c:pt>
                <c:pt idx="96">
                  <c:v>1984</c:v>
                </c:pt>
                <c:pt idx="97">
                  <c:v>1984.25</c:v>
                </c:pt>
                <c:pt idx="98">
                  <c:v>1984.5</c:v>
                </c:pt>
                <c:pt idx="99">
                  <c:v>1984.75</c:v>
                </c:pt>
                <c:pt idx="100">
                  <c:v>1985</c:v>
                </c:pt>
                <c:pt idx="101">
                  <c:v>1985.25</c:v>
                </c:pt>
                <c:pt idx="102">
                  <c:v>1985.5</c:v>
                </c:pt>
                <c:pt idx="103">
                  <c:v>1985.75</c:v>
                </c:pt>
                <c:pt idx="104">
                  <c:v>1986</c:v>
                </c:pt>
                <c:pt idx="105">
                  <c:v>1986.25</c:v>
                </c:pt>
                <c:pt idx="106">
                  <c:v>1986.5</c:v>
                </c:pt>
                <c:pt idx="107">
                  <c:v>1986.75</c:v>
                </c:pt>
                <c:pt idx="108">
                  <c:v>1987</c:v>
                </c:pt>
                <c:pt idx="109">
                  <c:v>1987.25</c:v>
                </c:pt>
                <c:pt idx="110">
                  <c:v>1987.5</c:v>
                </c:pt>
                <c:pt idx="111">
                  <c:v>1987.75</c:v>
                </c:pt>
                <c:pt idx="112">
                  <c:v>1988</c:v>
                </c:pt>
                <c:pt idx="113">
                  <c:v>1988.25</c:v>
                </c:pt>
                <c:pt idx="114">
                  <c:v>1988.5</c:v>
                </c:pt>
                <c:pt idx="115">
                  <c:v>1988.75</c:v>
                </c:pt>
                <c:pt idx="116">
                  <c:v>1989</c:v>
                </c:pt>
                <c:pt idx="117">
                  <c:v>1989.25</c:v>
                </c:pt>
                <c:pt idx="118">
                  <c:v>1989.5</c:v>
                </c:pt>
                <c:pt idx="119">
                  <c:v>1989.75</c:v>
                </c:pt>
                <c:pt idx="120">
                  <c:v>1990</c:v>
                </c:pt>
                <c:pt idx="121">
                  <c:v>1990.25</c:v>
                </c:pt>
                <c:pt idx="122">
                  <c:v>1990.5</c:v>
                </c:pt>
                <c:pt idx="123">
                  <c:v>1990.75</c:v>
                </c:pt>
                <c:pt idx="124">
                  <c:v>1991</c:v>
                </c:pt>
                <c:pt idx="125">
                  <c:v>1991.25</c:v>
                </c:pt>
                <c:pt idx="126">
                  <c:v>1991.5</c:v>
                </c:pt>
                <c:pt idx="127">
                  <c:v>1991.75</c:v>
                </c:pt>
                <c:pt idx="128">
                  <c:v>1992</c:v>
                </c:pt>
                <c:pt idx="129">
                  <c:v>1992.25</c:v>
                </c:pt>
                <c:pt idx="130">
                  <c:v>1992.5</c:v>
                </c:pt>
                <c:pt idx="131">
                  <c:v>1992.75</c:v>
                </c:pt>
                <c:pt idx="132">
                  <c:v>1993</c:v>
                </c:pt>
                <c:pt idx="133">
                  <c:v>1993.25</c:v>
                </c:pt>
                <c:pt idx="134">
                  <c:v>1993.5</c:v>
                </c:pt>
                <c:pt idx="135">
                  <c:v>1993.75</c:v>
                </c:pt>
                <c:pt idx="136">
                  <c:v>1994</c:v>
                </c:pt>
                <c:pt idx="137">
                  <c:v>1994.25</c:v>
                </c:pt>
                <c:pt idx="138">
                  <c:v>1994.5</c:v>
                </c:pt>
                <c:pt idx="139">
                  <c:v>1994.75</c:v>
                </c:pt>
                <c:pt idx="140">
                  <c:v>1995</c:v>
                </c:pt>
                <c:pt idx="141">
                  <c:v>1995.25</c:v>
                </c:pt>
                <c:pt idx="142">
                  <c:v>1995.5</c:v>
                </c:pt>
                <c:pt idx="143">
                  <c:v>1995.75</c:v>
                </c:pt>
                <c:pt idx="144">
                  <c:v>1996</c:v>
                </c:pt>
                <c:pt idx="145">
                  <c:v>1996.25</c:v>
                </c:pt>
                <c:pt idx="146">
                  <c:v>1996.5</c:v>
                </c:pt>
                <c:pt idx="147">
                  <c:v>1996.75</c:v>
                </c:pt>
                <c:pt idx="148">
                  <c:v>1997</c:v>
                </c:pt>
                <c:pt idx="149">
                  <c:v>1997.25</c:v>
                </c:pt>
                <c:pt idx="150">
                  <c:v>1997.5</c:v>
                </c:pt>
                <c:pt idx="151">
                  <c:v>1997.75</c:v>
                </c:pt>
                <c:pt idx="152">
                  <c:v>1998</c:v>
                </c:pt>
                <c:pt idx="153">
                  <c:v>1998.25</c:v>
                </c:pt>
                <c:pt idx="154">
                  <c:v>1998.5</c:v>
                </c:pt>
                <c:pt idx="155">
                  <c:v>1998.75</c:v>
                </c:pt>
                <c:pt idx="156">
                  <c:v>1999</c:v>
                </c:pt>
                <c:pt idx="157">
                  <c:v>1999.25</c:v>
                </c:pt>
                <c:pt idx="158">
                  <c:v>1999.5</c:v>
                </c:pt>
                <c:pt idx="159">
                  <c:v>1999.75</c:v>
                </c:pt>
                <c:pt idx="160">
                  <c:v>2000</c:v>
                </c:pt>
                <c:pt idx="161">
                  <c:v>2000.25</c:v>
                </c:pt>
                <c:pt idx="162">
                  <c:v>2000.5</c:v>
                </c:pt>
                <c:pt idx="163">
                  <c:v>2000.75</c:v>
                </c:pt>
                <c:pt idx="164">
                  <c:v>2001</c:v>
                </c:pt>
                <c:pt idx="165">
                  <c:v>2001.25</c:v>
                </c:pt>
                <c:pt idx="166">
                  <c:v>2001.5</c:v>
                </c:pt>
                <c:pt idx="167">
                  <c:v>2001.75</c:v>
                </c:pt>
                <c:pt idx="168">
                  <c:v>2002</c:v>
                </c:pt>
                <c:pt idx="169">
                  <c:v>2002.25</c:v>
                </c:pt>
                <c:pt idx="170">
                  <c:v>2002.5</c:v>
                </c:pt>
                <c:pt idx="171">
                  <c:v>2002.75</c:v>
                </c:pt>
                <c:pt idx="172">
                  <c:v>2003</c:v>
                </c:pt>
                <c:pt idx="173">
                  <c:v>2003.25</c:v>
                </c:pt>
                <c:pt idx="174">
                  <c:v>2003.5</c:v>
                </c:pt>
                <c:pt idx="175">
                  <c:v>2003.75</c:v>
                </c:pt>
                <c:pt idx="176">
                  <c:v>2004</c:v>
                </c:pt>
                <c:pt idx="177">
                  <c:v>2004.25</c:v>
                </c:pt>
                <c:pt idx="178">
                  <c:v>2004.5</c:v>
                </c:pt>
                <c:pt idx="179">
                  <c:v>2004.75</c:v>
                </c:pt>
                <c:pt idx="180">
                  <c:v>2005</c:v>
                </c:pt>
                <c:pt idx="181">
                  <c:v>2005.25</c:v>
                </c:pt>
                <c:pt idx="182">
                  <c:v>2005.5</c:v>
                </c:pt>
                <c:pt idx="183">
                  <c:v>2005.75</c:v>
                </c:pt>
                <c:pt idx="184">
                  <c:v>2006</c:v>
                </c:pt>
                <c:pt idx="185">
                  <c:v>2006.25</c:v>
                </c:pt>
                <c:pt idx="186">
                  <c:v>2006.5</c:v>
                </c:pt>
                <c:pt idx="187">
                  <c:v>2006.75</c:v>
                </c:pt>
                <c:pt idx="188">
                  <c:v>2007</c:v>
                </c:pt>
                <c:pt idx="189">
                  <c:v>2007.25</c:v>
                </c:pt>
                <c:pt idx="190">
                  <c:v>2007.5</c:v>
                </c:pt>
                <c:pt idx="191">
                  <c:v>2007.75</c:v>
                </c:pt>
                <c:pt idx="192">
                  <c:v>2008</c:v>
                </c:pt>
                <c:pt idx="193">
                  <c:v>2008.25</c:v>
                </c:pt>
                <c:pt idx="194">
                  <c:v>2008.5</c:v>
                </c:pt>
                <c:pt idx="195">
                  <c:v>2008.75</c:v>
                </c:pt>
                <c:pt idx="196">
                  <c:v>2009</c:v>
                </c:pt>
                <c:pt idx="197">
                  <c:v>2009.25</c:v>
                </c:pt>
                <c:pt idx="198">
                  <c:v>2009.5</c:v>
                </c:pt>
                <c:pt idx="199">
                  <c:v>2009.75</c:v>
                </c:pt>
                <c:pt idx="200">
                  <c:v>2010</c:v>
                </c:pt>
                <c:pt idx="201">
                  <c:v>2010.25</c:v>
                </c:pt>
                <c:pt idx="202">
                  <c:v>2010.5</c:v>
                </c:pt>
                <c:pt idx="203">
                  <c:v>2010.75</c:v>
                </c:pt>
                <c:pt idx="204">
                  <c:v>2011</c:v>
                </c:pt>
                <c:pt idx="205">
                  <c:v>2011.25</c:v>
                </c:pt>
                <c:pt idx="206">
                  <c:v>2011.5</c:v>
                </c:pt>
                <c:pt idx="207">
                  <c:v>2011.75</c:v>
                </c:pt>
                <c:pt idx="208">
                  <c:v>2012</c:v>
                </c:pt>
                <c:pt idx="209">
                  <c:v>2012.25</c:v>
                </c:pt>
                <c:pt idx="210">
                  <c:v>2012.5</c:v>
                </c:pt>
                <c:pt idx="211">
                  <c:v>2012.75</c:v>
                </c:pt>
              </c:numCache>
            </c:numRef>
          </c:xVal>
          <c:yVal>
            <c:numRef>
              <c:f>Sheet1!$C$8:$C$219</c:f>
              <c:numCache>
                <c:formatCode>0.0</c:formatCode>
                <c:ptCount val="212"/>
                <c:pt idx="0">
                  <c:v>100</c:v>
                </c:pt>
                <c:pt idx="1">
                  <c:v>100.803481754269</c:v>
                </c:pt>
                <c:pt idx="2">
                  <c:v>102.611315701373</c:v>
                </c:pt>
                <c:pt idx="3">
                  <c:v>104.084365584198</c:v>
                </c:pt>
                <c:pt idx="4">
                  <c:v>105.892199531302</c:v>
                </c:pt>
                <c:pt idx="5">
                  <c:v>107.833947104118</c:v>
                </c:pt>
                <c:pt idx="6">
                  <c:v>109.67525945765</c:v>
                </c:pt>
                <c:pt idx="7">
                  <c:v>111.583528624037</c:v>
                </c:pt>
                <c:pt idx="8">
                  <c:v>113.893538667559</c:v>
                </c:pt>
                <c:pt idx="9">
                  <c:v>116.30398393036501</c:v>
                </c:pt>
                <c:pt idx="10">
                  <c:v>118.11181787746899</c:v>
                </c:pt>
                <c:pt idx="11">
                  <c:v>120.488784733847</c:v>
                </c:pt>
                <c:pt idx="12">
                  <c:v>123.167057248075</c:v>
                </c:pt>
                <c:pt idx="13">
                  <c:v>125.845329762303</c:v>
                </c:pt>
                <c:pt idx="14">
                  <c:v>128.42316705724801</c:v>
                </c:pt>
                <c:pt idx="15">
                  <c:v>130.900569132909</c:v>
                </c:pt>
                <c:pt idx="16">
                  <c:v>133.07666555072001</c:v>
                </c:pt>
                <c:pt idx="17">
                  <c:v>135.353197187814</c:v>
                </c:pt>
                <c:pt idx="18">
                  <c:v>138.43321057917601</c:v>
                </c:pt>
                <c:pt idx="19">
                  <c:v>141.245396719116</c:v>
                </c:pt>
                <c:pt idx="20">
                  <c:v>144.091061265484</c:v>
                </c:pt>
                <c:pt idx="21">
                  <c:v>146.46802812186101</c:v>
                </c:pt>
                <c:pt idx="22">
                  <c:v>149.34717107465701</c:v>
                </c:pt>
                <c:pt idx="23">
                  <c:v>152.59457649815801</c:v>
                </c:pt>
                <c:pt idx="24">
                  <c:v>155.54067626381001</c:v>
                </c:pt>
                <c:pt idx="25">
                  <c:v>157.41546702376999</c:v>
                </c:pt>
                <c:pt idx="26">
                  <c:v>158.35286240375001</c:v>
                </c:pt>
                <c:pt idx="27">
                  <c:v>159.92634750585901</c:v>
                </c:pt>
                <c:pt idx="28">
                  <c:v>162.53766320723099</c:v>
                </c:pt>
                <c:pt idx="29">
                  <c:v>166.42115835286199</c:v>
                </c:pt>
                <c:pt idx="30">
                  <c:v>170.94074322062301</c:v>
                </c:pt>
                <c:pt idx="31">
                  <c:v>174.55641111483101</c:v>
                </c:pt>
                <c:pt idx="32">
                  <c:v>177.53598928691</c:v>
                </c:pt>
                <c:pt idx="33">
                  <c:v>180.48208905256101</c:v>
                </c:pt>
                <c:pt idx="34">
                  <c:v>183.96384332105799</c:v>
                </c:pt>
                <c:pt idx="35">
                  <c:v>188.24907934382301</c:v>
                </c:pt>
                <c:pt idx="36">
                  <c:v>191.463006360897</c:v>
                </c:pt>
                <c:pt idx="37">
                  <c:v>193.13692668229001</c:v>
                </c:pt>
                <c:pt idx="38">
                  <c:v>194.37562772012001</c:v>
                </c:pt>
                <c:pt idx="39">
                  <c:v>196.04954804151299</c:v>
                </c:pt>
                <c:pt idx="40">
                  <c:v>196.75259457649801</c:v>
                </c:pt>
                <c:pt idx="41">
                  <c:v>198.09173083361199</c:v>
                </c:pt>
                <c:pt idx="42">
                  <c:v>202.577837294945</c:v>
                </c:pt>
                <c:pt idx="43">
                  <c:v>208.001339136257</c:v>
                </c:pt>
                <c:pt idx="44">
                  <c:v>214.697020421828</c:v>
                </c:pt>
                <c:pt idx="45">
                  <c:v>222.966186809508</c:v>
                </c:pt>
                <c:pt idx="46">
                  <c:v>229.628389688651</c:v>
                </c:pt>
                <c:pt idx="47">
                  <c:v>235.821894877804</c:v>
                </c:pt>
                <c:pt idx="48">
                  <c:v>242.91931704050899</c:v>
                </c:pt>
                <c:pt idx="49">
                  <c:v>249.01238701037801</c:v>
                </c:pt>
                <c:pt idx="50">
                  <c:v>257.38198861734202</c:v>
                </c:pt>
                <c:pt idx="51">
                  <c:v>265.95246066287302</c:v>
                </c:pt>
                <c:pt idx="52">
                  <c:v>272.24640107130898</c:v>
                </c:pt>
                <c:pt idx="53">
                  <c:v>276.73250753264102</c:v>
                </c:pt>
                <c:pt idx="54">
                  <c:v>280.61600267827203</c:v>
                </c:pt>
                <c:pt idx="55">
                  <c:v>284.23167057248003</c:v>
                </c:pt>
                <c:pt idx="56">
                  <c:v>289.48778038165398</c:v>
                </c:pt>
                <c:pt idx="57">
                  <c:v>292.96953465015099</c:v>
                </c:pt>
                <c:pt idx="58">
                  <c:v>296.116504854369</c:v>
                </c:pt>
                <c:pt idx="59">
                  <c:v>300.63608972212899</c:v>
                </c:pt>
                <c:pt idx="60">
                  <c:v>306.36089722129202</c:v>
                </c:pt>
                <c:pt idx="61">
                  <c:v>317.60964178105098</c:v>
                </c:pt>
                <c:pt idx="62">
                  <c:v>329.159691998661</c:v>
                </c:pt>
                <c:pt idx="63">
                  <c:v>337.12755272849</c:v>
                </c:pt>
                <c:pt idx="64">
                  <c:v>347.84064278540302</c:v>
                </c:pt>
                <c:pt idx="65">
                  <c:v>358.285905590894</c:v>
                </c:pt>
                <c:pt idx="66">
                  <c:v>367.79377301640397</c:v>
                </c:pt>
                <c:pt idx="67">
                  <c:v>381.11817877469002</c:v>
                </c:pt>
                <c:pt idx="68">
                  <c:v>394.07432206227003</c:v>
                </c:pt>
                <c:pt idx="69">
                  <c:v>404.68697689989898</c:v>
                </c:pt>
                <c:pt idx="70">
                  <c:v>413.99397388684298</c:v>
                </c:pt>
                <c:pt idx="71">
                  <c:v>422.56444593237399</c:v>
                </c:pt>
                <c:pt idx="72">
                  <c:v>430.46534984934698</c:v>
                </c:pt>
                <c:pt idx="73">
                  <c:v>438.50016739203198</c:v>
                </c:pt>
                <c:pt idx="74">
                  <c:v>446.668898560429</c:v>
                </c:pt>
                <c:pt idx="75">
                  <c:v>455.00502176096398</c:v>
                </c:pt>
                <c:pt idx="76">
                  <c:v>461.70070304653501</c:v>
                </c:pt>
                <c:pt idx="77">
                  <c:v>472.64814194844303</c:v>
                </c:pt>
                <c:pt idx="78">
                  <c:v>483.829929695347</c:v>
                </c:pt>
                <c:pt idx="79">
                  <c:v>491.02778707733501</c:v>
                </c:pt>
                <c:pt idx="80">
                  <c:v>499.63173752929401</c:v>
                </c:pt>
                <c:pt idx="81">
                  <c:v>507.06394375627701</c:v>
                </c:pt>
                <c:pt idx="82">
                  <c:v>522.36357549380602</c:v>
                </c:pt>
                <c:pt idx="83">
                  <c:v>533.478406427854</c:v>
                </c:pt>
                <c:pt idx="84">
                  <c:v>542.584532976231</c:v>
                </c:pt>
                <c:pt idx="85">
                  <c:v>557.28155339805801</c:v>
                </c:pt>
                <c:pt idx="86">
                  <c:v>567.15768329427397</c:v>
                </c:pt>
                <c:pt idx="87">
                  <c:v>581.78774690324701</c:v>
                </c:pt>
                <c:pt idx="88">
                  <c:v>594.94476062939395</c:v>
                </c:pt>
                <c:pt idx="89">
                  <c:v>607.666555071978</c:v>
                </c:pt>
                <c:pt idx="90">
                  <c:v>618.01138265818599</c:v>
                </c:pt>
                <c:pt idx="91">
                  <c:v>631.93839973217302</c:v>
                </c:pt>
                <c:pt idx="92">
                  <c:v>666.68898560428499</c:v>
                </c:pt>
                <c:pt idx="93">
                  <c:v>683.796451288919</c:v>
                </c:pt>
                <c:pt idx="94">
                  <c:v>694.60997656511597</c:v>
                </c:pt>
                <c:pt idx="95">
                  <c:v>707.197857381988</c:v>
                </c:pt>
                <c:pt idx="96">
                  <c:v>722.46401071308901</c:v>
                </c:pt>
                <c:pt idx="97">
                  <c:v>738.03146970204205</c:v>
                </c:pt>
                <c:pt idx="98">
                  <c:v>747.77368597254804</c:v>
                </c:pt>
                <c:pt idx="99">
                  <c:v>764.34549715433502</c:v>
                </c:pt>
                <c:pt idx="100">
                  <c:v>787.31168396384305</c:v>
                </c:pt>
                <c:pt idx="101">
                  <c:v>801.23870103783099</c:v>
                </c:pt>
                <c:pt idx="102">
                  <c:v>818.27920990960899</c:v>
                </c:pt>
                <c:pt idx="103">
                  <c:v>830.33143622363605</c:v>
                </c:pt>
                <c:pt idx="104">
                  <c:v>842.65148978908599</c:v>
                </c:pt>
                <c:pt idx="105">
                  <c:v>864.98158687646503</c:v>
                </c:pt>
                <c:pt idx="106">
                  <c:v>886.64211583528504</c:v>
                </c:pt>
                <c:pt idx="107">
                  <c:v>906.32741881486299</c:v>
                </c:pt>
                <c:pt idx="108">
                  <c:v>920.62269835955794</c:v>
                </c:pt>
                <c:pt idx="109">
                  <c:v>928.59055908938706</c:v>
                </c:pt>
                <c:pt idx="110">
                  <c:v>934.38232340140496</c:v>
                </c:pt>
                <c:pt idx="111">
                  <c:v>945.06193505189196</c:v>
                </c:pt>
                <c:pt idx="112">
                  <c:v>961.63374623367997</c:v>
                </c:pt>
                <c:pt idx="113">
                  <c:v>980.24774020756695</c:v>
                </c:pt>
                <c:pt idx="114">
                  <c:v>989.28690994308704</c:v>
                </c:pt>
                <c:pt idx="115">
                  <c:v>997.95781720790001</c:v>
                </c:pt>
                <c:pt idx="116">
                  <c:v>1003.44827586207</c:v>
                </c:pt>
                <c:pt idx="117">
                  <c:v>1010.37830599263</c:v>
                </c:pt>
                <c:pt idx="118">
                  <c:v>1029.76230331436</c:v>
                </c:pt>
                <c:pt idx="119">
                  <c:v>1049.8158687646501</c:v>
                </c:pt>
                <c:pt idx="120">
                  <c:v>1064.8476732507499</c:v>
                </c:pt>
                <c:pt idx="121">
                  <c:v>1073.68597254771</c:v>
                </c:pt>
                <c:pt idx="122">
                  <c:v>1085.3029795781699</c:v>
                </c:pt>
                <c:pt idx="123">
                  <c:v>1093.3377971208599</c:v>
                </c:pt>
                <c:pt idx="124">
                  <c:v>1106.5617676598599</c:v>
                </c:pt>
                <c:pt idx="125">
                  <c:v>1119.08269166388</c:v>
                </c:pt>
                <c:pt idx="126">
                  <c:v>1123.30097087379</c:v>
                </c:pt>
                <c:pt idx="127">
                  <c:v>1126.74924673585</c:v>
                </c:pt>
                <c:pt idx="128">
                  <c:v>1136.35754938065</c:v>
                </c:pt>
                <c:pt idx="129">
                  <c:v>1137.0940743220599</c:v>
                </c:pt>
                <c:pt idx="130">
                  <c:v>1138.26581854704</c:v>
                </c:pt>
                <c:pt idx="131">
                  <c:v>1146.2336792768699</c:v>
                </c:pt>
                <c:pt idx="132">
                  <c:v>1142.85236022765</c:v>
                </c:pt>
                <c:pt idx="133">
                  <c:v>1147.87412119183</c:v>
                </c:pt>
                <c:pt idx="134">
                  <c:v>1153.2641446267201</c:v>
                </c:pt>
                <c:pt idx="135">
                  <c:v>1160.12721794443</c:v>
                </c:pt>
                <c:pt idx="136">
                  <c:v>1163.44158018078</c:v>
                </c:pt>
                <c:pt idx="137">
                  <c:v>1166.45463675929</c:v>
                </c:pt>
                <c:pt idx="138">
                  <c:v>1167.1242048878501</c:v>
                </c:pt>
                <c:pt idx="139">
                  <c:v>1166.8228992300001</c:v>
                </c:pt>
                <c:pt idx="140">
                  <c:v>1168.2624707063901</c:v>
                </c:pt>
                <c:pt idx="141">
                  <c:v>1179.1764312018699</c:v>
                </c:pt>
                <c:pt idx="142">
                  <c:v>1199.9330431871399</c:v>
                </c:pt>
                <c:pt idx="143">
                  <c:v>1211.65048543689</c:v>
                </c:pt>
                <c:pt idx="144">
                  <c:v>1226.7157683294299</c:v>
                </c:pt>
                <c:pt idx="145">
                  <c:v>1241.3793103448299</c:v>
                </c:pt>
                <c:pt idx="146">
                  <c:v>1253.0297957817199</c:v>
                </c:pt>
                <c:pt idx="147">
                  <c:v>1267.6263809842701</c:v>
                </c:pt>
                <c:pt idx="148">
                  <c:v>1283.5286240375001</c:v>
                </c:pt>
                <c:pt idx="149">
                  <c:v>1297.92433880147</c:v>
                </c:pt>
                <c:pt idx="150">
                  <c:v>1318.44660194175</c:v>
                </c:pt>
                <c:pt idx="151">
                  <c:v>1338.8349514563099</c:v>
                </c:pt>
                <c:pt idx="152">
                  <c:v>1363.5420154000701</c:v>
                </c:pt>
                <c:pt idx="153">
                  <c:v>1388.78473384667</c:v>
                </c:pt>
                <c:pt idx="154">
                  <c:v>1411.98526950117</c:v>
                </c:pt>
                <c:pt idx="155">
                  <c:v>1448.2758620689699</c:v>
                </c:pt>
                <c:pt idx="156">
                  <c:v>1473.7864077669899</c:v>
                </c:pt>
                <c:pt idx="157">
                  <c:v>1494.97823903582</c:v>
                </c:pt>
                <c:pt idx="158">
                  <c:v>1517.14094409106</c:v>
                </c:pt>
                <c:pt idx="159">
                  <c:v>1537.3953799799101</c:v>
                </c:pt>
                <c:pt idx="160">
                  <c:v>1561.5333110143999</c:v>
                </c:pt>
                <c:pt idx="161">
                  <c:v>1587.2782055574201</c:v>
                </c:pt>
                <c:pt idx="162">
                  <c:v>1605.82524271845</c:v>
                </c:pt>
                <c:pt idx="163">
                  <c:v>1629.46099765651</c:v>
                </c:pt>
                <c:pt idx="164">
                  <c:v>1672.6816203548699</c:v>
                </c:pt>
                <c:pt idx="165">
                  <c:v>1714.36223635755</c:v>
                </c:pt>
                <c:pt idx="166">
                  <c:v>1752.6615333110101</c:v>
                </c:pt>
                <c:pt idx="167">
                  <c:v>1792.3334449280201</c:v>
                </c:pt>
                <c:pt idx="168">
                  <c:v>1823.7027117509199</c:v>
                </c:pt>
                <c:pt idx="169">
                  <c:v>1837.8975560763299</c:v>
                </c:pt>
                <c:pt idx="170">
                  <c:v>1872.3468362905901</c:v>
                </c:pt>
                <c:pt idx="171">
                  <c:v>1911.31570137261</c:v>
                </c:pt>
                <c:pt idx="172">
                  <c:v>1942.01540006696</c:v>
                </c:pt>
                <c:pt idx="173">
                  <c:v>1980.8838299296899</c:v>
                </c:pt>
                <c:pt idx="174">
                  <c:v>2021.5266153331099</c:v>
                </c:pt>
                <c:pt idx="175">
                  <c:v>2019.51791094744</c:v>
                </c:pt>
                <c:pt idx="176">
                  <c:v>2035.58754603281</c:v>
                </c:pt>
                <c:pt idx="177">
                  <c:v>2078.9755607633101</c:v>
                </c:pt>
                <c:pt idx="178">
                  <c:v>2102.3100100435199</c:v>
                </c:pt>
                <c:pt idx="179">
                  <c:v>2131.03448275862</c:v>
                </c:pt>
                <c:pt idx="180">
                  <c:v>2143.45497154335</c:v>
                </c:pt>
                <c:pt idx="181">
                  <c:v>2158.2859055908898</c:v>
                </c:pt>
                <c:pt idx="182">
                  <c:v>2188.0482089052598</c:v>
                </c:pt>
                <c:pt idx="183">
                  <c:v>2218.9152996317398</c:v>
                </c:pt>
                <c:pt idx="184">
                  <c:v>2247.9745564111099</c:v>
                </c:pt>
                <c:pt idx="185">
                  <c:v>2271.5098761299</c:v>
                </c:pt>
                <c:pt idx="186">
                  <c:v>2302.3434884499502</c:v>
                </c:pt>
                <c:pt idx="187">
                  <c:v>2343.1536658854998</c:v>
                </c:pt>
                <c:pt idx="188">
                  <c:v>2377.03381319049</c:v>
                </c:pt>
                <c:pt idx="189">
                  <c:v>2416.7057248074998</c:v>
                </c:pt>
                <c:pt idx="190">
                  <c:v>2452.2597924338802</c:v>
                </c:pt>
                <c:pt idx="191">
                  <c:v>2483.4281888182099</c:v>
                </c:pt>
                <c:pt idx="192">
                  <c:v>2529.8292601272201</c:v>
                </c:pt>
                <c:pt idx="193">
                  <c:v>2572.3803146970199</c:v>
                </c:pt>
                <c:pt idx="194">
                  <c:v>2602.1091396049601</c:v>
                </c:pt>
                <c:pt idx="195">
                  <c:v>2690.9608302644801</c:v>
                </c:pt>
                <c:pt idx="196">
                  <c:v>2775.5607633076702</c:v>
                </c:pt>
                <c:pt idx="197">
                  <c:v>2805.5239370606</c:v>
                </c:pt>
                <c:pt idx="198">
                  <c:v>2812.8222296618701</c:v>
                </c:pt>
                <c:pt idx="199">
                  <c:v>2834.51623702712</c:v>
                </c:pt>
                <c:pt idx="200">
                  <c:v>2831.8379645128898</c:v>
                </c:pt>
                <c:pt idx="201">
                  <c:v>2858.9554737194499</c:v>
                </c:pt>
                <c:pt idx="202">
                  <c:v>2886.9434214931398</c:v>
                </c:pt>
                <c:pt idx="203">
                  <c:v>2928.7244727151001</c:v>
                </c:pt>
                <c:pt idx="204">
                  <c:v>2963.60897221292</c:v>
                </c:pt>
                <c:pt idx="205">
                  <c:v>3016.1031134917998</c:v>
                </c:pt>
                <c:pt idx="206">
                  <c:v>3155.3732842316699</c:v>
                </c:pt>
                <c:pt idx="207">
                  <c:v>3212.5209240040199</c:v>
                </c:pt>
                <c:pt idx="208">
                  <c:v>3262.8724472715098</c:v>
                </c:pt>
                <c:pt idx="209">
                  <c:v>3304.4861064613301</c:v>
                </c:pt>
                <c:pt idx="210">
                  <c:v>3375.8955473719502</c:v>
                </c:pt>
                <c:pt idx="211">
                  <c:v>3452.5945764981602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0C4-447E-87AE-55F689BD03BB}"/>
            </c:ext>
          </c:extLst>
        </c:ser>
        <c:ser>
          <c:idx val="1"/>
          <c:order val="1"/>
          <c:tx>
            <c:strRef>
              <c:f>Sheet1!$D$7</c:f>
              <c:strCache>
                <c:ptCount val="1"/>
                <c:pt idx="0">
                  <c:v>GDP</c:v>
                </c:pt>
              </c:strCache>
            </c:strRef>
          </c:tx>
          <c:spPr>
            <a:ln w="47625" cap="rnd" cmpd="sng" algn="ctr">
              <a:solidFill>
                <a:srgbClr val="000099"/>
              </a:solidFill>
              <a:prstDash val="solid"/>
              <a:round/>
            </a:ln>
          </c:spPr>
          <c:marker>
            <c:symbol val="none"/>
          </c:marker>
          <c:xVal>
            <c:numRef>
              <c:f>Sheet1!$B$8:$B$219</c:f>
              <c:numCache>
                <c:formatCode>0.00</c:formatCode>
                <c:ptCount val="212"/>
                <c:pt idx="0">
                  <c:v>1960</c:v>
                </c:pt>
                <c:pt idx="1">
                  <c:v>1960.25</c:v>
                </c:pt>
                <c:pt idx="2">
                  <c:v>1960.5</c:v>
                </c:pt>
                <c:pt idx="3">
                  <c:v>1960.75</c:v>
                </c:pt>
                <c:pt idx="4">
                  <c:v>1961</c:v>
                </c:pt>
                <c:pt idx="5">
                  <c:v>1961.25</c:v>
                </c:pt>
                <c:pt idx="6">
                  <c:v>1961.5</c:v>
                </c:pt>
                <c:pt idx="7">
                  <c:v>1961.75</c:v>
                </c:pt>
                <c:pt idx="8">
                  <c:v>1962</c:v>
                </c:pt>
                <c:pt idx="9">
                  <c:v>1962.25</c:v>
                </c:pt>
                <c:pt idx="10">
                  <c:v>1962.5</c:v>
                </c:pt>
                <c:pt idx="11">
                  <c:v>1962.75</c:v>
                </c:pt>
                <c:pt idx="12">
                  <c:v>1963</c:v>
                </c:pt>
                <c:pt idx="13">
                  <c:v>1963.25</c:v>
                </c:pt>
                <c:pt idx="14">
                  <c:v>1963.5</c:v>
                </c:pt>
                <c:pt idx="15">
                  <c:v>1963.75</c:v>
                </c:pt>
                <c:pt idx="16">
                  <c:v>1964</c:v>
                </c:pt>
                <c:pt idx="17">
                  <c:v>1964.25</c:v>
                </c:pt>
                <c:pt idx="18">
                  <c:v>1964.5</c:v>
                </c:pt>
                <c:pt idx="19">
                  <c:v>1964.75</c:v>
                </c:pt>
                <c:pt idx="20">
                  <c:v>1965</c:v>
                </c:pt>
                <c:pt idx="21">
                  <c:v>1965.25</c:v>
                </c:pt>
                <c:pt idx="22">
                  <c:v>1965.5</c:v>
                </c:pt>
                <c:pt idx="23">
                  <c:v>1965.75</c:v>
                </c:pt>
                <c:pt idx="24">
                  <c:v>1966</c:v>
                </c:pt>
                <c:pt idx="25">
                  <c:v>1966.25</c:v>
                </c:pt>
                <c:pt idx="26">
                  <c:v>1966.5</c:v>
                </c:pt>
                <c:pt idx="27">
                  <c:v>1966.75</c:v>
                </c:pt>
                <c:pt idx="28">
                  <c:v>1967</c:v>
                </c:pt>
                <c:pt idx="29">
                  <c:v>1967.25</c:v>
                </c:pt>
                <c:pt idx="30">
                  <c:v>1967.5</c:v>
                </c:pt>
                <c:pt idx="31">
                  <c:v>1967.75</c:v>
                </c:pt>
                <c:pt idx="32">
                  <c:v>1968</c:v>
                </c:pt>
                <c:pt idx="33">
                  <c:v>1968.25</c:v>
                </c:pt>
                <c:pt idx="34">
                  <c:v>1968.5</c:v>
                </c:pt>
                <c:pt idx="35">
                  <c:v>1968.75</c:v>
                </c:pt>
                <c:pt idx="36">
                  <c:v>1969</c:v>
                </c:pt>
                <c:pt idx="37">
                  <c:v>1969.25</c:v>
                </c:pt>
                <c:pt idx="38">
                  <c:v>1969.5</c:v>
                </c:pt>
                <c:pt idx="39">
                  <c:v>1969.75</c:v>
                </c:pt>
                <c:pt idx="40">
                  <c:v>1970</c:v>
                </c:pt>
                <c:pt idx="41">
                  <c:v>1970.25</c:v>
                </c:pt>
                <c:pt idx="42">
                  <c:v>1970.5</c:v>
                </c:pt>
                <c:pt idx="43">
                  <c:v>1970.75</c:v>
                </c:pt>
                <c:pt idx="44">
                  <c:v>1971</c:v>
                </c:pt>
                <c:pt idx="45">
                  <c:v>1971.25</c:v>
                </c:pt>
                <c:pt idx="46">
                  <c:v>1971.5</c:v>
                </c:pt>
                <c:pt idx="47">
                  <c:v>1971.75</c:v>
                </c:pt>
                <c:pt idx="48">
                  <c:v>1972</c:v>
                </c:pt>
                <c:pt idx="49">
                  <c:v>1972.25</c:v>
                </c:pt>
                <c:pt idx="50">
                  <c:v>1972.5</c:v>
                </c:pt>
                <c:pt idx="51">
                  <c:v>1972.75</c:v>
                </c:pt>
                <c:pt idx="52">
                  <c:v>1973</c:v>
                </c:pt>
                <c:pt idx="53">
                  <c:v>1973.25</c:v>
                </c:pt>
                <c:pt idx="54">
                  <c:v>1973.5</c:v>
                </c:pt>
                <c:pt idx="55">
                  <c:v>1973.75</c:v>
                </c:pt>
                <c:pt idx="56">
                  <c:v>1974</c:v>
                </c:pt>
                <c:pt idx="57">
                  <c:v>1974.25</c:v>
                </c:pt>
                <c:pt idx="58">
                  <c:v>1974.5</c:v>
                </c:pt>
                <c:pt idx="59">
                  <c:v>1974.75</c:v>
                </c:pt>
                <c:pt idx="60">
                  <c:v>1975</c:v>
                </c:pt>
                <c:pt idx="61">
                  <c:v>1975.25</c:v>
                </c:pt>
                <c:pt idx="62">
                  <c:v>1975.5</c:v>
                </c:pt>
                <c:pt idx="63">
                  <c:v>1975.75</c:v>
                </c:pt>
                <c:pt idx="64">
                  <c:v>1976</c:v>
                </c:pt>
                <c:pt idx="65">
                  <c:v>1976.25</c:v>
                </c:pt>
                <c:pt idx="66">
                  <c:v>1976.5</c:v>
                </c:pt>
                <c:pt idx="67">
                  <c:v>1976.75</c:v>
                </c:pt>
                <c:pt idx="68">
                  <c:v>1977</c:v>
                </c:pt>
                <c:pt idx="69">
                  <c:v>1977.25</c:v>
                </c:pt>
                <c:pt idx="70">
                  <c:v>1977.5</c:v>
                </c:pt>
                <c:pt idx="71">
                  <c:v>1977.75</c:v>
                </c:pt>
                <c:pt idx="72">
                  <c:v>1978</c:v>
                </c:pt>
                <c:pt idx="73">
                  <c:v>1978.25</c:v>
                </c:pt>
                <c:pt idx="74">
                  <c:v>1978.5</c:v>
                </c:pt>
                <c:pt idx="75">
                  <c:v>1978.75</c:v>
                </c:pt>
                <c:pt idx="76">
                  <c:v>1979</c:v>
                </c:pt>
                <c:pt idx="77">
                  <c:v>1979.25</c:v>
                </c:pt>
                <c:pt idx="78">
                  <c:v>1979.5</c:v>
                </c:pt>
                <c:pt idx="79">
                  <c:v>1979.75</c:v>
                </c:pt>
                <c:pt idx="80">
                  <c:v>1980</c:v>
                </c:pt>
                <c:pt idx="81">
                  <c:v>1980.25</c:v>
                </c:pt>
                <c:pt idx="82">
                  <c:v>1980.5</c:v>
                </c:pt>
                <c:pt idx="83">
                  <c:v>1980.75</c:v>
                </c:pt>
                <c:pt idx="84">
                  <c:v>1981</c:v>
                </c:pt>
                <c:pt idx="85">
                  <c:v>1981.25</c:v>
                </c:pt>
                <c:pt idx="86">
                  <c:v>1981.5</c:v>
                </c:pt>
                <c:pt idx="87">
                  <c:v>1981.75</c:v>
                </c:pt>
                <c:pt idx="88">
                  <c:v>1982</c:v>
                </c:pt>
                <c:pt idx="89">
                  <c:v>1982.25</c:v>
                </c:pt>
                <c:pt idx="90">
                  <c:v>1982.5</c:v>
                </c:pt>
                <c:pt idx="91">
                  <c:v>1982.75</c:v>
                </c:pt>
                <c:pt idx="92">
                  <c:v>1983</c:v>
                </c:pt>
                <c:pt idx="93">
                  <c:v>1983.25</c:v>
                </c:pt>
                <c:pt idx="94">
                  <c:v>1983.5</c:v>
                </c:pt>
                <c:pt idx="95">
                  <c:v>1983.75</c:v>
                </c:pt>
                <c:pt idx="96">
                  <c:v>1984</c:v>
                </c:pt>
                <c:pt idx="97">
                  <c:v>1984.25</c:v>
                </c:pt>
                <c:pt idx="98">
                  <c:v>1984.5</c:v>
                </c:pt>
                <c:pt idx="99">
                  <c:v>1984.75</c:v>
                </c:pt>
                <c:pt idx="100">
                  <c:v>1985</c:v>
                </c:pt>
                <c:pt idx="101">
                  <c:v>1985.25</c:v>
                </c:pt>
                <c:pt idx="102">
                  <c:v>1985.5</c:v>
                </c:pt>
                <c:pt idx="103">
                  <c:v>1985.75</c:v>
                </c:pt>
                <c:pt idx="104">
                  <c:v>1986</c:v>
                </c:pt>
                <c:pt idx="105">
                  <c:v>1986.25</c:v>
                </c:pt>
                <c:pt idx="106">
                  <c:v>1986.5</c:v>
                </c:pt>
                <c:pt idx="107">
                  <c:v>1986.75</c:v>
                </c:pt>
                <c:pt idx="108">
                  <c:v>1987</c:v>
                </c:pt>
                <c:pt idx="109">
                  <c:v>1987.25</c:v>
                </c:pt>
                <c:pt idx="110">
                  <c:v>1987.5</c:v>
                </c:pt>
                <c:pt idx="111">
                  <c:v>1987.75</c:v>
                </c:pt>
                <c:pt idx="112">
                  <c:v>1988</c:v>
                </c:pt>
                <c:pt idx="113">
                  <c:v>1988.25</c:v>
                </c:pt>
                <c:pt idx="114">
                  <c:v>1988.5</c:v>
                </c:pt>
                <c:pt idx="115">
                  <c:v>1988.75</c:v>
                </c:pt>
                <c:pt idx="116">
                  <c:v>1989</c:v>
                </c:pt>
                <c:pt idx="117">
                  <c:v>1989.25</c:v>
                </c:pt>
                <c:pt idx="118">
                  <c:v>1989.5</c:v>
                </c:pt>
                <c:pt idx="119">
                  <c:v>1989.75</c:v>
                </c:pt>
                <c:pt idx="120">
                  <c:v>1990</c:v>
                </c:pt>
                <c:pt idx="121">
                  <c:v>1990.25</c:v>
                </c:pt>
                <c:pt idx="122">
                  <c:v>1990.5</c:v>
                </c:pt>
                <c:pt idx="123">
                  <c:v>1990.75</c:v>
                </c:pt>
                <c:pt idx="124">
                  <c:v>1991</c:v>
                </c:pt>
                <c:pt idx="125">
                  <c:v>1991.25</c:v>
                </c:pt>
                <c:pt idx="126">
                  <c:v>1991.5</c:v>
                </c:pt>
                <c:pt idx="127">
                  <c:v>1991.75</c:v>
                </c:pt>
                <c:pt idx="128">
                  <c:v>1992</c:v>
                </c:pt>
                <c:pt idx="129">
                  <c:v>1992.25</c:v>
                </c:pt>
                <c:pt idx="130">
                  <c:v>1992.5</c:v>
                </c:pt>
                <c:pt idx="131">
                  <c:v>1992.75</c:v>
                </c:pt>
                <c:pt idx="132">
                  <c:v>1993</c:v>
                </c:pt>
                <c:pt idx="133">
                  <c:v>1993.25</c:v>
                </c:pt>
                <c:pt idx="134">
                  <c:v>1993.5</c:v>
                </c:pt>
                <c:pt idx="135">
                  <c:v>1993.75</c:v>
                </c:pt>
                <c:pt idx="136">
                  <c:v>1994</c:v>
                </c:pt>
                <c:pt idx="137">
                  <c:v>1994.25</c:v>
                </c:pt>
                <c:pt idx="138">
                  <c:v>1994.5</c:v>
                </c:pt>
                <c:pt idx="139">
                  <c:v>1994.75</c:v>
                </c:pt>
                <c:pt idx="140">
                  <c:v>1995</c:v>
                </c:pt>
                <c:pt idx="141">
                  <c:v>1995.25</c:v>
                </c:pt>
                <c:pt idx="142">
                  <c:v>1995.5</c:v>
                </c:pt>
                <c:pt idx="143">
                  <c:v>1995.75</c:v>
                </c:pt>
                <c:pt idx="144">
                  <c:v>1996</c:v>
                </c:pt>
                <c:pt idx="145">
                  <c:v>1996.25</c:v>
                </c:pt>
                <c:pt idx="146">
                  <c:v>1996.5</c:v>
                </c:pt>
                <c:pt idx="147">
                  <c:v>1996.75</c:v>
                </c:pt>
                <c:pt idx="148">
                  <c:v>1997</c:v>
                </c:pt>
                <c:pt idx="149">
                  <c:v>1997.25</c:v>
                </c:pt>
                <c:pt idx="150">
                  <c:v>1997.5</c:v>
                </c:pt>
                <c:pt idx="151">
                  <c:v>1997.75</c:v>
                </c:pt>
                <c:pt idx="152">
                  <c:v>1998</c:v>
                </c:pt>
                <c:pt idx="153">
                  <c:v>1998.25</c:v>
                </c:pt>
                <c:pt idx="154">
                  <c:v>1998.5</c:v>
                </c:pt>
                <c:pt idx="155">
                  <c:v>1998.75</c:v>
                </c:pt>
                <c:pt idx="156">
                  <c:v>1999</c:v>
                </c:pt>
                <c:pt idx="157">
                  <c:v>1999.25</c:v>
                </c:pt>
                <c:pt idx="158">
                  <c:v>1999.5</c:v>
                </c:pt>
                <c:pt idx="159">
                  <c:v>1999.75</c:v>
                </c:pt>
                <c:pt idx="160">
                  <c:v>2000</c:v>
                </c:pt>
                <c:pt idx="161">
                  <c:v>2000.25</c:v>
                </c:pt>
                <c:pt idx="162">
                  <c:v>2000.5</c:v>
                </c:pt>
                <c:pt idx="163">
                  <c:v>2000.75</c:v>
                </c:pt>
                <c:pt idx="164">
                  <c:v>2001</c:v>
                </c:pt>
                <c:pt idx="165">
                  <c:v>2001.25</c:v>
                </c:pt>
                <c:pt idx="166">
                  <c:v>2001.5</c:v>
                </c:pt>
                <c:pt idx="167">
                  <c:v>2001.75</c:v>
                </c:pt>
                <c:pt idx="168">
                  <c:v>2002</c:v>
                </c:pt>
                <c:pt idx="169">
                  <c:v>2002.25</c:v>
                </c:pt>
                <c:pt idx="170">
                  <c:v>2002.5</c:v>
                </c:pt>
                <c:pt idx="171">
                  <c:v>2002.75</c:v>
                </c:pt>
                <c:pt idx="172">
                  <c:v>2003</c:v>
                </c:pt>
                <c:pt idx="173">
                  <c:v>2003.25</c:v>
                </c:pt>
                <c:pt idx="174">
                  <c:v>2003.5</c:v>
                </c:pt>
                <c:pt idx="175">
                  <c:v>2003.75</c:v>
                </c:pt>
                <c:pt idx="176">
                  <c:v>2004</c:v>
                </c:pt>
                <c:pt idx="177">
                  <c:v>2004.25</c:v>
                </c:pt>
                <c:pt idx="178">
                  <c:v>2004.5</c:v>
                </c:pt>
                <c:pt idx="179">
                  <c:v>2004.75</c:v>
                </c:pt>
                <c:pt idx="180">
                  <c:v>2005</c:v>
                </c:pt>
                <c:pt idx="181">
                  <c:v>2005.25</c:v>
                </c:pt>
                <c:pt idx="182">
                  <c:v>2005.5</c:v>
                </c:pt>
                <c:pt idx="183">
                  <c:v>2005.75</c:v>
                </c:pt>
                <c:pt idx="184">
                  <c:v>2006</c:v>
                </c:pt>
                <c:pt idx="185">
                  <c:v>2006.25</c:v>
                </c:pt>
                <c:pt idx="186">
                  <c:v>2006.5</c:v>
                </c:pt>
                <c:pt idx="187">
                  <c:v>2006.75</c:v>
                </c:pt>
                <c:pt idx="188">
                  <c:v>2007</c:v>
                </c:pt>
                <c:pt idx="189">
                  <c:v>2007.25</c:v>
                </c:pt>
                <c:pt idx="190">
                  <c:v>2007.5</c:v>
                </c:pt>
                <c:pt idx="191">
                  <c:v>2007.75</c:v>
                </c:pt>
                <c:pt idx="192">
                  <c:v>2008</c:v>
                </c:pt>
                <c:pt idx="193">
                  <c:v>2008.25</c:v>
                </c:pt>
                <c:pt idx="194">
                  <c:v>2008.5</c:v>
                </c:pt>
                <c:pt idx="195">
                  <c:v>2008.75</c:v>
                </c:pt>
                <c:pt idx="196">
                  <c:v>2009</c:v>
                </c:pt>
                <c:pt idx="197">
                  <c:v>2009.25</c:v>
                </c:pt>
                <c:pt idx="198">
                  <c:v>2009.5</c:v>
                </c:pt>
                <c:pt idx="199">
                  <c:v>2009.75</c:v>
                </c:pt>
                <c:pt idx="200">
                  <c:v>2010</c:v>
                </c:pt>
                <c:pt idx="201">
                  <c:v>2010.25</c:v>
                </c:pt>
                <c:pt idx="202">
                  <c:v>2010.5</c:v>
                </c:pt>
                <c:pt idx="203">
                  <c:v>2010.75</c:v>
                </c:pt>
                <c:pt idx="204">
                  <c:v>2011</c:v>
                </c:pt>
                <c:pt idx="205">
                  <c:v>2011.25</c:v>
                </c:pt>
                <c:pt idx="206">
                  <c:v>2011.5</c:v>
                </c:pt>
                <c:pt idx="207">
                  <c:v>2011.75</c:v>
                </c:pt>
                <c:pt idx="208">
                  <c:v>2012</c:v>
                </c:pt>
                <c:pt idx="209">
                  <c:v>2012.25</c:v>
                </c:pt>
                <c:pt idx="210">
                  <c:v>2012.5</c:v>
                </c:pt>
                <c:pt idx="211">
                  <c:v>2012.75</c:v>
                </c:pt>
              </c:numCache>
            </c:numRef>
          </c:xVal>
          <c:yVal>
            <c:numRef>
              <c:f>Sheet1!$D$8:$D$219</c:f>
              <c:numCache>
                <c:formatCode>0.0</c:formatCode>
                <c:ptCount val="212"/>
                <c:pt idx="0">
                  <c:v>100</c:v>
                </c:pt>
                <c:pt idx="1">
                  <c:v>99.848197343453293</c:v>
                </c:pt>
                <c:pt idx="2">
                  <c:v>100.37950664136601</c:v>
                </c:pt>
                <c:pt idx="3">
                  <c:v>99.373814041745703</c:v>
                </c:pt>
                <c:pt idx="4">
                  <c:v>100.189753320683</c:v>
                </c:pt>
                <c:pt idx="5">
                  <c:v>102.27703984819701</c:v>
                </c:pt>
                <c:pt idx="6">
                  <c:v>104.26944971537</c:v>
                </c:pt>
                <c:pt idx="7">
                  <c:v>106.75521821631899</c:v>
                </c:pt>
                <c:pt idx="8">
                  <c:v>109.31688804554101</c:v>
                </c:pt>
                <c:pt idx="9">
                  <c:v>110.664136622391</c:v>
                </c:pt>
                <c:pt idx="10">
                  <c:v>111.954459203036</c:v>
                </c:pt>
                <c:pt idx="11">
                  <c:v>112.58064516128999</c:v>
                </c:pt>
                <c:pt idx="12">
                  <c:v>114.326375711575</c:v>
                </c:pt>
                <c:pt idx="13">
                  <c:v>115.977229601518</c:v>
                </c:pt>
                <c:pt idx="14">
                  <c:v>118.38709677419401</c:v>
                </c:pt>
                <c:pt idx="15">
                  <c:v>120.20872865275101</c:v>
                </c:pt>
                <c:pt idx="16">
                  <c:v>123.263757115749</c:v>
                </c:pt>
                <c:pt idx="17">
                  <c:v>125.028462998102</c:v>
                </c:pt>
                <c:pt idx="18">
                  <c:v>127.229601518027</c:v>
                </c:pt>
                <c:pt idx="19">
                  <c:v>128.197343453511</c:v>
                </c:pt>
                <c:pt idx="20">
                  <c:v>132.011385199241</c:v>
                </c:pt>
                <c:pt idx="21">
                  <c:v>134.36432637571201</c:v>
                </c:pt>
                <c:pt idx="22">
                  <c:v>137.609108159393</c:v>
                </c:pt>
                <c:pt idx="23">
                  <c:v>141.84060721062599</c:v>
                </c:pt>
                <c:pt idx="24">
                  <c:v>146.261859582543</c:v>
                </c:pt>
                <c:pt idx="25">
                  <c:v>147.988614800759</c:v>
                </c:pt>
                <c:pt idx="26">
                  <c:v>150.49335863377601</c:v>
                </c:pt>
                <c:pt idx="27">
                  <c:v>153.11195445920299</c:v>
                </c:pt>
                <c:pt idx="28">
                  <c:v>155.18026565464899</c:v>
                </c:pt>
                <c:pt idx="29">
                  <c:v>156.03415559772299</c:v>
                </c:pt>
                <c:pt idx="30">
                  <c:v>158.82352941176501</c:v>
                </c:pt>
                <c:pt idx="31">
                  <c:v>161.80265654649</c:v>
                </c:pt>
                <c:pt idx="32">
                  <c:v>166.944971537002</c:v>
                </c:pt>
                <c:pt idx="33">
                  <c:v>171.55597722960101</c:v>
                </c:pt>
                <c:pt idx="34">
                  <c:v>174.44022770398499</c:v>
                </c:pt>
                <c:pt idx="35">
                  <c:v>177.64705882352899</c:v>
                </c:pt>
                <c:pt idx="36">
                  <c:v>182.333965844402</c:v>
                </c:pt>
                <c:pt idx="37">
                  <c:v>185.21821631878601</c:v>
                </c:pt>
                <c:pt idx="38">
                  <c:v>189.05123339658499</c:v>
                </c:pt>
                <c:pt idx="39">
                  <c:v>190.607210626186</c:v>
                </c:pt>
                <c:pt idx="40">
                  <c:v>192.998102466793</c:v>
                </c:pt>
                <c:pt idx="41">
                  <c:v>196.03415559772299</c:v>
                </c:pt>
                <c:pt idx="42">
                  <c:v>199.335863377609</c:v>
                </c:pt>
                <c:pt idx="43">
                  <c:v>199.75332068311201</c:v>
                </c:pt>
                <c:pt idx="44">
                  <c:v>208.36812144212499</c:v>
                </c:pt>
                <c:pt idx="45">
                  <c:v>212.29601518026601</c:v>
                </c:pt>
                <c:pt idx="46">
                  <c:v>216.14800759013301</c:v>
                </c:pt>
                <c:pt idx="47">
                  <c:v>218.48197343453501</c:v>
                </c:pt>
                <c:pt idx="48">
                  <c:v>225.82542694497201</c:v>
                </c:pt>
                <c:pt idx="49">
                  <c:v>232.56166982922201</c:v>
                </c:pt>
                <c:pt idx="50">
                  <c:v>237.058823529412</c:v>
                </c:pt>
                <c:pt idx="51">
                  <c:v>244.136622390892</c:v>
                </c:pt>
                <c:pt idx="52">
                  <c:v>253.339658444023</c:v>
                </c:pt>
                <c:pt idx="53">
                  <c:v>260.24667931688799</c:v>
                </c:pt>
                <c:pt idx="54">
                  <c:v>263.88994307400401</c:v>
                </c:pt>
                <c:pt idx="55">
                  <c:v>271.68880455407998</c:v>
                </c:pt>
                <c:pt idx="56">
                  <c:v>274.47817836812101</c:v>
                </c:pt>
                <c:pt idx="57">
                  <c:v>281.74573055028401</c:v>
                </c:pt>
                <c:pt idx="58">
                  <c:v>287.22960151802698</c:v>
                </c:pt>
                <c:pt idx="59">
                  <c:v>294.64895635673599</c:v>
                </c:pt>
                <c:pt idx="60">
                  <c:v>297.79886148007603</c:v>
                </c:pt>
                <c:pt idx="61">
                  <c:v>304.55407969639498</c:v>
                </c:pt>
                <c:pt idx="62">
                  <c:v>315.44592030360502</c:v>
                </c:pt>
                <c:pt idx="63">
                  <c:v>325.21821631878601</c:v>
                </c:pt>
                <c:pt idx="64">
                  <c:v>336.22390891840502</c:v>
                </c:pt>
                <c:pt idx="65">
                  <c:v>342.35294117647101</c:v>
                </c:pt>
                <c:pt idx="66">
                  <c:v>348.70967741935499</c:v>
                </c:pt>
                <c:pt idx="67">
                  <c:v>357.59013282732502</c:v>
                </c:pt>
                <c:pt idx="68">
                  <c:v>367.83681214421199</c:v>
                </c:pt>
                <c:pt idx="69">
                  <c:v>380.49335863377598</c:v>
                </c:pt>
                <c:pt idx="70">
                  <c:v>392.03036053130899</c:v>
                </c:pt>
                <c:pt idx="71">
                  <c:v>400.531309297912</c:v>
                </c:pt>
                <c:pt idx="72">
                  <c:v>407.79886148007603</c:v>
                </c:pt>
                <c:pt idx="73">
                  <c:v>431.63187855787402</c:v>
                </c:pt>
                <c:pt idx="74">
                  <c:v>443.11195445920202</c:v>
                </c:pt>
                <c:pt idx="75">
                  <c:v>458.44402277039802</c:v>
                </c:pt>
                <c:pt idx="76">
                  <c:v>467.41935483870998</c:v>
                </c:pt>
                <c:pt idx="77">
                  <c:v>479.39278937381403</c:v>
                </c:pt>
                <c:pt idx="78">
                  <c:v>493.30170777988599</c:v>
                </c:pt>
                <c:pt idx="79">
                  <c:v>504.62998102466798</c:v>
                </c:pt>
                <c:pt idx="80">
                  <c:v>516.907020872864</c:v>
                </c:pt>
                <c:pt idx="81">
                  <c:v>517.64705882352803</c:v>
                </c:pt>
                <c:pt idx="82">
                  <c:v>528.50094876660398</c:v>
                </c:pt>
                <c:pt idx="83">
                  <c:v>553.187855787476</c:v>
                </c:pt>
                <c:pt idx="84">
                  <c:v>579.01328273244803</c:v>
                </c:pt>
                <c:pt idx="85">
                  <c:v>585.25616698292094</c:v>
                </c:pt>
                <c:pt idx="86">
                  <c:v>602.846299810245</c:v>
                </c:pt>
                <c:pt idx="87">
                  <c:v>606.20493358633803</c:v>
                </c:pt>
                <c:pt idx="88">
                  <c:v>604.34535104364295</c:v>
                </c:pt>
                <c:pt idx="89">
                  <c:v>614.97153700189801</c:v>
                </c:pt>
                <c:pt idx="90">
                  <c:v>621.32827324478205</c:v>
                </c:pt>
                <c:pt idx="91">
                  <c:v>628.55787476280796</c:v>
                </c:pt>
                <c:pt idx="92">
                  <c:v>641.55597722960204</c:v>
                </c:pt>
                <c:pt idx="93">
                  <c:v>660.75901328273198</c:v>
                </c:pt>
                <c:pt idx="94">
                  <c:v>680.66413662239097</c:v>
                </c:pt>
                <c:pt idx="95">
                  <c:v>699.82922201138399</c:v>
                </c:pt>
                <c:pt idx="96">
                  <c:v>722.46679316888105</c:v>
                </c:pt>
                <c:pt idx="97">
                  <c:v>741.23339658444002</c:v>
                </c:pt>
                <c:pt idx="98">
                  <c:v>754.45920303605305</c:v>
                </c:pt>
                <c:pt idx="99">
                  <c:v>765.464895635674</c:v>
                </c:pt>
                <c:pt idx="100">
                  <c:v>781.25237191650899</c:v>
                </c:pt>
                <c:pt idx="101">
                  <c:v>792.35294117647004</c:v>
                </c:pt>
                <c:pt idx="102">
                  <c:v>808.02656546489504</c:v>
                </c:pt>
                <c:pt idx="103">
                  <c:v>819.48766603415504</c:v>
                </c:pt>
                <c:pt idx="104">
                  <c:v>831.57495256166999</c:v>
                </c:pt>
                <c:pt idx="105">
                  <c:v>839.31688804554005</c:v>
                </c:pt>
                <c:pt idx="106">
                  <c:v>852.23908918406005</c:v>
                </c:pt>
                <c:pt idx="107">
                  <c:v>862.10626185958301</c:v>
                </c:pt>
                <c:pt idx="108">
                  <c:v>874.97153700189801</c:v>
                </c:pt>
                <c:pt idx="109">
                  <c:v>889.31688804554005</c:v>
                </c:pt>
                <c:pt idx="110">
                  <c:v>904.07969639468695</c:v>
                </c:pt>
                <c:pt idx="111">
                  <c:v>926.58444022770402</c:v>
                </c:pt>
                <c:pt idx="112">
                  <c:v>939.01328273244803</c:v>
                </c:pt>
                <c:pt idx="113">
                  <c:v>960.01897533206898</c:v>
                </c:pt>
                <c:pt idx="114">
                  <c:v>975.86337760910806</c:v>
                </c:pt>
                <c:pt idx="115">
                  <c:v>996.39468690702097</c:v>
                </c:pt>
                <c:pt idx="116">
                  <c:v>1017.13472485769</c:v>
                </c:pt>
                <c:pt idx="117">
                  <c:v>1034.83870967742</c:v>
                </c:pt>
                <c:pt idx="118">
                  <c:v>1049.88614800759</c:v>
                </c:pt>
                <c:pt idx="119">
                  <c:v>1059.14611005693</c:v>
                </c:pt>
                <c:pt idx="120">
                  <c:v>1083.1309297912701</c:v>
                </c:pt>
                <c:pt idx="121">
                  <c:v>1100.07590132827</c:v>
                </c:pt>
                <c:pt idx="122">
                  <c:v>1110.1707779886201</c:v>
                </c:pt>
                <c:pt idx="123">
                  <c:v>1109.2979127134699</c:v>
                </c:pt>
                <c:pt idx="124">
                  <c:v>1115.7874762808401</c:v>
                </c:pt>
                <c:pt idx="125">
                  <c:v>1131.30929791271</c:v>
                </c:pt>
                <c:pt idx="126">
                  <c:v>1144.9146110056899</c:v>
                </c:pt>
                <c:pt idx="127">
                  <c:v>1156.07210626186</c:v>
                </c:pt>
                <c:pt idx="128">
                  <c:v>1174.7058823529401</c:v>
                </c:pt>
                <c:pt idx="129">
                  <c:v>1194.53510436433</c:v>
                </c:pt>
                <c:pt idx="130">
                  <c:v>1212.46679316888</c:v>
                </c:pt>
                <c:pt idx="131">
                  <c:v>1232.1821631878599</c:v>
                </c:pt>
                <c:pt idx="132">
                  <c:v>1241.84060721063</c:v>
                </c:pt>
                <c:pt idx="133">
                  <c:v>1256.6793168880399</c:v>
                </c:pt>
                <c:pt idx="134">
                  <c:v>1269.1271347248601</c:v>
                </c:pt>
                <c:pt idx="135">
                  <c:v>1292.9411764705901</c:v>
                </c:pt>
                <c:pt idx="136">
                  <c:v>1312.39089184061</c:v>
                </c:pt>
                <c:pt idx="137">
                  <c:v>1336.6793168880399</c:v>
                </c:pt>
                <c:pt idx="138">
                  <c:v>1353.2827324478201</c:v>
                </c:pt>
                <c:pt idx="139">
                  <c:v>1375.3700189753299</c:v>
                </c:pt>
                <c:pt idx="140">
                  <c:v>1386.66034155598</c:v>
                </c:pt>
                <c:pt idx="141">
                  <c:v>1395.7874762808401</c:v>
                </c:pt>
                <c:pt idx="142">
                  <c:v>1414.1366223908899</c:v>
                </c:pt>
                <c:pt idx="143">
                  <c:v>1431.2144212523699</c:v>
                </c:pt>
                <c:pt idx="144">
                  <c:v>1449.3738140417499</c:v>
                </c:pt>
                <c:pt idx="145">
                  <c:v>1480.07590132827</c:v>
                </c:pt>
                <c:pt idx="146">
                  <c:v>1497.6660341556001</c:v>
                </c:pt>
                <c:pt idx="147">
                  <c:v>1522.39089184061</c:v>
                </c:pt>
                <c:pt idx="148">
                  <c:v>1544.0227703984799</c:v>
                </c:pt>
                <c:pt idx="149">
                  <c:v>1570.5502846299801</c:v>
                </c:pt>
                <c:pt idx="150">
                  <c:v>1595.8064516129</c:v>
                </c:pt>
                <c:pt idx="151">
                  <c:v>1613.9848197343499</c:v>
                </c:pt>
                <c:pt idx="152">
                  <c:v>1631.99240986717</c:v>
                </c:pt>
                <c:pt idx="153">
                  <c:v>1650.5882352941201</c:v>
                </c:pt>
                <c:pt idx="154">
                  <c:v>1678.7855787476301</c:v>
                </c:pt>
                <c:pt idx="155">
                  <c:v>1712.99810246679</c:v>
                </c:pt>
                <c:pt idx="156">
                  <c:v>1735.9772296015201</c:v>
                </c:pt>
                <c:pt idx="157">
                  <c:v>1755.7115749525601</c:v>
                </c:pt>
                <c:pt idx="158">
                  <c:v>1784.64895635674</c:v>
                </c:pt>
                <c:pt idx="159">
                  <c:v>1823.0929791271401</c:v>
                </c:pt>
                <c:pt idx="160">
                  <c:v>1842.4098671726799</c:v>
                </c:pt>
                <c:pt idx="161">
                  <c:v>1887.8747628083499</c:v>
                </c:pt>
                <c:pt idx="162">
                  <c:v>1900.85388994307</c:v>
                </c:pt>
                <c:pt idx="163">
                  <c:v>1922.1631878557901</c:v>
                </c:pt>
                <c:pt idx="164">
                  <c:v>1928.8614800759001</c:v>
                </c:pt>
                <c:pt idx="165">
                  <c:v>1954.7058823529401</c:v>
                </c:pt>
                <c:pt idx="166">
                  <c:v>1955.4459203036099</c:v>
                </c:pt>
                <c:pt idx="167">
                  <c:v>1968.3301707779899</c:v>
                </c:pt>
                <c:pt idx="168">
                  <c:v>1992.1631878557901</c:v>
                </c:pt>
                <c:pt idx="169">
                  <c:v>2011.7457305502901</c:v>
                </c:pt>
                <c:pt idx="170">
                  <c:v>2030.6831119544599</c:v>
                </c:pt>
                <c:pt idx="171">
                  <c:v>2043.0550284630001</c:v>
                </c:pt>
                <c:pt idx="172">
                  <c:v>2065.92030360531</c:v>
                </c:pt>
                <c:pt idx="173">
                  <c:v>2089.4876660341602</c:v>
                </c:pt>
                <c:pt idx="174">
                  <c:v>2135.69259962049</c:v>
                </c:pt>
                <c:pt idx="175">
                  <c:v>2165.99620493359</c:v>
                </c:pt>
                <c:pt idx="176">
                  <c:v>2199.2220113851999</c:v>
                </c:pt>
                <c:pt idx="177">
                  <c:v>2232.0493358633798</c:v>
                </c:pt>
                <c:pt idx="178">
                  <c:v>2264.9525616698302</c:v>
                </c:pt>
                <c:pt idx="179">
                  <c:v>2300.5502846299801</c:v>
                </c:pt>
                <c:pt idx="180">
                  <c:v>2345.69259962049</c:v>
                </c:pt>
                <c:pt idx="181">
                  <c:v>2371.9165085389</c:v>
                </c:pt>
                <c:pt idx="182">
                  <c:v>2415.2941176470599</c:v>
                </c:pt>
                <c:pt idx="183">
                  <c:v>2448.0834914611</c:v>
                </c:pt>
                <c:pt idx="184">
                  <c:v>2497.4193548387102</c:v>
                </c:pt>
                <c:pt idx="185">
                  <c:v>2529.4876660341602</c:v>
                </c:pt>
                <c:pt idx="186">
                  <c:v>2548.91840607211</c:v>
                </c:pt>
                <c:pt idx="187">
                  <c:v>2577.6470588235302</c:v>
                </c:pt>
                <c:pt idx="188">
                  <c:v>2610.7210626186002</c:v>
                </c:pt>
                <c:pt idx="189">
                  <c:v>2652.1442125237199</c:v>
                </c:pt>
                <c:pt idx="190">
                  <c:v>2680.4933586337802</c:v>
                </c:pt>
                <c:pt idx="191">
                  <c:v>2704.5920303605299</c:v>
                </c:pt>
                <c:pt idx="192">
                  <c:v>2708.5199240986699</c:v>
                </c:pt>
                <c:pt idx="193">
                  <c:v>2735.3889943074</c:v>
                </c:pt>
                <c:pt idx="194">
                  <c:v>2731.5180265654599</c:v>
                </c:pt>
                <c:pt idx="195">
                  <c:v>2672.0493358633798</c:v>
                </c:pt>
                <c:pt idx="196">
                  <c:v>2642.0113851992401</c:v>
                </c:pt>
                <c:pt idx="197">
                  <c:v>2634.8007590132802</c:v>
                </c:pt>
                <c:pt idx="198">
                  <c:v>2647.4762808349201</c:v>
                </c:pt>
                <c:pt idx="199">
                  <c:v>2681.8975332068298</c:v>
                </c:pt>
                <c:pt idx="200">
                  <c:v>2707.8368121442099</c:v>
                </c:pt>
                <c:pt idx="201">
                  <c:v>2735.0094876660301</c:v>
                </c:pt>
                <c:pt idx="202">
                  <c:v>2765.84440227704</c:v>
                </c:pt>
                <c:pt idx="203">
                  <c:v>2796.1859582542702</c:v>
                </c:pt>
                <c:pt idx="204">
                  <c:v>2811.1764705882401</c:v>
                </c:pt>
                <c:pt idx="205">
                  <c:v>2846.9829222011399</c:v>
                </c:pt>
                <c:pt idx="206">
                  <c:v>2877.2675521821602</c:v>
                </c:pt>
                <c:pt idx="207">
                  <c:v>2907.2106261859599</c:v>
                </c:pt>
                <c:pt idx="208">
                  <c:v>2937.0588235294099</c:v>
                </c:pt>
                <c:pt idx="209">
                  <c:v>2957.4193548387102</c:v>
                </c:pt>
                <c:pt idx="210">
                  <c:v>3000.1897533206802</c:v>
                </c:pt>
                <c:pt idx="211">
                  <c:v>3007.8178368121398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0C4-447E-87AE-55F689BD03BB}"/>
            </c:ext>
          </c:extLst>
        </c:ser>
        <c:ser>
          <c:idx val="2"/>
          <c:order val="2"/>
          <c:tx>
            <c:strRef>
              <c:f>Sheet1!$E$7</c:f>
              <c:strCache>
                <c:ptCount val="1"/>
                <c:pt idx="0">
                  <c:v>Velocity</c:v>
                </c:pt>
              </c:strCache>
            </c:strRef>
          </c:tx>
          <c:spPr>
            <a:ln w="47625" cap="rnd" cmpd="sng" algn="ctr">
              <a:solidFill>
                <a:srgbClr val="00CC00"/>
              </a:solidFill>
              <a:prstDash val="solid"/>
              <a:round/>
            </a:ln>
          </c:spPr>
          <c:marker>
            <c:symbol val="none"/>
          </c:marker>
          <c:xVal>
            <c:numRef>
              <c:f>Sheet1!$B$8:$B$219</c:f>
              <c:numCache>
                <c:formatCode>0.00</c:formatCode>
                <c:ptCount val="212"/>
                <c:pt idx="0">
                  <c:v>1960</c:v>
                </c:pt>
                <c:pt idx="1">
                  <c:v>1960.25</c:v>
                </c:pt>
                <c:pt idx="2">
                  <c:v>1960.5</c:v>
                </c:pt>
                <c:pt idx="3">
                  <c:v>1960.75</c:v>
                </c:pt>
                <c:pt idx="4">
                  <c:v>1961</c:v>
                </c:pt>
                <c:pt idx="5">
                  <c:v>1961.25</c:v>
                </c:pt>
                <c:pt idx="6">
                  <c:v>1961.5</c:v>
                </c:pt>
                <c:pt idx="7">
                  <c:v>1961.75</c:v>
                </c:pt>
                <c:pt idx="8">
                  <c:v>1962</c:v>
                </c:pt>
                <c:pt idx="9">
                  <c:v>1962.25</c:v>
                </c:pt>
                <c:pt idx="10">
                  <c:v>1962.5</c:v>
                </c:pt>
                <c:pt idx="11">
                  <c:v>1962.75</c:v>
                </c:pt>
                <c:pt idx="12">
                  <c:v>1963</c:v>
                </c:pt>
                <c:pt idx="13">
                  <c:v>1963.25</c:v>
                </c:pt>
                <c:pt idx="14">
                  <c:v>1963.5</c:v>
                </c:pt>
                <c:pt idx="15">
                  <c:v>1963.75</c:v>
                </c:pt>
                <c:pt idx="16">
                  <c:v>1964</c:v>
                </c:pt>
                <c:pt idx="17">
                  <c:v>1964.25</c:v>
                </c:pt>
                <c:pt idx="18">
                  <c:v>1964.5</c:v>
                </c:pt>
                <c:pt idx="19">
                  <c:v>1964.75</c:v>
                </c:pt>
                <c:pt idx="20">
                  <c:v>1965</c:v>
                </c:pt>
                <c:pt idx="21">
                  <c:v>1965.25</c:v>
                </c:pt>
                <c:pt idx="22">
                  <c:v>1965.5</c:v>
                </c:pt>
                <c:pt idx="23">
                  <c:v>1965.75</c:v>
                </c:pt>
                <c:pt idx="24">
                  <c:v>1966</c:v>
                </c:pt>
                <c:pt idx="25">
                  <c:v>1966.25</c:v>
                </c:pt>
                <c:pt idx="26">
                  <c:v>1966.5</c:v>
                </c:pt>
                <c:pt idx="27">
                  <c:v>1966.75</c:v>
                </c:pt>
                <c:pt idx="28">
                  <c:v>1967</c:v>
                </c:pt>
                <c:pt idx="29">
                  <c:v>1967.25</c:v>
                </c:pt>
                <c:pt idx="30">
                  <c:v>1967.5</c:v>
                </c:pt>
                <c:pt idx="31">
                  <c:v>1967.75</c:v>
                </c:pt>
                <c:pt idx="32">
                  <c:v>1968</c:v>
                </c:pt>
                <c:pt idx="33">
                  <c:v>1968.25</c:v>
                </c:pt>
                <c:pt idx="34">
                  <c:v>1968.5</c:v>
                </c:pt>
                <c:pt idx="35">
                  <c:v>1968.75</c:v>
                </c:pt>
                <c:pt idx="36">
                  <c:v>1969</c:v>
                </c:pt>
                <c:pt idx="37">
                  <c:v>1969.25</c:v>
                </c:pt>
                <c:pt idx="38">
                  <c:v>1969.5</c:v>
                </c:pt>
                <c:pt idx="39">
                  <c:v>1969.75</c:v>
                </c:pt>
                <c:pt idx="40">
                  <c:v>1970</c:v>
                </c:pt>
                <c:pt idx="41">
                  <c:v>1970.25</c:v>
                </c:pt>
                <c:pt idx="42">
                  <c:v>1970.5</c:v>
                </c:pt>
                <c:pt idx="43">
                  <c:v>1970.75</c:v>
                </c:pt>
                <c:pt idx="44">
                  <c:v>1971</c:v>
                </c:pt>
                <c:pt idx="45">
                  <c:v>1971.25</c:v>
                </c:pt>
                <c:pt idx="46">
                  <c:v>1971.5</c:v>
                </c:pt>
                <c:pt idx="47">
                  <c:v>1971.75</c:v>
                </c:pt>
                <c:pt idx="48">
                  <c:v>1972</c:v>
                </c:pt>
                <c:pt idx="49">
                  <c:v>1972.25</c:v>
                </c:pt>
                <c:pt idx="50">
                  <c:v>1972.5</c:v>
                </c:pt>
                <c:pt idx="51">
                  <c:v>1972.75</c:v>
                </c:pt>
                <c:pt idx="52">
                  <c:v>1973</c:v>
                </c:pt>
                <c:pt idx="53">
                  <c:v>1973.25</c:v>
                </c:pt>
                <c:pt idx="54">
                  <c:v>1973.5</c:v>
                </c:pt>
                <c:pt idx="55">
                  <c:v>1973.75</c:v>
                </c:pt>
                <c:pt idx="56">
                  <c:v>1974</c:v>
                </c:pt>
                <c:pt idx="57">
                  <c:v>1974.25</c:v>
                </c:pt>
                <c:pt idx="58">
                  <c:v>1974.5</c:v>
                </c:pt>
                <c:pt idx="59">
                  <c:v>1974.75</c:v>
                </c:pt>
                <c:pt idx="60">
                  <c:v>1975</c:v>
                </c:pt>
                <c:pt idx="61">
                  <c:v>1975.25</c:v>
                </c:pt>
                <c:pt idx="62">
                  <c:v>1975.5</c:v>
                </c:pt>
                <c:pt idx="63">
                  <c:v>1975.75</c:v>
                </c:pt>
                <c:pt idx="64">
                  <c:v>1976</c:v>
                </c:pt>
                <c:pt idx="65">
                  <c:v>1976.25</c:v>
                </c:pt>
                <c:pt idx="66">
                  <c:v>1976.5</c:v>
                </c:pt>
                <c:pt idx="67">
                  <c:v>1976.75</c:v>
                </c:pt>
                <c:pt idx="68">
                  <c:v>1977</c:v>
                </c:pt>
                <c:pt idx="69">
                  <c:v>1977.25</c:v>
                </c:pt>
                <c:pt idx="70">
                  <c:v>1977.5</c:v>
                </c:pt>
                <c:pt idx="71">
                  <c:v>1977.75</c:v>
                </c:pt>
                <c:pt idx="72">
                  <c:v>1978</c:v>
                </c:pt>
                <c:pt idx="73">
                  <c:v>1978.25</c:v>
                </c:pt>
                <c:pt idx="74">
                  <c:v>1978.5</c:v>
                </c:pt>
                <c:pt idx="75">
                  <c:v>1978.75</c:v>
                </c:pt>
                <c:pt idx="76">
                  <c:v>1979</c:v>
                </c:pt>
                <c:pt idx="77">
                  <c:v>1979.25</c:v>
                </c:pt>
                <c:pt idx="78">
                  <c:v>1979.5</c:v>
                </c:pt>
                <c:pt idx="79">
                  <c:v>1979.75</c:v>
                </c:pt>
                <c:pt idx="80">
                  <c:v>1980</c:v>
                </c:pt>
                <c:pt idx="81">
                  <c:v>1980.25</c:v>
                </c:pt>
                <c:pt idx="82">
                  <c:v>1980.5</c:v>
                </c:pt>
                <c:pt idx="83">
                  <c:v>1980.75</c:v>
                </c:pt>
                <c:pt idx="84">
                  <c:v>1981</c:v>
                </c:pt>
                <c:pt idx="85">
                  <c:v>1981.25</c:v>
                </c:pt>
                <c:pt idx="86">
                  <c:v>1981.5</c:v>
                </c:pt>
                <c:pt idx="87">
                  <c:v>1981.75</c:v>
                </c:pt>
                <c:pt idx="88">
                  <c:v>1982</c:v>
                </c:pt>
                <c:pt idx="89">
                  <c:v>1982.25</c:v>
                </c:pt>
                <c:pt idx="90">
                  <c:v>1982.5</c:v>
                </c:pt>
                <c:pt idx="91">
                  <c:v>1982.75</c:v>
                </c:pt>
                <c:pt idx="92">
                  <c:v>1983</c:v>
                </c:pt>
                <c:pt idx="93">
                  <c:v>1983.25</c:v>
                </c:pt>
                <c:pt idx="94">
                  <c:v>1983.5</c:v>
                </c:pt>
                <c:pt idx="95">
                  <c:v>1983.75</c:v>
                </c:pt>
                <c:pt idx="96">
                  <c:v>1984</c:v>
                </c:pt>
                <c:pt idx="97">
                  <c:v>1984.25</c:v>
                </c:pt>
                <c:pt idx="98">
                  <c:v>1984.5</c:v>
                </c:pt>
                <c:pt idx="99">
                  <c:v>1984.75</c:v>
                </c:pt>
                <c:pt idx="100">
                  <c:v>1985</c:v>
                </c:pt>
                <c:pt idx="101">
                  <c:v>1985.25</c:v>
                </c:pt>
                <c:pt idx="102">
                  <c:v>1985.5</c:v>
                </c:pt>
                <c:pt idx="103">
                  <c:v>1985.75</c:v>
                </c:pt>
                <c:pt idx="104">
                  <c:v>1986</c:v>
                </c:pt>
                <c:pt idx="105">
                  <c:v>1986.25</c:v>
                </c:pt>
                <c:pt idx="106">
                  <c:v>1986.5</c:v>
                </c:pt>
                <c:pt idx="107">
                  <c:v>1986.75</c:v>
                </c:pt>
                <c:pt idx="108">
                  <c:v>1987</c:v>
                </c:pt>
                <c:pt idx="109">
                  <c:v>1987.25</c:v>
                </c:pt>
                <c:pt idx="110">
                  <c:v>1987.5</c:v>
                </c:pt>
                <c:pt idx="111">
                  <c:v>1987.75</c:v>
                </c:pt>
                <c:pt idx="112">
                  <c:v>1988</c:v>
                </c:pt>
                <c:pt idx="113">
                  <c:v>1988.25</c:v>
                </c:pt>
                <c:pt idx="114">
                  <c:v>1988.5</c:v>
                </c:pt>
                <c:pt idx="115">
                  <c:v>1988.75</c:v>
                </c:pt>
                <c:pt idx="116">
                  <c:v>1989</c:v>
                </c:pt>
                <c:pt idx="117">
                  <c:v>1989.25</c:v>
                </c:pt>
                <c:pt idx="118">
                  <c:v>1989.5</c:v>
                </c:pt>
                <c:pt idx="119">
                  <c:v>1989.75</c:v>
                </c:pt>
                <c:pt idx="120">
                  <c:v>1990</c:v>
                </c:pt>
                <c:pt idx="121">
                  <c:v>1990.25</c:v>
                </c:pt>
                <c:pt idx="122">
                  <c:v>1990.5</c:v>
                </c:pt>
                <c:pt idx="123">
                  <c:v>1990.75</c:v>
                </c:pt>
                <c:pt idx="124">
                  <c:v>1991</c:v>
                </c:pt>
                <c:pt idx="125">
                  <c:v>1991.25</c:v>
                </c:pt>
                <c:pt idx="126">
                  <c:v>1991.5</c:v>
                </c:pt>
                <c:pt idx="127">
                  <c:v>1991.75</c:v>
                </c:pt>
                <c:pt idx="128">
                  <c:v>1992</c:v>
                </c:pt>
                <c:pt idx="129">
                  <c:v>1992.25</c:v>
                </c:pt>
                <c:pt idx="130">
                  <c:v>1992.5</c:v>
                </c:pt>
                <c:pt idx="131">
                  <c:v>1992.75</c:v>
                </c:pt>
                <c:pt idx="132">
                  <c:v>1993</c:v>
                </c:pt>
                <c:pt idx="133">
                  <c:v>1993.25</c:v>
                </c:pt>
                <c:pt idx="134">
                  <c:v>1993.5</c:v>
                </c:pt>
                <c:pt idx="135">
                  <c:v>1993.75</c:v>
                </c:pt>
                <c:pt idx="136">
                  <c:v>1994</c:v>
                </c:pt>
                <c:pt idx="137">
                  <c:v>1994.25</c:v>
                </c:pt>
                <c:pt idx="138">
                  <c:v>1994.5</c:v>
                </c:pt>
                <c:pt idx="139">
                  <c:v>1994.75</c:v>
                </c:pt>
                <c:pt idx="140">
                  <c:v>1995</c:v>
                </c:pt>
                <c:pt idx="141">
                  <c:v>1995.25</c:v>
                </c:pt>
                <c:pt idx="142">
                  <c:v>1995.5</c:v>
                </c:pt>
                <c:pt idx="143">
                  <c:v>1995.75</c:v>
                </c:pt>
                <c:pt idx="144">
                  <c:v>1996</c:v>
                </c:pt>
                <c:pt idx="145">
                  <c:v>1996.25</c:v>
                </c:pt>
                <c:pt idx="146">
                  <c:v>1996.5</c:v>
                </c:pt>
                <c:pt idx="147">
                  <c:v>1996.75</c:v>
                </c:pt>
                <c:pt idx="148">
                  <c:v>1997</c:v>
                </c:pt>
                <c:pt idx="149">
                  <c:v>1997.25</c:v>
                </c:pt>
                <c:pt idx="150">
                  <c:v>1997.5</c:v>
                </c:pt>
                <c:pt idx="151">
                  <c:v>1997.75</c:v>
                </c:pt>
                <c:pt idx="152">
                  <c:v>1998</c:v>
                </c:pt>
                <c:pt idx="153">
                  <c:v>1998.25</c:v>
                </c:pt>
                <c:pt idx="154">
                  <c:v>1998.5</c:v>
                </c:pt>
                <c:pt idx="155">
                  <c:v>1998.75</c:v>
                </c:pt>
                <c:pt idx="156">
                  <c:v>1999</c:v>
                </c:pt>
                <c:pt idx="157">
                  <c:v>1999.25</c:v>
                </c:pt>
                <c:pt idx="158">
                  <c:v>1999.5</c:v>
                </c:pt>
                <c:pt idx="159">
                  <c:v>1999.75</c:v>
                </c:pt>
                <c:pt idx="160">
                  <c:v>2000</c:v>
                </c:pt>
                <c:pt idx="161">
                  <c:v>2000.25</c:v>
                </c:pt>
                <c:pt idx="162">
                  <c:v>2000.5</c:v>
                </c:pt>
                <c:pt idx="163">
                  <c:v>2000.75</c:v>
                </c:pt>
                <c:pt idx="164">
                  <c:v>2001</c:v>
                </c:pt>
                <c:pt idx="165">
                  <c:v>2001.25</c:v>
                </c:pt>
                <c:pt idx="166">
                  <c:v>2001.5</c:v>
                </c:pt>
                <c:pt idx="167">
                  <c:v>2001.75</c:v>
                </c:pt>
                <c:pt idx="168">
                  <c:v>2002</c:v>
                </c:pt>
                <c:pt idx="169">
                  <c:v>2002.25</c:v>
                </c:pt>
                <c:pt idx="170">
                  <c:v>2002.5</c:v>
                </c:pt>
                <c:pt idx="171">
                  <c:v>2002.75</c:v>
                </c:pt>
                <c:pt idx="172">
                  <c:v>2003</c:v>
                </c:pt>
                <c:pt idx="173">
                  <c:v>2003.25</c:v>
                </c:pt>
                <c:pt idx="174">
                  <c:v>2003.5</c:v>
                </c:pt>
                <c:pt idx="175">
                  <c:v>2003.75</c:v>
                </c:pt>
                <c:pt idx="176">
                  <c:v>2004</c:v>
                </c:pt>
                <c:pt idx="177">
                  <c:v>2004.25</c:v>
                </c:pt>
                <c:pt idx="178">
                  <c:v>2004.5</c:v>
                </c:pt>
                <c:pt idx="179">
                  <c:v>2004.75</c:v>
                </c:pt>
                <c:pt idx="180">
                  <c:v>2005</c:v>
                </c:pt>
                <c:pt idx="181">
                  <c:v>2005.25</c:v>
                </c:pt>
                <c:pt idx="182">
                  <c:v>2005.5</c:v>
                </c:pt>
                <c:pt idx="183">
                  <c:v>2005.75</c:v>
                </c:pt>
                <c:pt idx="184">
                  <c:v>2006</c:v>
                </c:pt>
                <c:pt idx="185">
                  <c:v>2006.25</c:v>
                </c:pt>
                <c:pt idx="186">
                  <c:v>2006.5</c:v>
                </c:pt>
                <c:pt idx="187">
                  <c:v>2006.75</c:v>
                </c:pt>
                <c:pt idx="188">
                  <c:v>2007</c:v>
                </c:pt>
                <c:pt idx="189">
                  <c:v>2007.25</c:v>
                </c:pt>
                <c:pt idx="190">
                  <c:v>2007.5</c:v>
                </c:pt>
                <c:pt idx="191">
                  <c:v>2007.75</c:v>
                </c:pt>
                <c:pt idx="192">
                  <c:v>2008</c:v>
                </c:pt>
                <c:pt idx="193">
                  <c:v>2008.25</c:v>
                </c:pt>
                <c:pt idx="194">
                  <c:v>2008.5</c:v>
                </c:pt>
                <c:pt idx="195">
                  <c:v>2008.75</c:v>
                </c:pt>
                <c:pt idx="196">
                  <c:v>2009</c:v>
                </c:pt>
                <c:pt idx="197">
                  <c:v>2009.25</c:v>
                </c:pt>
                <c:pt idx="198">
                  <c:v>2009.5</c:v>
                </c:pt>
                <c:pt idx="199">
                  <c:v>2009.75</c:v>
                </c:pt>
                <c:pt idx="200">
                  <c:v>2010</c:v>
                </c:pt>
                <c:pt idx="201">
                  <c:v>2010.25</c:v>
                </c:pt>
                <c:pt idx="202">
                  <c:v>2010.5</c:v>
                </c:pt>
                <c:pt idx="203">
                  <c:v>2010.75</c:v>
                </c:pt>
                <c:pt idx="204">
                  <c:v>2011</c:v>
                </c:pt>
                <c:pt idx="205">
                  <c:v>2011.25</c:v>
                </c:pt>
                <c:pt idx="206">
                  <c:v>2011.5</c:v>
                </c:pt>
                <c:pt idx="207">
                  <c:v>2011.75</c:v>
                </c:pt>
                <c:pt idx="208">
                  <c:v>2012</c:v>
                </c:pt>
                <c:pt idx="209">
                  <c:v>2012.25</c:v>
                </c:pt>
                <c:pt idx="210">
                  <c:v>2012.5</c:v>
                </c:pt>
                <c:pt idx="211">
                  <c:v>2012.75</c:v>
                </c:pt>
              </c:numCache>
            </c:numRef>
          </c:xVal>
          <c:yVal>
            <c:numRef>
              <c:f>Sheet1!$E$8:$E$219</c:f>
              <c:numCache>
                <c:formatCode>0.00</c:formatCode>
                <c:ptCount val="212"/>
                <c:pt idx="0">
                  <c:v>100</c:v>
                </c:pt>
                <c:pt idx="1">
                  <c:v>99.052329945166306</c:v>
                </c:pt>
                <c:pt idx="2">
                  <c:v>97.824987385892598</c:v>
                </c:pt>
                <c:pt idx="3">
                  <c:v>95.474294803053894</c:v>
                </c:pt>
                <c:pt idx="4">
                  <c:v>94.614857151084394</c:v>
                </c:pt>
                <c:pt idx="5">
                  <c:v>94.846792308775306</c:v>
                </c:pt>
                <c:pt idx="6">
                  <c:v>95.071076404093404</c:v>
                </c:pt>
                <c:pt idx="7">
                  <c:v>95.672918335476595</c:v>
                </c:pt>
                <c:pt idx="8">
                  <c:v>95.981641561443396</c:v>
                </c:pt>
                <c:pt idx="9">
                  <c:v>95.1507703198276</c:v>
                </c:pt>
                <c:pt idx="10">
                  <c:v>94.786839466969596</c:v>
                </c:pt>
                <c:pt idx="11">
                  <c:v>93.436617698464602</c:v>
                </c:pt>
                <c:pt idx="12">
                  <c:v>92.822202840574604</c:v>
                </c:pt>
                <c:pt idx="13">
                  <c:v>92.158548768218793</c:v>
                </c:pt>
                <c:pt idx="14">
                  <c:v>92.185155908372295</c:v>
                </c:pt>
                <c:pt idx="15">
                  <c:v>91.832090149812899</c:v>
                </c:pt>
                <c:pt idx="16">
                  <c:v>92.626123900564494</c:v>
                </c:pt>
                <c:pt idx="17">
                  <c:v>92.372005682743506</c:v>
                </c:pt>
                <c:pt idx="18">
                  <c:v>91.906848787024202</c:v>
                </c:pt>
                <c:pt idx="19">
                  <c:v>90.762139107758998</c:v>
                </c:pt>
                <c:pt idx="20">
                  <c:v>91.6166374512391</c:v>
                </c:pt>
                <c:pt idx="21">
                  <c:v>91.736284087828693</c:v>
                </c:pt>
                <c:pt idx="22">
                  <c:v>92.140418308026398</c:v>
                </c:pt>
                <c:pt idx="23">
                  <c:v>92.952587480943507</c:v>
                </c:pt>
                <c:pt idx="24">
                  <c:v>94.034475801346304</c:v>
                </c:pt>
                <c:pt idx="25">
                  <c:v>94.011482860456496</c:v>
                </c:pt>
                <c:pt idx="26">
                  <c:v>95.036715061118301</c:v>
                </c:pt>
                <c:pt idx="27">
                  <c:v>95.7390429076072</c:v>
                </c:pt>
                <c:pt idx="28">
                  <c:v>95.473419878565693</c:v>
                </c:pt>
                <c:pt idx="29">
                  <c:v>93.758604459947406</c:v>
                </c:pt>
                <c:pt idx="30">
                  <c:v>92.911453653141706</c:v>
                </c:pt>
                <c:pt idx="31">
                  <c:v>92.693620081389398</c:v>
                </c:pt>
                <c:pt idx="32">
                  <c:v>94.034438993216</c:v>
                </c:pt>
                <c:pt idx="33">
                  <c:v>95.054294933188601</c:v>
                </c:pt>
                <c:pt idx="34">
                  <c:v>94.823104668208003</c:v>
                </c:pt>
                <c:pt idx="35">
                  <c:v>94.368089046039799</c:v>
                </c:pt>
                <c:pt idx="36">
                  <c:v>95.231955932370994</c:v>
                </c:pt>
                <c:pt idx="37">
                  <c:v>95.899950103000904</c:v>
                </c:pt>
                <c:pt idx="38">
                  <c:v>97.260770608955795</c:v>
                </c:pt>
                <c:pt idx="39">
                  <c:v>97.223998999388201</c:v>
                </c:pt>
                <c:pt idx="40">
                  <c:v>98.091769962278605</c:v>
                </c:pt>
                <c:pt idx="41">
                  <c:v>98.961301803346004</c:v>
                </c:pt>
                <c:pt idx="42">
                  <c:v>98.399640374965898</c:v>
                </c:pt>
                <c:pt idx="43">
                  <c:v>96.034632042564695</c:v>
                </c:pt>
                <c:pt idx="44">
                  <c:v>97.052171955033103</c:v>
                </c:pt>
                <c:pt idx="45">
                  <c:v>95.214444045563596</c:v>
                </c:pt>
                <c:pt idx="46">
                  <c:v>94.129479322310203</c:v>
                </c:pt>
                <c:pt idx="47">
                  <c:v>92.647026497580399</c:v>
                </c:pt>
                <c:pt idx="48">
                  <c:v>92.963140888179396</c:v>
                </c:pt>
                <c:pt idx="49">
                  <c:v>93.393614920662301</c:v>
                </c:pt>
                <c:pt idx="50">
                  <c:v>92.103889943073995</c:v>
                </c:pt>
                <c:pt idx="51">
                  <c:v>91.797091022355701</c:v>
                </c:pt>
                <c:pt idx="52">
                  <c:v>93.0552828052503</c:v>
                </c:pt>
                <c:pt idx="53">
                  <c:v>94.042684626124398</c:v>
                </c:pt>
                <c:pt idx="54">
                  <c:v>94.039520396331397</c:v>
                </c:pt>
                <c:pt idx="55">
                  <c:v>95.587097668202205</c:v>
                </c:pt>
                <c:pt idx="56">
                  <c:v>94.815117241306694</c:v>
                </c:pt>
                <c:pt idx="57">
                  <c:v>96.1689517945034</c:v>
                </c:pt>
                <c:pt idx="58">
                  <c:v>96.998849037235203</c:v>
                </c:pt>
                <c:pt idx="59">
                  <c:v>98.008511429573602</c:v>
                </c:pt>
                <c:pt idx="60">
                  <c:v>97.205245245436203</c:v>
                </c:pt>
                <c:pt idx="61">
                  <c:v>95.889431438086703</c:v>
                </c:pt>
                <c:pt idx="62">
                  <c:v>95.833702598338903</c:v>
                </c:pt>
                <c:pt idx="63">
                  <c:v>96.467409348978507</c:v>
                </c:pt>
                <c:pt idx="64">
                  <c:v>96.660328771826599</c:v>
                </c:pt>
                <c:pt idx="65">
                  <c:v>95.553002737256193</c:v>
                </c:pt>
                <c:pt idx="66">
                  <c:v>94.811196654980293</c:v>
                </c:pt>
                <c:pt idx="67">
                  <c:v>93.826574732538305</c:v>
                </c:pt>
                <c:pt idx="68">
                  <c:v>93.341989454996394</c:v>
                </c:pt>
                <c:pt idx="69">
                  <c:v>94.021646445986903</c:v>
                </c:pt>
                <c:pt idx="70">
                  <c:v>94.6947021597137</c:v>
                </c:pt>
                <c:pt idx="71">
                  <c:v>94.785851756683797</c:v>
                </c:pt>
                <c:pt idx="72">
                  <c:v>94.734422090603999</c:v>
                </c:pt>
                <c:pt idx="73">
                  <c:v>98.433686154555701</c:v>
                </c:pt>
                <c:pt idx="74">
                  <c:v>99.203673210136401</c:v>
                </c:pt>
                <c:pt idx="75">
                  <c:v>100.755816055859</c:v>
                </c:pt>
                <c:pt idx="76">
                  <c:v>101.238605822872</c:v>
                </c:pt>
                <c:pt idx="77">
                  <c:v>101.42699120694</c:v>
                </c:pt>
                <c:pt idx="78">
                  <c:v>101.957666837706</c:v>
                </c:pt>
                <c:pt idx="79">
                  <c:v>102.770147495785</c:v>
                </c:pt>
                <c:pt idx="80">
                  <c:v>103.457603279767</c:v>
                </c:pt>
                <c:pt idx="81">
                  <c:v>102.087136188161</c:v>
                </c:pt>
                <c:pt idx="82">
                  <c:v>101.174923666336</c:v>
                </c:pt>
                <c:pt idx="83">
                  <c:v>103.69451680183199</c:v>
                </c:pt>
                <c:pt idx="84">
                  <c:v>106.71393074114999</c:v>
                </c:pt>
                <c:pt idx="85">
                  <c:v>105.019834841883</c:v>
                </c:pt>
                <c:pt idx="86">
                  <c:v>106.292538665557</c:v>
                </c:pt>
                <c:pt idx="87">
                  <c:v>104.196923502267</c:v>
                </c:pt>
                <c:pt idx="88">
                  <c:v>101.580077855347</c:v>
                </c:pt>
                <c:pt idx="89">
                  <c:v>101.202136577856</c:v>
                </c:pt>
                <c:pt idx="90">
                  <c:v>100.536703801851</c:v>
                </c:pt>
                <c:pt idx="91">
                  <c:v>99.465054668177004</c:v>
                </c:pt>
                <c:pt idx="92">
                  <c:v>96.230174951532604</c:v>
                </c:pt>
                <c:pt idx="93">
                  <c:v>96.630950926585996</c:v>
                </c:pt>
                <c:pt idx="94">
                  <c:v>97.992277621509601</c:v>
                </c:pt>
                <c:pt idx="95">
                  <c:v>98.958051796440301</c:v>
                </c:pt>
                <c:pt idx="96">
                  <c:v>100.000385134173</c:v>
                </c:pt>
                <c:pt idx="97">
                  <c:v>100.433846931174</c:v>
                </c:pt>
                <c:pt idx="98">
                  <c:v>100.894056208305</c:v>
                </c:pt>
                <c:pt idx="99">
                  <c:v>100.146451897147</c:v>
                </c:pt>
                <c:pt idx="100">
                  <c:v>99.230379509062004</c:v>
                </c:pt>
                <c:pt idx="101">
                  <c:v>98.890997171023898</c:v>
                </c:pt>
                <c:pt idx="102">
                  <c:v>98.747048156600997</c:v>
                </c:pt>
                <c:pt idx="103">
                  <c:v>98.694043159584695</c:v>
                </c:pt>
                <c:pt idx="104">
                  <c:v>98.685513837970106</c:v>
                </c:pt>
                <c:pt idx="105">
                  <c:v>97.032919634324003</c:v>
                </c:pt>
                <c:pt idx="106">
                  <c:v>96.119851963177396</c:v>
                </c:pt>
                <c:pt idx="107">
                  <c:v>95.120840875242806</c:v>
                </c:pt>
                <c:pt idx="108">
                  <c:v>95.041273538116599</c:v>
                </c:pt>
                <c:pt idx="109">
                  <c:v>95.770614867939202</c:v>
                </c:pt>
                <c:pt idx="110">
                  <c:v>96.7569349025772</c:v>
                </c:pt>
                <c:pt idx="111">
                  <c:v>98.044837683238896</c:v>
                </c:pt>
                <c:pt idx="112">
                  <c:v>97.647704899102607</c:v>
                </c:pt>
                <c:pt idx="113">
                  <c:v>97.936361998527602</c:v>
                </c:pt>
                <c:pt idx="114">
                  <c:v>98.643110284886802</c:v>
                </c:pt>
                <c:pt idx="115">
                  <c:v>99.843367096892607</c:v>
                </c:pt>
                <c:pt idx="116">
                  <c:v>101.363941652484</c:v>
                </c:pt>
                <c:pt idx="117">
                  <c:v>102.420915368007</c:v>
                </c:pt>
                <c:pt idx="118">
                  <c:v>101.95422231212601</c:v>
                </c:pt>
                <c:pt idx="119">
                  <c:v>100.888750262773</c:v>
                </c:pt>
                <c:pt idx="120">
                  <c:v>101.71698328313001</c:v>
                </c:pt>
                <c:pt idx="121">
                  <c:v>102.457881490055</c:v>
                </c:pt>
                <c:pt idx="122">
                  <c:v>102.291323149238</c:v>
                </c:pt>
                <c:pt idx="123">
                  <c:v>101.459760710244</c:v>
                </c:pt>
                <c:pt idx="124">
                  <c:v>100.83372739693399</c:v>
                </c:pt>
                <c:pt idx="125">
                  <c:v>101.092556103308</c:v>
                </c:pt>
                <c:pt idx="126">
                  <c:v>101.924118352279</c:v>
                </c:pt>
                <c:pt idx="127">
                  <c:v>102.602429920495</c:v>
                </c:pt>
                <c:pt idx="128">
                  <c:v>103.374671378141</c:v>
                </c:pt>
                <c:pt idx="129">
                  <c:v>105.051563572391</c:v>
                </c:pt>
                <c:pt idx="130">
                  <c:v>106.518773858689</c:v>
                </c:pt>
                <c:pt idx="131">
                  <c:v>107.498338730128</c:v>
                </c:pt>
                <c:pt idx="132">
                  <c:v>108.661507857695</c:v>
                </c:pt>
                <c:pt idx="133">
                  <c:v>109.478843863406</c:v>
                </c:pt>
                <c:pt idx="134">
                  <c:v>110.046526690175</c:v>
                </c:pt>
                <c:pt idx="135">
                  <c:v>111.448223649255</c:v>
                </c:pt>
                <c:pt idx="136">
                  <c:v>112.80247450298999</c:v>
                </c:pt>
                <c:pt idx="137">
                  <c:v>114.59333906046101</c:v>
                </c:pt>
                <c:pt idx="138">
                  <c:v>115.95018994382499</c:v>
                </c:pt>
                <c:pt idx="139">
                  <c:v>117.87307395860699</c:v>
                </c:pt>
                <c:pt idx="140">
                  <c:v>118.694246911615</c:v>
                </c:pt>
                <c:pt idx="141">
                  <c:v>118.369689161628</c:v>
                </c:pt>
                <c:pt idx="142">
                  <c:v>117.85129432178999</c:v>
                </c:pt>
                <c:pt idx="143">
                  <c:v>118.121062010412</c:v>
                </c:pt>
                <c:pt idx="144">
                  <c:v>118.150744570239</c:v>
                </c:pt>
                <c:pt idx="145">
                  <c:v>119.228336495889</c:v>
                </c:pt>
                <c:pt idx="146">
                  <c:v>119.523577108656</c:v>
                </c:pt>
                <c:pt idx="147">
                  <c:v>120.097760245296</c:v>
                </c:pt>
                <c:pt idx="148">
                  <c:v>120.295156764138</c:v>
                </c:pt>
                <c:pt idx="149">
                  <c:v>121.004764120554</c:v>
                </c:pt>
                <c:pt idx="150">
                  <c:v>121.036866359447</c:v>
                </c:pt>
                <c:pt idx="151">
                  <c:v>120.551440487772</c:v>
                </c:pt>
                <c:pt idx="152">
                  <c:v>119.687724429111</c:v>
                </c:pt>
                <c:pt idx="153">
                  <c:v>118.851265791373</c:v>
                </c:pt>
                <c:pt idx="154">
                  <c:v>118.89540316102</c:v>
                </c:pt>
                <c:pt idx="155">
                  <c:v>118.27844040842101</c:v>
                </c:pt>
                <c:pt idx="156">
                  <c:v>117.790286330011</c:v>
                </c:pt>
                <c:pt idx="157">
                  <c:v>117.440610780054</c:v>
                </c:pt>
                <c:pt idx="158">
                  <c:v>117.632377091104</c:v>
                </c:pt>
                <c:pt idx="159">
                  <c:v>118.583222173528</c:v>
                </c:pt>
                <c:pt idx="160">
                  <c:v>117.98722794942</c:v>
                </c:pt>
                <c:pt idx="161">
                  <c:v>118.937862070964</c:v>
                </c:pt>
                <c:pt idx="162">
                  <c:v>118.372400643372</c:v>
                </c:pt>
                <c:pt idx="163">
                  <c:v>117.963129563717</c:v>
                </c:pt>
                <c:pt idx="164">
                  <c:v>115.31551830327901</c:v>
                </c:pt>
                <c:pt idx="165">
                  <c:v>114.019420219267</c:v>
                </c:pt>
                <c:pt idx="166">
                  <c:v>111.570082593728</c:v>
                </c:pt>
                <c:pt idx="167">
                  <c:v>109.81941872189</c:v>
                </c:pt>
                <c:pt idx="168">
                  <c:v>109.237277272189</c:v>
                </c:pt>
                <c:pt idx="169">
                  <c:v>109.459078603113</c:v>
                </c:pt>
                <c:pt idx="170">
                  <c:v>108.45656758646</c:v>
                </c:pt>
                <c:pt idx="171">
                  <c:v>106.892599008933</c:v>
                </c:pt>
                <c:pt idx="172">
                  <c:v>106.380222501535</c:v>
                </c:pt>
                <c:pt idx="173">
                  <c:v>105.482594913621</c:v>
                </c:pt>
                <c:pt idx="174">
                  <c:v>105.647513291264</c:v>
                </c:pt>
                <c:pt idx="175">
                  <c:v>107.25313170990501</c:v>
                </c:pt>
                <c:pt idx="176">
                  <c:v>108.038684736075</c:v>
                </c:pt>
                <c:pt idx="177">
                  <c:v>107.36294249865399</c:v>
                </c:pt>
                <c:pt idx="178">
                  <c:v>107.73637336307701</c:v>
                </c:pt>
                <c:pt idx="179">
                  <c:v>107.954625006909</c:v>
                </c:pt>
                <c:pt idx="180">
                  <c:v>109.435123702716</c:v>
                </c:pt>
                <c:pt idx="181">
                  <c:v>109.89816049832</c:v>
                </c:pt>
                <c:pt idx="182">
                  <c:v>110.385781621123</c:v>
                </c:pt>
                <c:pt idx="183">
                  <c:v>110.327937793182</c:v>
                </c:pt>
                <c:pt idx="184">
                  <c:v>111.096424455348</c:v>
                </c:pt>
                <c:pt idx="185">
                  <c:v>111.357106240885</c:v>
                </c:pt>
                <c:pt idx="186">
                  <c:v>110.70973635598401</c:v>
                </c:pt>
                <c:pt idx="187">
                  <c:v>110.007597724045</c:v>
                </c:pt>
                <c:pt idx="188">
                  <c:v>109.831044393704</c:v>
                </c:pt>
                <c:pt idx="189">
                  <c:v>109.74212479821</c:v>
                </c:pt>
                <c:pt idx="190">
                  <c:v>109.307071253383</c:v>
                </c:pt>
                <c:pt idx="191">
                  <c:v>108.905586339807</c:v>
                </c:pt>
                <c:pt idx="192">
                  <c:v>107.063348771706</c:v>
                </c:pt>
                <c:pt idx="193">
                  <c:v>106.336881007798</c:v>
                </c:pt>
                <c:pt idx="194">
                  <c:v>104.973230560966</c:v>
                </c:pt>
                <c:pt idx="195">
                  <c:v>99.297221490985393</c:v>
                </c:pt>
                <c:pt idx="196">
                  <c:v>95.188382114564703</c:v>
                </c:pt>
                <c:pt idx="197">
                  <c:v>93.914748835606602</c:v>
                </c:pt>
                <c:pt idx="198">
                  <c:v>94.121706409905997</c:v>
                </c:pt>
                <c:pt idx="199">
                  <c:v>94.615705430554897</c:v>
                </c:pt>
                <c:pt idx="200">
                  <c:v>95.621177697220105</c:v>
                </c:pt>
                <c:pt idx="201">
                  <c:v>95.664640908444596</c:v>
                </c:pt>
                <c:pt idx="202">
                  <c:v>95.805286022769806</c:v>
                </c:pt>
                <c:pt idx="203">
                  <c:v>95.474531124535503</c:v>
                </c:pt>
                <c:pt idx="204">
                  <c:v>94.856524492471493</c:v>
                </c:pt>
                <c:pt idx="205">
                  <c:v>94.392758306765202</c:v>
                </c:pt>
                <c:pt idx="206">
                  <c:v>91.186281083151499</c:v>
                </c:pt>
                <c:pt idx="207">
                  <c:v>90.496239400752998</c:v>
                </c:pt>
                <c:pt idx="208">
                  <c:v>90.014515461229607</c:v>
                </c:pt>
                <c:pt idx="209">
                  <c:v>89.497103620923298</c:v>
                </c:pt>
                <c:pt idx="210">
                  <c:v>88.870929542125793</c:v>
                </c:pt>
                <c:pt idx="211">
                  <c:v>87.117608806037794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0C4-447E-87AE-55F689BD03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40945280"/>
        <c:axId val="440967552"/>
      </c:scatterChart>
      <c:valAx>
        <c:axId val="440945280"/>
        <c:scaling>
          <c:orientation val="minMax"/>
          <c:max val="2013"/>
          <c:min val="1960"/>
        </c:scaling>
        <c:delete val="0"/>
        <c:axPos val="b"/>
        <c:numFmt formatCode="0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pPr>
            <a:endParaRPr lang="zh-CN"/>
          </a:p>
        </c:txPr>
        <c:crossAx val="440967552"/>
        <c:crosses val="autoZero"/>
        <c:crossBetween val="midCat"/>
        <c:majorUnit val="5"/>
        <c:minorUnit val="1"/>
      </c:valAx>
      <c:valAx>
        <c:axId val="440967552"/>
        <c:scaling>
          <c:orientation val="minMax"/>
          <c:max val="3500"/>
          <c:min val="0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pPr>
            <a:endParaRPr lang="zh-CN"/>
          </a:p>
        </c:txPr>
        <c:crossAx val="440945280"/>
        <c:crosses val="autoZero"/>
        <c:crossBetween val="midCat"/>
        <c:majorUnit val="500"/>
        <c:minorUnit val="100"/>
      </c:valAx>
      <c:spPr>
        <a:solidFill>
          <a:schemeClr val="tx2">
            <a:lumMod val="40000"/>
            <a:lumOff val="60000"/>
          </a:schemeClr>
        </a:solidFill>
        <a:ln>
          <a:solidFill>
            <a:schemeClr val="tx1"/>
          </a:solidFill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437871f1-d343-4b4d-aa38-0a39237c2a55}"/>
      </c:ext>
    </c:extLst>
  </c:chart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'[Microsoft PowerPoint 中的图表]组合数据'!$E$1</c:f>
              <c:strCache>
                <c:ptCount val="1"/>
                <c:pt idx="0">
                  <c:v>名义GDP</c:v>
                </c:pt>
              </c:strCache>
            </c:strRef>
          </c:tx>
          <c:spPr>
            <a:ln w="44450" cap="rnd">
              <a:solidFill>
                <a:schemeClr val="tx2"/>
              </a:solidFill>
              <a:round/>
            </a:ln>
            <a:effectLst/>
          </c:spPr>
          <c:marker>
            <c:symbol val="none"/>
          </c:marker>
          <c:cat>
            <c:numRef>
              <c:f>'[Microsoft PowerPoint 中的图表]组合数据'!$A$2:$A$32</c:f>
              <c:numCache>
                <c:formatCode>General</c:formatCode>
                <c:ptCount val="31"/>
                <c:pt idx="0" formatCode="0_);[Red]\(0\)">
                  <c:v>1990</c:v>
                </c:pt>
                <c:pt idx="5" formatCode="0_);[Red]\(0\)">
                  <c:v>1995</c:v>
                </c:pt>
                <c:pt idx="10" formatCode="0_);[Red]\(0\)">
                  <c:v>2000</c:v>
                </c:pt>
                <c:pt idx="15" formatCode="0_);[Red]\(0\)">
                  <c:v>2005</c:v>
                </c:pt>
                <c:pt idx="20" formatCode="0_);[Red]\(0\)">
                  <c:v>2010</c:v>
                </c:pt>
                <c:pt idx="25" formatCode="0_);[Red]\(0\)">
                  <c:v>2015</c:v>
                </c:pt>
                <c:pt idx="30" formatCode="0_);[Red]\(0\)">
                  <c:v>2020</c:v>
                </c:pt>
              </c:numCache>
            </c:numRef>
          </c:cat>
          <c:val>
            <c:numRef>
              <c:f>'[Microsoft PowerPoint 中的图表]组合数据'!$E$2:$E$32</c:f>
              <c:numCache>
                <c:formatCode>General</c:formatCode>
                <c:ptCount val="31"/>
                <c:pt idx="0">
                  <c:v>28.872868799999999</c:v>
                </c:pt>
                <c:pt idx="1">
                  <c:v>32.0056285</c:v>
                </c:pt>
                <c:pt idx="2">
                  <c:v>37.194530899999997</c:v>
                </c:pt>
                <c:pt idx="3">
                  <c:v>45.673230400000001</c:v>
                </c:pt>
                <c:pt idx="4">
                  <c:v>58.637450299999998</c:v>
                </c:pt>
                <c:pt idx="5">
                  <c:v>71.339891300000005</c:v>
                </c:pt>
                <c:pt idx="6">
                  <c:v>81.813629599999999</c:v>
                </c:pt>
                <c:pt idx="7">
                  <c:v>89.715044500000005</c:v>
                </c:pt>
                <c:pt idx="8">
                  <c:v>95.1955071</c:v>
                </c:pt>
                <c:pt idx="9">
                  <c:v>100.56437579999999</c:v>
                </c:pt>
                <c:pt idx="10">
                  <c:v>110.2801393</c:v>
                </c:pt>
                <c:pt idx="11">
                  <c:v>120.863123</c:v>
                </c:pt>
                <c:pt idx="12">
                  <c:v>131.71742470000001</c:v>
                </c:pt>
                <c:pt idx="13">
                  <c:v>147.4220349</c:v>
                </c:pt>
                <c:pt idx="14">
                  <c:v>171.8401609</c:v>
                </c:pt>
                <c:pt idx="15">
                  <c:v>197.3189031</c:v>
                </c:pt>
                <c:pt idx="16">
                  <c:v>229.43847479999999</c:v>
                </c:pt>
                <c:pt idx="17">
                  <c:v>280.09232370000001</c:v>
                </c:pt>
                <c:pt idx="18">
                  <c:v>329.24461280000003</c:v>
                </c:pt>
                <c:pt idx="19">
                  <c:v>358.51774369999998</c:v>
                </c:pt>
                <c:pt idx="20">
                  <c:v>422.11925580000002</c:v>
                </c:pt>
                <c:pt idx="21">
                  <c:v>497.9401805</c:v>
                </c:pt>
                <c:pt idx="22">
                  <c:v>548.57995349999999</c:v>
                </c:pt>
                <c:pt idx="23">
                  <c:v>602.96322950000001</c:v>
                </c:pt>
                <c:pt idx="24">
                  <c:v>653.56310450000001</c:v>
                </c:pt>
                <c:pt idx="25">
                  <c:v>698.85821799999997</c:v>
                </c:pt>
                <c:pt idx="26">
                  <c:v>756.3950595</c:v>
                </c:pt>
                <c:pt idx="27">
                  <c:v>842.03594859999998</c:v>
                </c:pt>
                <c:pt idx="28">
                  <c:v>929.28112910000004</c:v>
                </c:pt>
                <c:pt idx="29">
                  <c:v>996.51520000000005</c:v>
                </c:pt>
                <c:pt idx="30">
                  <c:v>1025.9862000000001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181-4D88-96F2-02F4631CBF13}"/>
            </c:ext>
          </c:extLst>
        </c:ser>
        <c:ser>
          <c:idx val="1"/>
          <c:order val="1"/>
          <c:tx>
            <c:strRef>
              <c:f>'[Microsoft PowerPoint 中的图表]组合数据'!$F$1</c:f>
              <c:strCache>
                <c:ptCount val="1"/>
                <c:pt idx="0">
                  <c:v>M2</c:v>
                </c:pt>
              </c:strCache>
            </c:strRef>
          </c:tx>
          <c:spPr>
            <a:ln w="4445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'[Microsoft PowerPoint 中的图表]组合数据'!$A$2:$A$32</c:f>
              <c:numCache>
                <c:formatCode>General</c:formatCode>
                <c:ptCount val="31"/>
                <c:pt idx="0" formatCode="0_);[Red]\(0\)">
                  <c:v>1990</c:v>
                </c:pt>
                <c:pt idx="5" formatCode="0_);[Red]\(0\)">
                  <c:v>1995</c:v>
                </c:pt>
                <c:pt idx="10" formatCode="0_);[Red]\(0\)">
                  <c:v>2000</c:v>
                </c:pt>
                <c:pt idx="15" formatCode="0_);[Red]\(0\)">
                  <c:v>2005</c:v>
                </c:pt>
                <c:pt idx="20" formatCode="0_);[Red]\(0\)">
                  <c:v>2010</c:v>
                </c:pt>
                <c:pt idx="25" formatCode="0_);[Red]\(0\)">
                  <c:v>2015</c:v>
                </c:pt>
                <c:pt idx="30" formatCode="0_);[Red]\(0\)">
                  <c:v>2020</c:v>
                </c:pt>
              </c:numCache>
            </c:numRef>
          </c:cat>
          <c:val>
            <c:numRef>
              <c:f>'[Microsoft PowerPoint 中的图表]组合数据'!$F$2:$F$32</c:f>
              <c:numCache>
                <c:formatCode>General</c:formatCode>
                <c:ptCount val="31"/>
                <c:pt idx="0">
                  <c:v>25.293399999999998</c:v>
                </c:pt>
                <c:pt idx="1">
                  <c:v>29.349900000000002</c:v>
                </c:pt>
                <c:pt idx="2">
                  <c:v>35.402200000000001</c:v>
                </c:pt>
                <c:pt idx="3">
                  <c:v>44.879800000000003</c:v>
                </c:pt>
                <c:pt idx="4">
                  <c:v>56.923499999999997</c:v>
                </c:pt>
                <c:pt idx="5">
                  <c:v>70.750500000000002</c:v>
                </c:pt>
                <c:pt idx="6">
                  <c:v>86.094899999999996</c:v>
                </c:pt>
                <c:pt idx="7">
                  <c:v>100.9953</c:v>
                </c:pt>
                <c:pt idx="8">
                  <c:v>114.49850000000001</c:v>
                </c:pt>
                <c:pt idx="9">
                  <c:v>129.89789999999999</c:v>
                </c:pt>
                <c:pt idx="10">
                  <c:v>144.6103</c:v>
                </c:pt>
                <c:pt idx="11">
                  <c:v>168.30189999999999</c:v>
                </c:pt>
                <c:pt idx="12">
                  <c:v>195.00697</c:v>
                </c:pt>
                <c:pt idx="13">
                  <c:v>231.22280000000001</c:v>
                </c:pt>
                <c:pt idx="14">
                  <c:v>264.10700000000003</c:v>
                </c:pt>
                <c:pt idx="15">
                  <c:v>308.75569999999999</c:v>
                </c:pt>
                <c:pt idx="16">
                  <c:v>355.5779</c:v>
                </c:pt>
                <c:pt idx="17">
                  <c:v>413.44220999999999</c:v>
                </c:pt>
                <c:pt idx="18">
                  <c:v>485.16660000000002</c:v>
                </c:pt>
                <c:pt idx="19">
                  <c:v>620.22450000000003</c:v>
                </c:pt>
                <c:pt idx="20">
                  <c:v>735.85180000000003</c:v>
                </c:pt>
                <c:pt idx="21">
                  <c:v>861.59090000000003</c:v>
                </c:pt>
                <c:pt idx="22">
                  <c:v>984.14880000000005</c:v>
                </c:pt>
                <c:pt idx="23">
                  <c:v>1116.5249799999999</c:v>
                </c:pt>
                <c:pt idx="24">
                  <c:v>1238.37481</c:v>
                </c:pt>
                <c:pt idx="25">
                  <c:v>1402.27811</c:v>
                </c:pt>
                <c:pt idx="26">
                  <c:v>1560.0666678109999</c:v>
                </c:pt>
                <c:pt idx="27">
                  <c:v>1700.2353146810001</c:v>
                </c:pt>
                <c:pt idx="28">
                  <c:v>1836.7442000000001</c:v>
                </c:pt>
                <c:pt idx="29">
                  <c:v>1996.488818644</c:v>
                </c:pt>
                <c:pt idx="30">
                  <c:v>2196.7959999999998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181-4D88-96F2-02F4631CBF13}"/>
            </c:ext>
          </c:extLst>
        </c:ser>
        <c:ser>
          <c:idx val="2"/>
          <c:order val="2"/>
          <c:tx>
            <c:strRef>
              <c:f>'[Microsoft PowerPoint 中的图表]组合数据'!$G$1</c:f>
              <c:strCache>
                <c:ptCount val="1"/>
                <c:pt idx="0">
                  <c:v>货币流通速度</c:v>
                </c:pt>
              </c:strCache>
            </c:strRef>
          </c:tx>
          <c:spPr>
            <a:ln w="44450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'[Microsoft PowerPoint 中的图表]组合数据'!$A$2:$A$32</c:f>
              <c:numCache>
                <c:formatCode>General</c:formatCode>
                <c:ptCount val="31"/>
                <c:pt idx="0" formatCode="0_);[Red]\(0\)">
                  <c:v>1990</c:v>
                </c:pt>
                <c:pt idx="5" formatCode="0_);[Red]\(0\)">
                  <c:v>1995</c:v>
                </c:pt>
                <c:pt idx="10" formatCode="0_);[Red]\(0\)">
                  <c:v>2000</c:v>
                </c:pt>
                <c:pt idx="15" formatCode="0_);[Red]\(0\)">
                  <c:v>2005</c:v>
                </c:pt>
                <c:pt idx="20" formatCode="0_);[Red]\(0\)">
                  <c:v>2010</c:v>
                </c:pt>
                <c:pt idx="25" formatCode="0_);[Red]\(0\)">
                  <c:v>2015</c:v>
                </c:pt>
                <c:pt idx="30" formatCode="0_);[Red]\(0\)">
                  <c:v>2020</c:v>
                </c:pt>
              </c:numCache>
            </c:numRef>
          </c:cat>
          <c:val>
            <c:numRef>
              <c:f>'[Microsoft PowerPoint 中的图表]组合数据'!$G$2:$G$32</c:f>
              <c:numCache>
                <c:formatCode>General</c:formatCode>
                <c:ptCount val="31"/>
                <c:pt idx="0">
                  <c:v>101.234053173264</c:v>
                </c:pt>
                <c:pt idx="1">
                  <c:v>101.137247660195</c:v>
                </c:pt>
                <c:pt idx="2">
                  <c:v>101.07055809732999</c:v>
                </c:pt>
                <c:pt idx="3">
                  <c:v>101.02274756162601</c:v>
                </c:pt>
                <c:pt idx="4">
                  <c:v>101.036526480335</c:v>
                </c:pt>
                <c:pt idx="5">
                  <c:v>101.009701834553</c:v>
                </c:pt>
                <c:pt idx="6">
                  <c:v>100.943737748522</c:v>
                </c:pt>
                <c:pt idx="7">
                  <c:v>100.876034745751</c:v>
                </c:pt>
                <c:pt idx="8">
                  <c:v>100.81527971310599</c:v>
                </c:pt>
                <c:pt idx="9">
                  <c:v>100.755345805056</c:v>
                </c:pt>
                <c:pt idx="10">
                  <c:v>100.744966316099</c:v>
                </c:pt>
                <c:pt idx="11">
                  <c:v>100.70032717863801</c:v>
                </c:pt>
                <c:pt idx="12">
                  <c:v>100.657907238306</c:v>
                </c:pt>
                <c:pt idx="13">
                  <c:v>100.621192910044</c:v>
                </c:pt>
                <c:pt idx="14">
                  <c:v>100.636897688375</c:v>
                </c:pt>
                <c:pt idx="15">
                  <c:v>100.62699691788301</c:v>
                </c:pt>
                <c:pt idx="16">
                  <c:v>100.634989896055</c:v>
                </c:pt>
                <c:pt idx="17">
                  <c:v>100.669469671257</c:v>
                </c:pt>
                <c:pt idx="18">
                  <c:v>100.671858276234</c:v>
                </c:pt>
                <c:pt idx="19">
                  <c:v>100.571130368741</c:v>
                </c:pt>
                <c:pt idx="20">
                  <c:v>100.567773277961</c:v>
                </c:pt>
                <c:pt idx="21">
                  <c:v>100.572974864457</c:v>
                </c:pt>
                <c:pt idx="22">
                  <c:v>100.55287236765101</c:v>
                </c:pt>
                <c:pt idx="23">
                  <c:v>100.53587875576</c:v>
                </c:pt>
                <c:pt idx="24">
                  <c:v>100.523914280284</c:v>
                </c:pt>
                <c:pt idx="25">
                  <c:v>100.494770558448</c:v>
                </c:pt>
                <c:pt idx="26">
                  <c:v>100.48152448859101</c:v>
                </c:pt>
                <c:pt idx="27">
                  <c:v>100.49226042159501</c:v>
                </c:pt>
                <c:pt idx="28">
                  <c:v>100.50323473264601</c:v>
                </c:pt>
                <c:pt idx="29">
                  <c:v>100.496612510849</c:v>
                </c:pt>
                <c:pt idx="30">
                  <c:v>100.464600355955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181-4D88-96F2-02F4631CBF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40156544"/>
        <c:axId val="440158080"/>
      </c:lineChart>
      <c:catAx>
        <c:axId val="440156544"/>
        <c:scaling>
          <c:orientation val="minMax"/>
        </c:scaling>
        <c:delete val="0"/>
        <c:axPos val="b"/>
        <c:numFmt formatCode="0_);[Red]\(0\)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pPr>
            <a:endParaRPr lang="zh-CN"/>
          </a:p>
        </c:txPr>
        <c:crossAx val="440158080"/>
        <c:crosses val="autoZero"/>
        <c:auto val="1"/>
        <c:lblAlgn val="ctr"/>
        <c:lblOffset val="100"/>
        <c:tickMarkSkip val="5"/>
        <c:noMultiLvlLbl val="0"/>
      </c:catAx>
      <c:valAx>
        <c:axId val="440158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2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pPr>
            <a:endParaRPr lang="zh-CN"/>
          </a:p>
        </c:txPr>
        <c:crossAx val="440156544"/>
        <c:crosses val="autoZero"/>
        <c:crossBetween val="between"/>
      </c:valAx>
      <c:spPr>
        <a:solidFill>
          <a:schemeClr val="tx2">
            <a:lumMod val="40000"/>
            <a:lumOff val="60000"/>
          </a:schemeClr>
        </a:solidFill>
        <a:ln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10af2168-5811-497c-bd01-fb7b6b49635a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916829980448999"/>
          <c:y val="0.10954755949247"/>
          <c:w val="0.84232918465836903"/>
          <c:h val="0.80884746007902597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Sheet1!$G$11</c:f>
              <c:strCache>
                <c:ptCount val="1"/>
                <c:pt idx="0">
                  <c:v>CPI</c:v>
                </c:pt>
              </c:strCache>
            </c:strRef>
          </c:tx>
          <c:spPr>
            <a:ln w="44450" cap="rnd" cmpd="sng" algn="ctr">
              <a:solidFill>
                <a:srgbClr val="FF0000"/>
              </a:solidFill>
              <a:prstDash val="solid"/>
              <a:round/>
            </a:ln>
          </c:spPr>
          <c:marker>
            <c:symbol val="none"/>
          </c:marker>
          <c:xVal>
            <c:numRef>
              <c:f>Sheet1!$F$12:$F$649</c:f>
              <c:numCache>
                <c:formatCode>0.00</c:formatCode>
                <c:ptCount val="638"/>
                <c:pt idx="0">
                  <c:v>1960.0833333333301</c:v>
                </c:pt>
                <c:pt idx="1">
                  <c:v>1960.1666666666699</c:v>
                </c:pt>
                <c:pt idx="2">
                  <c:v>1960.25</c:v>
                </c:pt>
                <c:pt idx="3">
                  <c:v>1960.3333333333301</c:v>
                </c:pt>
                <c:pt idx="4">
                  <c:v>1960.4166666666699</c:v>
                </c:pt>
                <c:pt idx="5">
                  <c:v>1960.5</c:v>
                </c:pt>
                <c:pt idx="6">
                  <c:v>1960.5833333333301</c:v>
                </c:pt>
                <c:pt idx="7">
                  <c:v>1960.6666666666699</c:v>
                </c:pt>
                <c:pt idx="8">
                  <c:v>1960.75</c:v>
                </c:pt>
                <c:pt idx="9">
                  <c:v>1960.8333333333301</c:v>
                </c:pt>
                <c:pt idx="10">
                  <c:v>1960.9166666666699</c:v>
                </c:pt>
                <c:pt idx="11">
                  <c:v>1961</c:v>
                </c:pt>
                <c:pt idx="12">
                  <c:v>1961.0833333333401</c:v>
                </c:pt>
                <c:pt idx="13">
                  <c:v>1961.1666666666699</c:v>
                </c:pt>
                <c:pt idx="14">
                  <c:v>1961.25</c:v>
                </c:pt>
                <c:pt idx="15">
                  <c:v>1961.3333333333401</c:v>
                </c:pt>
                <c:pt idx="16">
                  <c:v>1961.4166666666699</c:v>
                </c:pt>
                <c:pt idx="17">
                  <c:v>1961.5</c:v>
                </c:pt>
                <c:pt idx="18">
                  <c:v>1961.5833333333401</c:v>
                </c:pt>
                <c:pt idx="19">
                  <c:v>1961.6666666666699</c:v>
                </c:pt>
                <c:pt idx="20">
                  <c:v>1961.75</c:v>
                </c:pt>
                <c:pt idx="21">
                  <c:v>1961.8333333333401</c:v>
                </c:pt>
                <c:pt idx="22">
                  <c:v>1961.9166666666699</c:v>
                </c:pt>
                <c:pt idx="23">
                  <c:v>1962</c:v>
                </c:pt>
                <c:pt idx="24">
                  <c:v>1962.0833333333401</c:v>
                </c:pt>
                <c:pt idx="25">
                  <c:v>1962.1666666666699</c:v>
                </c:pt>
                <c:pt idx="26">
                  <c:v>1962.25</c:v>
                </c:pt>
                <c:pt idx="27">
                  <c:v>1962.3333333333401</c:v>
                </c:pt>
                <c:pt idx="28">
                  <c:v>1962.4166666666699</c:v>
                </c:pt>
                <c:pt idx="29">
                  <c:v>1962.5</c:v>
                </c:pt>
                <c:pt idx="30">
                  <c:v>1962.5833333333401</c:v>
                </c:pt>
                <c:pt idx="31">
                  <c:v>1962.6666666666699</c:v>
                </c:pt>
                <c:pt idx="32">
                  <c:v>1962.75</c:v>
                </c:pt>
                <c:pt idx="33">
                  <c:v>1962.8333333333401</c:v>
                </c:pt>
                <c:pt idx="34">
                  <c:v>1962.9166666666699</c:v>
                </c:pt>
                <c:pt idx="35">
                  <c:v>1963.00000000001</c:v>
                </c:pt>
                <c:pt idx="36">
                  <c:v>1963.0833333333401</c:v>
                </c:pt>
                <c:pt idx="37">
                  <c:v>1963.1666666666699</c:v>
                </c:pt>
                <c:pt idx="38">
                  <c:v>1963.25000000001</c:v>
                </c:pt>
                <c:pt idx="39">
                  <c:v>1963.3333333333401</c:v>
                </c:pt>
                <c:pt idx="40">
                  <c:v>1963.4166666666699</c:v>
                </c:pt>
                <c:pt idx="41">
                  <c:v>1963.50000000001</c:v>
                </c:pt>
                <c:pt idx="42">
                  <c:v>1963.5833333333401</c:v>
                </c:pt>
                <c:pt idx="43">
                  <c:v>1963.6666666666699</c:v>
                </c:pt>
                <c:pt idx="44">
                  <c:v>1963.75000000001</c:v>
                </c:pt>
                <c:pt idx="45">
                  <c:v>1963.8333333333401</c:v>
                </c:pt>
                <c:pt idx="46">
                  <c:v>1963.9166666666699</c:v>
                </c:pt>
                <c:pt idx="47">
                  <c:v>1964.00000000001</c:v>
                </c:pt>
                <c:pt idx="48">
                  <c:v>1964.0833333333401</c:v>
                </c:pt>
                <c:pt idx="49">
                  <c:v>1964.1666666666699</c:v>
                </c:pt>
                <c:pt idx="50">
                  <c:v>1964.25000000001</c:v>
                </c:pt>
                <c:pt idx="51">
                  <c:v>1964.3333333333401</c:v>
                </c:pt>
                <c:pt idx="52">
                  <c:v>1964.4166666666699</c:v>
                </c:pt>
                <c:pt idx="53">
                  <c:v>1964.50000000001</c:v>
                </c:pt>
                <c:pt idx="54">
                  <c:v>1964.5833333333401</c:v>
                </c:pt>
                <c:pt idx="55">
                  <c:v>1964.6666666666699</c:v>
                </c:pt>
                <c:pt idx="56">
                  <c:v>1964.75000000001</c:v>
                </c:pt>
                <c:pt idx="57">
                  <c:v>1964.8333333333401</c:v>
                </c:pt>
                <c:pt idx="58">
                  <c:v>1964.9166666666799</c:v>
                </c:pt>
                <c:pt idx="59">
                  <c:v>1965.00000000001</c:v>
                </c:pt>
                <c:pt idx="60">
                  <c:v>1965.0833333333401</c:v>
                </c:pt>
                <c:pt idx="61">
                  <c:v>1965.1666666666799</c:v>
                </c:pt>
                <c:pt idx="62">
                  <c:v>1965.25000000001</c:v>
                </c:pt>
                <c:pt idx="63">
                  <c:v>1965.3333333333401</c:v>
                </c:pt>
                <c:pt idx="64">
                  <c:v>1965.4166666666799</c:v>
                </c:pt>
                <c:pt idx="65">
                  <c:v>1965.50000000001</c:v>
                </c:pt>
                <c:pt idx="66">
                  <c:v>1965.5833333333401</c:v>
                </c:pt>
                <c:pt idx="67">
                  <c:v>1965.6666666666799</c:v>
                </c:pt>
                <c:pt idx="68">
                  <c:v>1965.75000000001</c:v>
                </c:pt>
                <c:pt idx="69">
                  <c:v>1965.8333333333401</c:v>
                </c:pt>
                <c:pt idx="70">
                  <c:v>1965.9166666666799</c:v>
                </c:pt>
                <c:pt idx="71">
                  <c:v>1966.00000000001</c:v>
                </c:pt>
                <c:pt idx="72">
                  <c:v>1966.0833333333401</c:v>
                </c:pt>
                <c:pt idx="73">
                  <c:v>1966.1666666666799</c:v>
                </c:pt>
                <c:pt idx="74">
                  <c:v>1966.25000000001</c:v>
                </c:pt>
                <c:pt idx="75">
                  <c:v>1966.3333333333401</c:v>
                </c:pt>
                <c:pt idx="76">
                  <c:v>1966.4166666666799</c:v>
                </c:pt>
                <c:pt idx="77">
                  <c:v>1966.50000000001</c:v>
                </c:pt>
                <c:pt idx="78">
                  <c:v>1966.5833333333501</c:v>
                </c:pt>
                <c:pt idx="79">
                  <c:v>1966.6666666666799</c:v>
                </c:pt>
                <c:pt idx="80">
                  <c:v>1966.75000000001</c:v>
                </c:pt>
                <c:pt idx="81">
                  <c:v>1966.8333333333501</c:v>
                </c:pt>
                <c:pt idx="82">
                  <c:v>1966.9166666666799</c:v>
                </c:pt>
                <c:pt idx="83">
                  <c:v>1967.00000000001</c:v>
                </c:pt>
                <c:pt idx="84">
                  <c:v>1967.0833333333501</c:v>
                </c:pt>
                <c:pt idx="85">
                  <c:v>1967.1666666666799</c:v>
                </c:pt>
                <c:pt idx="86">
                  <c:v>1967.25000000001</c:v>
                </c:pt>
                <c:pt idx="87">
                  <c:v>1967.3333333333501</c:v>
                </c:pt>
                <c:pt idx="88">
                  <c:v>1967.4166666666799</c:v>
                </c:pt>
                <c:pt idx="89">
                  <c:v>1967.50000000001</c:v>
                </c:pt>
                <c:pt idx="90">
                  <c:v>1967.5833333333501</c:v>
                </c:pt>
                <c:pt idx="91">
                  <c:v>1967.6666666666799</c:v>
                </c:pt>
                <c:pt idx="92">
                  <c:v>1967.75000000001</c:v>
                </c:pt>
                <c:pt idx="93">
                  <c:v>1967.8333333333501</c:v>
                </c:pt>
                <c:pt idx="94">
                  <c:v>1967.9166666666799</c:v>
                </c:pt>
                <c:pt idx="95">
                  <c:v>1968.00000000001</c:v>
                </c:pt>
                <c:pt idx="96">
                  <c:v>1968.0833333333501</c:v>
                </c:pt>
                <c:pt idx="97">
                  <c:v>1968.1666666666799</c:v>
                </c:pt>
                <c:pt idx="98">
                  <c:v>1968.25000000001</c:v>
                </c:pt>
                <c:pt idx="99">
                  <c:v>1968.3333333333501</c:v>
                </c:pt>
                <c:pt idx="100">
                  <c:v>1968.4166666666799</c:v>
                </c:pt>
                <c:pt idx="101">
                  <c:v>1968.50000000002</c:v>
                </c:pt>
                <c:pt idx="102">
                  <c:v>1968.5833333333501</c:v>
                </c:pt>
                <c:pt idx="103">
                  <c:v>1968.6666666666799</c:v>
                </c:pt>
                <c:pt idx="104">
                  <c:v>1968.75000000002</c:v>
                </c:pt>
                <c:pt idx="105">
                  <c:v>1968.8333333333501</c:v>
                </c:pt>
                <c:pt idx="106">
                  <c:v>1968.9166666666799</c:v>
                </c:pt>
                <c:pt idx="107">
                  <c:v>1969.00000000002</c:v>
                </c:pt>
                <c:pt idx="108">
                  <c:v>1969.0833333333501</c:v>
                </c:pt>
                <c:pt idx="109">
                  <c:v>1969.1666666666799</c:v>
                </c:pt>
                <c:pt idx="110">
                  <c:v>1969.25000000002</c:v>
                </c:pt>
                <c:pt idx="111">
                  <c:v>1969.3333333333501</c:v>
                </c:pt>
                <c:pt idx="112">
                  <c:v>1969.4166666666799</c:v>
                </c:pt>
                <c:pt idx="113">
                  <c:v>1969.50000000002</c:v>
                </c:pt>
                <c:pt idx="114">
                  <c:v>1969.5833333333501</c:v>
                </c:pt>
                <c:pt idx="115">
                  <c:v>1969.6666666666799</c:v>
                </c:pt>
                <c:pt idx="116">
                  <c:v>1969.75000000002</c:v>
                </c:pt>
                <c:pt idx="117">
                  <c:v>1969.8333333333501</c:v>
                </c:pt>
                <c:pt idx="118">
                  <c:v>1969.9166666666799</c:v>
                </c:pt>
                <c:pt idx="119">
                  <c:v>1970.00000000002</c:v>
                </c:pt>
                <c:pt idx="120">
                  <c:v>1970.0833333333501</c:v>
                </c:pt>
                <c:pt idx="121">
                  <c:v>1970.1666666666799</c:v>
                </c:pt>
                <c:pt idx="122">
                  <c:v>1970.25000000002</c:v>
                </c:pt>
                <c:pt idx="123">
                  <c:v>1970.3333333333501</c:v>
                </c:pt>
                <c:pt idx="124">
                  <c:v>1970.4166666666899</c:v>
                </c:pt>
                <c:pt idx="125">
                  <c:v>1970.50000000002</c:v>
                </c:pt>
                <c:pt idx="126">
                  <c:v>1970.5833333333501</c:v>
                </c:pt>
                <c:pt idx="127">
                  <c:v>1970.6666666666899</c:v>
                </c:pt>
                <c:pt idx="128">
                  <c:v>1970.75000000002</c:v>
                </c:pt>
                <c:pt idx="129">
                  <c:v>1970.8333333333501</c:v>
                </c:pt>
                <c:pt idx="130">
                  <c:v>1970.9166666666899</c:v>
                </c:pt>
                <c:pt idx="131">
                  <c:v>1971.00000000002</c:v>
                </c:pt>
                <c:pt idx="132">
                  <c:v>1971.0833333333501</c:v>
                </c:pt>
                <c:pt idx="133">
                  <c:v>1971.1666666666899</c:v>
                </c:pt>
                <c:pt idx="134">
                  <c:v>1971.25000000002</c:v>
                </c:pt>
                <c:pt idx="135">
                  <c:v>1971.3333333333501</c:v>
                </c:pt>
                <c:pt idx="136">
                  <c:v>1971.4166666666899</c:v>
                </c:pt>
                <c:pt idx="137">
                  <c:v>1971.50000000002</c:v>
                </c:pt>
                <c:pt idx="138">
                  <c:v>1971.5833333333501</c:v>
                </c:pt>
                <c:pt idx="139">
                  <c:v>1971.6666666666899</c:v>
                </c:pt>
                <c:pt idx="140">
                  <c:v>1971.75000000002</c:v>
                </c:pt>
                <c:pt idx="141">
                  <c:v>1971.8333333333501</c:v>
                </c:pt>
                <c:pt idx="142">
                  <c:v>1971.9166666666899</c:v>
                </c:pt>
                <c:pt idx="143">
                  <c:v>1972.00000000002</c:v>
                </c:pt>
                <c:pt idx="144">
                  <c:v>1972.0833333333601</c:v>
                </c:pt>
                <c:pt idx="145">
                  <c:v>1972.1666666666899</c:v>
                </c:pt>
                <c:pt idx="146">
                  <c:v>1972.25000000002</c:v>
                </c:pt>
                <c:pt idx="147">
                  <c:v>1972.3333333333601</c:v>
                </c:pt>
                <c:pt idx="148">
                  <c:v>1972.4166666666899</c:v>
                </c:pt>
                <c:pt idx="149">
                  <c:v>1972.50000000002</c:v>
                </c:pt>
                <c:pt idx="150">
                  <c:v>1972.5833333333601</c:v>
                </c:pt>
                <c:pt idx="151">
                  <c:v>1972.6666666666899</c:v>
                </c:pt>
                <c:pt idx="152">
                  <c:v>1972.75000000002</c:v>
                </c:pt>
                <c:pt idx="153">
                  <c:v>1972.8333333333601</c:v>
                </c:pt>
                <c:pt idx="154">
                  <c:v>1972.9166666666899</c:v>
                </c:pt>
                <c:pt idx="155">
                  <c:v>1973.00000000002</c:v>
                </c:pt>
                <c:pt idx="156">
                  <c:v>1973.0833333333601</c:v>
                </c:pt>
                <c:pt idx="157">
                  <c:v>1973.1666666666899</c:v>
                </c:pt>
                <c:pt idx="158">
                  <c:v>1973.25000000002</c:v>
                </c:pt>
                <c:pt idx="159">
                  <c:v>1973.3333333333601</c:v>
                </c:pt>
                <c:pt idx="160">
                  <c:v>1973.4166666666899</c:v>
                </c:pt>
                <c:pt idx="161">
                  <c:v>1973.50000000002</c:v>
                </c:pt>
                <c:pt idx="162">
                  <c:v>1973.5833333333601</c:v>
                </c:pt>
                <c:pt idx="163">
                  <c:v>1973.6666666666899</c:v>
                </c:pt>
                <c:pt idx="164">
                  <c:v>1973.75000000002</c:v>
                </c:pt>
                <c:pt idx="165">
                  <c:v>1973.8333333333601</c:v>
                </c:pt>
                <c:pt idx="166">
                  <c:v>1973.9166666666899</c:v>
                </c:pt>
                <c:pt idx="167">
                  <c:v>1974.00000000003</c:v>
                </c:pt>
                <c:pt idx="168">
                  <c:v>1974.0833333333601</c:v>
                </c:pt>
                <c:pt idx="169">
                  <c:v>1974.1666666666899</c:v>
                </c:pt>
                <c:pt idx="170">
                  <c:v>1974.25000000003</c:v>
                </c:pt>
                <c:pt idx="171">
                  <c:v>1974.3333333333601</c:v>
                </c:pt>
                <c:pt idx="172">
                  <c:v>1974.4166666666899</c:v>
                </c:pt>
                <c:pt idx="173">
                  <c:v>1974.50000000003</c:v>
                </c:pt>
                <c:pt idx="174">
                  <c:v>1974.5833333333601</c:v>
                </c:pt>
                <c:pt idx="175">
                  <c:v>1974.6666666666899</c:v>
                </c:pt>
                <c:pt idx="176">
                  <c:v>1974.75000000003</c:v>
                </c:pt>
                <c:pt idx="177">
                  <c:v>1974.8333333333601</c:v>
                </c:pt>
                <c:pt idx="178">
                  <c:v>1974.9166666666899</c:v>
                </c:pt>
                <c:pt idx="179">
                  <c:v>1975.00000000003</c:v>
                </c:pt>
                <c:pt idx="180">
                  <c:v>1975.0833333333601</c:v>
                </c:pt>
                <c:pt idx="181">
                  <c:v>1975.1666666666899</c:v>
                </c:pt>
                <c:pt idx="182">
                  <c:v>1975.25000000003</c:v>
                </c:pt>
                <c:pt idx="183">
                  <c:v>1975.3333333333601</c:v>
                </c:pt>
                <c:pt idx="184">
                  <c:v>1975.4166666666899</c:v>
                </c:pt>
                <c:pt idx="185">
                  <c:v>1975.50000000003</c:v>
                </c:pt>
                <c:pt idx="186">
                  <c:v>1975.5833333333601</c:v>
                </c:pt>
                <c:pt idx="187">
                  <c:v>1975.6666666666899</c:v>
                </c:pt>
                <c:pt idx="188">
                  <c:v>1975.75000000003</c:v>
                </c:pt>
                <c:pt idx="189">
                  <c:v>1975.8333333333601</c:v>
                </c:pt>
                <c:pt idx="190">
                  <c:v>1975.9166666666999</c:v>
                </c:pt>
                <c:pt idx="191">
                  <c:v>1976.00000000003</c:v>
                </c:pt>
                <c:pt idx="192">
                  <c:v>1976.0833333333601</c:v>
                </c:pt>
                <c:pt idx="193">
                  <c:v>1976.1666666666999</c:v>
                </c:pt>
                <c:pt idx="194">
                  <c:v>1976.25000000003</c:v>
                </c:pt>
                <c:pt idx="195">
                  <c:v>1976.3333333333601</c:v>
                </c:pt>
                <c:pt idx="196">
                  <c:v>1976.4166666666999</c:v>
                </c:pt>
                <c:pt idx="197">
                  <c:v>1976.50000000003</c:v>
                </c:pt>
                <c:pt idx="198">
                  <c:v>1976.5833333333601</c:v>
                </c:pt>
                <c:pt idx="199">
                  <c:v>1976.6666666666999</c:v>
                </c:pt>
                <c:pt idx="200">
                  <c:v>1976.75000000003</c:v>
                </c:pt>
                <c:pt idx="201">
                  <c:v>1976.8333333333601</c:v>
                </c:pt>
                <c:pt idx="202">
                  <c:v>1976.9166666666999</c:v>
                </c:pt>
                <c:pt idx="203">
                  <c:v>1977.00000000003</c:v>
                </c:pt>
                <c:pt idx="204">
                  <c:v>1977.0833333333601</c:v>
                </c:pt>
                <c:pt idx="205">
                  <c:v>1977.1666666666999</c:v>
                </c:pt>
                <c:pt idx="206">
                  <c:v>1977.25000000003</c:v>
                </c:pt>
                <c:pt idx="207">
                  <c:v>1977.3333333333601</c:v>
                </c:pt>
                <c:pt idx="208">
                  <c:v>1977.4166666666999</c:v>
                </c:pt>
                <c:pt idx="209">
                  <c:v>1977.50000000003</c:v>
                </c:pt>
                <c:pt idx="210">
                  <c:v>1977.5833333333701</c:v>
                </c:pt>
                <c:pt idx="211">
                  <c:v>1977.6666666666999</c:v>
                </c:pt>
                <c:pt idx="212">
                  <c:v>1977.75000000003</c:v>
                </c:pt>
                <c:pt idx="213">
                  <c:v>1977.8333333333701</c:v>
                </c:pt>
                <c:pt idx="214">
                  <c:v>1977.9166666666999</c:v>
                </c:pt>
                <c:pt idx="215">
                  <c:v>1978.00000000003</c:v>
                </c:pt>
                <c:pt idx="216">
                  <c:v>1978.0833333333701</c:v>
                </c:pt>
                <c:pt idx="217">
                  <c:v>1978.1666666666999</c:v>
                </c:pt>
                <c:pt idx="218">
                  <c:v>1978.25000000003</c:v>
                </c:pt>
                <c:pt idx="219">
                  <c:v>1978.3333333333701</c:v>
                </c:pt>
                <c:pt idx="220">
                  <c:v>1978.4166666666999</c:v>
                </c:pt>
                <c:pt idx="221">
                  <c:v>1978.50000000003</c:v>
                </c:pt>
                <c:pt idx="222">
                  <c:v>1978.5833333333701</c:v>
                </c:pt>
                <c:pt idx="223">
                  <c:v>1978.6666666666999</c:v>
                </c:pt>
                <c:pt idx="224">
                  <c:v>1978.75000000003</c:v>
                </c:pt>
                <c:pt idx="225">
                  <c:v>1978.8333333333701</c:v>
                </c:pt>
                <c:pt idx="226">
                  <c:v>1978.9166666666999</c:v>
                </c:pt>
                <c:pt idx="227">
                  <c:v>1979.00000000003</c:v>
                </c:pt>
                <c:pt idx="228">
                  <c:v>1979.0833333333701</c:v>
                </c:pt>
                <c:pt idx="229">
                  <c:v>1979.1666666666999</c:v>
                </c:pt>
                <c:pt idx="230">
                  <c:v>1979.25000000003</c:v>
                </c:pt>
                <c:pt idx="231">
                  <c:v>1979.3333333333701</c:v>
                </c:pt>
                <c:pt idx="232">
                  <c:v>1979.4166666666999</c:v>
                </c:pt>
                <c:pt idx="233">
                  <c:v>1979.50000000004</c:v>
                </c:pt>
                <c:pt idx="234">
                  <c:v>1979.5833333333701</c:v>
                </c:pt>
                <c:pt idx="235">
                  <c:v>1979.6666666666999</c:v>
                </c:pt>
                <c:pt idx="236">
                  <c:v>1979.75000000004</c:v>
                </c:pt>
                <c:pt idx="237">
                  <c:v>1979.8333333333701</c:v>
                </c:pt>
                <c:pt idx="238">
                  <c:v>1979.9166666666999</c:v>
                </c:pt>
                <c:pt idx="239">
                  <c:v>1980.00000000004</c:v>
                </c:pt>
                <c:pt idx="240">
                  <c:v>1980.0833333333701</c:v>
                </c:pt>
                <c:pt idx="241">
                  <c:v>1980.1666666666999</c:v>
                </c:pt>
                <c:pt idx="242">
                  <c:v>1980.25000000004</c:v>
                </c:pt>
                <c:pt idx="243">
                  <c:v>1980.3333333333701</c:v>
                </c:pt>
                <c:pt idx="244">
                  <c:v>1980.4166666666999</c:v>
                </c:pt>
                <c:pt idx="245">
                  <c:v>1980.50000000004</c:v>
                </c:pt>
                <c:pt idx="246">
                  <c:v>1980.5833333333701</c:v>
                </c:pt>
                <c:pt idx="247">
                  <c:v>1980.6666666666999</c:v>
                </c:pt>
                <c:pt idx="248">
                  <c:v>1980.75000000004</c:v>
                </c:pt>
                <c:pt idx="249">
                  <c:v>1980.8333333333701</c:v>
                </c:pt>
                <c:pt idx="250">
                  <c:v>1980.9166666666999</c:v>
                </c:pt>
                <c:pt idx="251">
                  <c:v>1981.00000000004</c:v>
                </c:pt>
                <c:pt idx="252">
                  <c:v>1981.0833333333701</c:v>
                </c:pt>
                <c:pt idx="253">
                  <c:v>1981.1666666666999</c:v>
                </c:pt>
                <c:pt idx="254">
                  <c:v>1981.25000000004</c:v>
                </c:pt>
                <c:pt idx="255">
                  <c:v>1981.3333333333701</c:v>
                </c:pt>
                <c:pt idx="256">
                  <c:v>1981.4166666667099</c:v>
                </c:pt>
                <c:pt idx="257">
                  <c:v>1981.50000000004</c:v>
                </c:pt>
                <c:pt idx="258">
                  <c:v>1981.5833333333701</c:v>
                </c:pt>
                <c:pt idx="259">
                  <c:v>1981.6666666667099</c:v>
                </c:pt>
                <c:pt idx="260">
                  <c:v>1981.75000000004</c:v>
                </c:pt>
                <c:pt idx="261">
                  <c:v>1981.8333333333701</c:v>
                </c:pt>
                <c:pt idx="262">
                  <c:v>1981.9166666667099</c:v>
                </c:pt>
                <c:pt idx="263">
                  <c:v>1982.00000000004</c:v>
                </c:pt>
                <c:pt idx="264">
                  <c:v>1982.0833333333701</c:v>
                </c:pt>
                <c:pt idx="265">
                  <c:v>1982.1666666667099</c:v>
                </c:pt>
                <c:pt idx="266">
                  <c:v>1982.25000000004</c:v>
                </c:pt>
                <c:pt idx="267">
                  <c:v>1982.3333333333701</c:v>
                </c:pt>
                <c:pt idx="268">
                  <c:v>1982.4166666667099</c:v>
                </c:pt>
                <c:pt idx="269">
                  <c:v>1982.50000000004</c:v>
                </c:pt>
                <c:pt idx="270">
                  <c:v>1982.5833333333701</c:v>
                </c:pt>
                <c:pt idx="271">
                  <c:v>1982.6666666667099</c:v>
                </c:pt>
                <c:pt idx="272">
                  <c:v>1982.75000000004</c:v>
                </c:pt>
                <c:pt idx="273">
                  <c:v>1982.8333333333701</c:v>
                </c:pt>
                <c:pt idx="274">
                  <c:v>1982.9166666667099</c:v>
                </c:pt>
                <c:pt idx="275">
                  <c:v>1983.00000000004</c:v>
                </c:pt>
                <c:pt idx="276">
                  <c:v>1983.0833333333801</c:v>
                </c:pt>
                <c:pt idx="277">
                  <c:v>1983.1666666667099</c:v>
                </c:pt>
                <c:pt idx="278">
                  <c:v>1983.25000000004</c:v>
                </c:pt>
                <c:pt idx="279">
                  <c:v>1983.3333333333801</c:v>
                </c:pt>
                <c:pt idx="280">
                  <c:v>1983.4166666667099</c:v>
                </c:pt>
                <c:pt idx="281">
                  <c:v>1983.50000000004</c:v>
                </c:pt>
                <c:pt idx="282">
                  <c:v>1983.5833333333801</c:v>
                </c:pt>
                <c:pt idx="283">
                  <c:v>1983.6666666667099</c:v>
                </c:pt>
                <c:pt idx="284">
                  <c:v>1983.75000000004</c:v>
                </c:pt>
                <c:pt idx="285">
                  <c:v>1983.8333333333801</c:v>
                </c:pt>
                <c:pt idx="286">
                  <c:v>1983.9166666667099</c:v>
                </c:pt>
                <c:pt idx="287">
                  <c:v>1984.00000000004</c:v>
                </c:pt>
                <c:pt idx="288">
                  <c:v>1984.0833333333801</c:v>
                </c:pt>
                <c:pt idx="289">
                  <c:v>1984.1666666667099</c:v>
                </c:pt>
                <c:pt idx="290">
                  <c:v>1984.25000000004</c:v>
                </c:pt>
                <c:pt idx="291">
                  <c:v>1984.3333333333801</c:v>
                </c:pt>
                <c:pt idx="292">
                  <c:v>1984.4166666667099</c:v>
                </c:pt>
                <c:pt idx="293">
                  <c:v>1984.50000000004</c:v>
                </c:pt>
                <c:pt idx="294">
                  <c:v>1984.5833333333801</c:v>
                </c:pt>
                <c:pt idx="295">
                  <c:v>1984.6666666667099</c:v>
                </c:pt>
                <c:pt idx="296">
                  <c:v>1984.75000000004</c:v>
                </c:pt>
                <c:pt idx="297">
                  <c:v>1984.8333333333801</c:v>
                </c:pt>
                <c:pt idx="298">
                  <c:v>1984.9166666667099</c:v>
                </c:pt>
                <c:pt idx="299">
                  <c:v>1985.00000000005</c:v>
                </c:pt>
                <c:pt idx="300">
                  <c:v>1985.0833333333801</c:v>
                </c:pt>
                <c:pt idx="301">
                  <c:v>1985.1666666667099</c:v>
                </c:pt>
                <c:pt idx="302">
                  <c:v>1985.25000000005</c:v>
                </c:pt>
                <c:pt idx="303">
                  <c:v>1985.3333333333801</c:v>
                </c:pt>
                <c:pt idx="304">
                  <c:v>1985.4166666667099</c:v>
                </c:pt>
                <c:pt idx="305">
                  <c:v>1985.50000000005</c:v>
                </c:pt>
                <c:pt idx="306">
                  <c:v>1985.5833333333801</c:v>
                </c:pt>
                <c:pt idx="307">
                  <c:v>1985.6666666667099</c:v>
                </c:pt>
                <c:pt idx="308">
                  <c:v>1985.75000000005</c:v>
                </c:pt>
                <c:pt idx="309">
                  <c:v>1985.8333333333801</c:v>
                </c:pt>
                <c:pt idx="310">
                  <c:v>1985.9166666667099</c:v>
                </c:pt>
                <c:pt idx="311">
                  <c:v>1986.00000000005</c:v>
                </c:pt>
                <c:pt idx="312">
                  <c:v>1986.0833333333801</c:v>
                </c:pt>
                <c:pt idx="313">
                  <c:v>1986.1666666667099</c:v>
                </c:pt>
                <c:pt idx="314">
                  <c:v>1986.25000000005</c:v>
                </c:pt>
                <c:pt idx="315">
                  <c:v>1986.3333333333801</c:v>
                </c:pt>
                <c:pt idx="316">
                  <c:v>1986.4166666667099</c:v>
                </c:pt>
                <c:pt idx="317">
                  <c:v>1986.50000000005</c:v>
                </c:pt>
                <c:pt idx="318">
                  <c:v>1986.5833333333801</c:v>
                </c:pt>
                <c:pt idx="319">
                  <c:v>1986.6666666667099</c:v>
                </c:pt>
                <c:pt idx="320">
                  <c:v>1986.75000000005</c:v>
                </c:pt>
                <c:pt idx="321">
                  <c:v>1986.8333333333801</c:v>
                </c:pt>
                <c:pt idx="322">
                  <c:v>1986.9166666667199</c:v>
                </c:pt>
                <c:pt idx="323">
                  <c:v>1987.00000000005</c:v>
                </c:pt>
                <c:pt idx="324">
                  <c:v>1987.0833333333801</c:v>
                </c:pt>
                <c:pt idx="325">
                  <c:v>1987.1666666667199</c:v>
                </c:pt>
                <c:pt idx="326">
                  <c:v>1987.25000000005</c:v>
                </c:pt>
                <c:pt idx="327">
                  <c:v>1987.3333333333801</c:v>
                </c:pt>
                <c:pt idx="328">
                  <c:v>1987.4166666667199</c:v>
                </c:pt>
                <c:pt idx="329">
                  <c:v>1987.50000000005</c:v>
                </c:pt>
                <c:pt idx="330">
                  <c:v>1987.5833333333801</c:v>
                </c:pt>
                <c:pt idx="331">
                  <c:v>1987.6666666667199</c:v>
                </c:pt>
                <c:pt idx="332">
                  <c:v>1987.75000000005</c:v>
                </c:pt>
                <c:pt idx="333">
                  <c:v>1987.8333333333801</c:v>
                </c:pt>
                <c:pt idx="334">
                  <c:v>1987.9166666667199</c:v>
                </c:pt>
                <c:pt idx="335">
                  <c:v>1988.00000000005</c:v>
                </c:pt>
                <c:pt idx="336">
                  <c:v>1988.0833333333801</c:v>
                </c:pt>
                <c:pt idx="337">
                  <c:v>1988.1666666667199</c:v>
                </c:pt>
                <c:pt idx="338">
                  <c:v>1988.25000000005</c:v>
                </c:pt>
                <c:pt idx="339">
                  <c:v>1988.3333333333801</c:v>
                </c:pt>
                <c:pt idx="340">
                  <c:v>1988.4166666667199</c:v>
                </c:pt>
                <c:pt idx="341">
                  <c:v>1988.50000000005</c:v>
                </c:pt>
                <c:pt idx="342">
                  <c:v>1988.5833333333901</c:v>
                </c:pt>
                <c:pt idx="343">
                  <c:v>1988.6666666667199</c:v>
                </c:pt>
                <c:pt idx="344">
                  <c:v>1988.75000000005</c:v>
                </c:pt>
                <c:pt idx="345">
                  <c:v>1988.8333333333901</c:v>
                </c:pt>
                <c:pt idx="346">
                  <c:v>1988.9166666667199</c:v>
                </c:pt>
                <c:pt idx="347">
                  <c:v>1989.00000000005</c:v>
                </c:pt>
                <c:pt idx="348">
                  <c:v>1989.0833333333901</c:v>
                </c:pt>
                <c:pt idx="349">
                  <c:v>1989.1666666667199</c:v>
                </c:pt>
                <c:pt idx="350">
                  <c:v>1989.25000000005</c:v>
                </c:pt>
                <c:pt idx="351">
                  <c:v>1989.3333333333901</c:v>
                </c:pt>
                <c:pt idx="352">
                  <c:v>1989.4166666667199</c:v>
                </c:pt>
                <c:pt idx="353">
                  <c:v>1989.50000000005</c:v>
                </c:pt>
                <c:pt idx="354">
                  <c:v>1989.5833333333901</c:v>
                </c:pt>
                <c:pt idx="355">
                  <c:v>1989.6666666667199</c:v>
                </c:pt>
                <c:pt idx="356">
                  <c:v>1989.75000000005</c:v>
                </c:pt>
                <c:pt idx="357">
                  <c:v>1989.8333333333901</c:v>
                </c:pt>
                <c:pt idx="358">
                  <c:v>1989.9166666667199</c:v>
                </c:pt>
                <c:pt idx="359">
                  <c:v>1990.00000000005</c:v>
                </c:pt>
                <c:pt idx="360">
                  <c:v>1990.0833333333901</c:v>
                </c:pt>
                <c:pt idx="361">
                  <c:v>1990.1666666667199</c:v>
                </c:pt>
                <c:pt idx="362">
                  <c:v>1990.25000000005</c:v>
                </c:pt>
                <c:pt idx="363">
                  <c:v>1990.3333333333901</c:v>
                </c:pt>
                <c:pt idx="364">
                  <c:v>1990.4166666667199</c:v>
                </c:pt>
                <c:pt idx="365">
                  <c:v>1990.50000000006</c:v>
                </c:pt>
                <c:pt idx="366">
                  <c:v>1990.5833333333901</c:v>
                </c:pt>
                <c:pt idx="367">
                  <c:v>1990.6666666667199</c:v>
                </c:pt>
                <c:pt idx="368">
                  <c:v>1990.75000000006</c:v>
                </c:pt>
                <c:pt idx="369">
                  <c:v>1990.8333333333901</c:v>
                </c:pt>
                <c:pt idx="370">
                  <c:v>1990.9166666667199</c:v>
                </c:pt>
                <c:pt idx="371">
                  <c:v>1991.00000000006</c:v>
                </c:pt>
                <c:pt idx="372">
                  <c:v>1991.0833333333901</c:v>
                </c:pt>
                <c:pt idx="373">
                  <c:v>1991.1666666667199</c:v>
                </c:pt>
                <c:pt idx="374">
                  <c:v>1991.25000000006</c:v>
                </c:pt>
                <c:pt idx="375">
                  <c:v>1991.3333333333901</c:v>
                </c:pt>
                <c:pt idx="376">
                  <c:v>1991.4166666667199</c:v>
                </c:pt>
                <c:pt idx="377">
                  <c:v>1991.50000000006</c:v>
                </c:pt>
                <c:pt idx="378">
                  <c:v>1991.5833333333901</c:v>
                </c:pt>
                <c:pt idx="379">
                  <c:v>1991.6666666667199</c:v>
                </c:pt>
                <c:pt idx="380">
                  <c:v>1991.75000000006</c:v>
                </c:pt>
                <c:pt idx="381">
                  <c:v>1991.8333333333901</c:v>
                </c:pt>
                <c:pt idx="382">
                  <c:v>1991.9166666667199</c:v>
                </c:pt>
                <c:pt idx="383">
                  <c:v>1992.00000000006</c:v>
                </c:pt>
                <c:pt idx="384">
                  <c:v>1992.0833333333901</c:v>
                </c:pt>
                <c:pt idx="385">
                  <c:v>1992.1666666667199</c:v>
                </c:pt>
                <c:pt idx="386">
                  <c:v>1992.25000000006</c:v>
                </c:pt>
                <c:pt idx="387">
                  <c:v>1992.3333333333901</c:v>
                </c:pt>
                <c:pt idx="388">
                  <c:v>1992.41666666673</c:v>
                </c:pt>
                <c:pt idx="389">
                  <c:v>1992.50000000006</c:v>
                </c:pt>
                <c:pt idx="390">
                  <c:v>1992.5833333333901</c:v>
                </c:pt>
                <c:pt idx="391">
                  <c:v>1992.66666666673</c:v>
                </c:pt>
                <c:pt idx="392">
                  <c:v>1992.75000000006</c:v>
                </c:pt>
                <c:pt idx="393">
                  <c:v>1992.8333333333901</c:v>
                </c:pt>
                <c:pt idx="394">
                  <c:v>1992.91666666673</c:v>
                </c:pt>
                <c:pt idx="395">
                  <c:v>1993.00000000006</c:v>
                </c:pt>
                <c:pt idx="396">
                  <c:v>1993.0833333333901</c:v>
                </c:pt>
                <c:pt idx="397">
                  <c:v>1993.16666666673</c:v>
                </c:pt>
                <c:pt idx="398">
                  <c:v>1993.25000000006</c:v>
                </c:pt>
                <c:pt idx="399">
                  <c:v>1993.3333333333901</c:v>
                </c:pt>
                <c:pt idx="400">
                  <c:v>1993.41666666673</c:v>
                </c:pt>
                <c:pt idx="401">
                  <c:v>1993.50000000006</c:v>
                </c:pt>
                <c:pt idx="402">
                  <c:v>1993.5833333333901</c:v>
                </c:pt>
                <c:pt idx="403">
                  <c:v>1993.66666666673</c:v>
                </c:pt>
                <c:pt idx="404">
                  <c:v>1993.75000000006</c:v>
                </c:pt>
                <c:pt idx="405">
                  <c:v>1993.8333333333901</c:v>
                </c:pt>
                <c:pt idx="406">
                  <c:v>1993.91666666673</c:v>
                </c:pt>
                <c:pt idx="407">
                  <c:v>1994.00000000006</c:v>
                </c:pt>
                <c:pt idx="408">
                  <c:v>1994.0833333334001</c:v>
                </c:pt>
                <c:pt idx="409">
                  <c:v>1994.16666666673</c:v>
                </c:pt>
                <c:pt idx="410">
                  <c:v>1994.25000000006</c:v>
                </c:pt>
                <c:pt idx="411">
                  <c:v>1994.3333333334001</c:v>
                </c:pt>
                <c:pt idx="412">
                  <c:v>1994.41666666673</c:v>
                </c:pt>
                <c:pt idx="413">
                  <c:v>1994.50000000006</c:v>
                </c:pt>
                <c:pt idx="414">
                  <c:v>1994.5833333334001</c:v>
                </c:pt>
                <c:pt idx="415">
                  <c:v>1994.66666666673</c:v>
                </c:pt>
                <c:pt idx="416">
                  <c:v>1994.75000000006</c:v>
                </c:pt>
                <c:pt idx="417">
                  <c:v>1994.8333333334001</c:v>
                </c:pt>
                <c:pt idx="418">
                  <c:v>1994.91666666673</c:v>
                </c:pt>
                <c:pt idx="419">
                  <c:v>1995.00000000006</c:v>
                </c:pt>
                <c:pt idx="420">
                  <c:v>1995.0833333334001</c:v>
                </c:pt>
                <c:pt idx="421">
                  <c:v>1995.16666666673</c:v>
                </c:pt>
                <c:pt idx="422">
                  <c:v>1995.25000000006</c:v>
                </c:pt>
                <c:pt idx="423">
                  <c:v>1995.3333333334001</c:v>
                </c:pt>
                <c:pt idx="424">
                  <c:v>1995.41666666673</c:v>
                </c:pt>
                <c:pt idx="425">
                  <c:v>1995.50000000006</c:v>
                </c:pt>
                <c:pt idx="426">
                  <c:v>1995.5833333334001</c:v>
                </c:pt>
                <c:pt idx="427">
                  <c:v>1995.66666666673</c:v>
                </c:pt>
                <c:pt idx="428">
                  <c:v>1995.75000000006</c:v>
                </c:pt>
                <c:pt idx="429">
                  <c:v>1995.8333333334001</c:v>
                </c:pt>
                <c:pt idx="430">
                  <c:v>1995.91666666673</c:v>
                </c:pt>
                <c:pt idx="431">
                  <c:v>1996.00000000007</c:v>
                </c:pt>
                <c:pt idx="432">
                  <c:v>1996.0833333334001</c:v>
                </c:pt>
                <c:pt idx="433">
                  <c:v>1996.16666666673</c:v>
                </c:pt>
                <c:pt idx="434">
                  <c:v>1996.25000000007</c:v>
                </c:pt>
                <c:pt idx="435">
                  <c:v>1996.3333333334001</c:v>
                </c:pt>
                <c:pt idx="436">
                  <c:v>1996.41666666673</c:v>
                </c:pt>
                <c:pt idx="437">
                  <c:v>1996.50000000007</c:v>
                </c:pt>
                <c:pt idx="438">
                  <c:v>1996.5833333334001</c:v>
                </c:pt>
                <c:pt idx="439">
                  <c:v>1996.66666666673</c:v>
                </c:pt>
                <c:pt idx="440">
                  <c:v>1996.75000000007</c:v>
                </c:pt>
                <c:pt idx="441">
                  <c:v>1996.8333333334001</c:v>
                </c:pt>
                <c:pt idx="442">
                  <c:v>1996.91666666673</c:v>
                </c:pt>
                <c:pt idx="443">
                  <c:v>1997.00000000007</c:v>
                </c:pt>
                <c:pt idx="444">
                  <c:v>1997.0833333334001</c:v>
                </c:pt>
                <c:pt idx="445">
                  <c:v>1997.16666666673</c:v>
                </c:pt>
                <c:pt idx="446">
                  <c:v>1997.25000000007</c:v>
                </c:pt>
                <c:pt idx="447">
                  <c:v>1997.3333333334001</c:v>
                </c:pt>
                <c:pt idx="448">
                  <c:v>1997.41666666673</c:v>
                </c:pt>
                <c:pt idx="449">
                  <c:v>1997.50000000007</c:v>
                </c:pt>
                <c:pt idx="450">
                  <c:v>1997.5833333334001</c:v>
                </c:pt>
                <c:pt idx="451">
                  <c:v>1997.66666666673</c:v>
                </c:pt>
                <c:pt idx="452">
                  <c:v>1997.75000000007</c:v>
                </c:pt>
                <c:pt idx="453">
                  <c:v>1997.8333333334001</c:v>
                </c:pt>
                <c:pt idx="454">
                  <c:v>1997.91666666674</c:v>
                </c:pt>
                <c:pt idx="455">
                  <c:v>1998.00000000007</c:v>
                </c:pt>
                <c:pt idx="456">
                  <c:v>1998.0833333334001</c:v>
                </c:pt>
                <c:pt idx="457">
                  <c:v>1998.16666666674</c:v>
                </c:pt>
                <c:pt idx="458">
                  <c:v>1998.25000000007</c:v>
                </c:pt>
                <c:pt idx="459">
                  <c:v>1998.3333333334001</c:v>
                </c:pt>
                <c:pt idx="460">
                  <c:v>1998.41666666674</c:v>
                </c:pt>
                <c:pt idx="461">
                  <c:v>1998.50000000007</c:v>
                </c:pt>
                <c:pt idx="462">
                  <c:v>1998.5833333334001</c:v>
                </c:pt>
                <c:pt idx="463">
                  <c:v>1998.66666666674</c:v>
                </c:pt>
                <c:pt idx="464">
                  <c:v>1998.75000000007</c:v>
                </c:pt>
                <c:pt idx="465">
                  <c:v>1998.8333333334001</c:v>
                </c:pt>
                <c:pt idx="466">
                  <c:v>1998.91666666674</c:v>
                </c:pt>
                <c:pt idx="467">
                  <c:v>1999.00000000007</c:v>
                </c:pt>
                <c:pt idx="468">
                  <c:v>1999.0833333334001</c:v>
                </c:pt>
                <c:pt idx="469">
                  <c:v>1999.16666666674</c:v>
                </c:pt>
                <c:pt idx="470">
                  <c:v>1999.25000000007</c:v>
                </c:pt>
                <c:pt idx="471">
                  <c:v>1999.3333333334001</c:v>
                </c:pt>
                <c:pt idx="472">
                  <c:v>1999.41666666674</c:v>
                </c:pt>
                <c:pt idx="473">
                  <c:v>1999.50000000007</c:v>
                </c:pt>
                <c:pt idx="474">
                  <c:v>1999.5833333334101</c:v>
                </c:pt>
                <c:pt idx="475">
                  <c:v>1999.66666666674</c:v>
                </c:pt>
                <c:pt idx="476">
                  <c:v>1999.75000000007</c:v>
                </c:pt>
                <c:pt idx="477">
                  <c:v>1999.8333333334101</c:v>
                </c:pt>
                <c:pt idx="478">
                  <c:v>1999.91666666674</c:v>
                </c:pt>
                <c:pt idx="479">
                  <c:v>2000.00000000007</c:v>
                </c:pt>
                <c:pt idx="480">
                  <c:v>2000.0833333334101</c:v>
                </c:pt>
                <c:pt idx="481">
                  <c:v>2000.16666666674</c:v>
                </c:pt>
                <c:pt idx="482">
                  <c:v>2000.25000000007</c:v>
                </c:pt>
                <c:pt idx="483">
                  <c:v>2000.3333333334101</c:v>
                </c:pt>
                <c:pt idx="484">
                  <c:v>2000.41666666674</c:v>
                </c:pt>
                <c:pt idx="485">
                  <c:v>2000.50000000007</c:v>
                </c:pt>
                <c:pt idx="486">
                  <c:v>2000.5833333334101</c:v>
                </c:pt>
                <c:pt idx="487">
                  <c:v>2000.66666666674</c:v>
                </c:pt>
                <c:pt idx="488">
                  <c:v>2000.75000000007</c:v>
                </c:pt>
                <c:pt idx="489">
                  <c:v>2000.8333333334101</c:v>
                </c:pt>
                <c:pt idx="490">
                  <c:v>2000.91666666674</c:v>
                </c:pt>
                <c:pt idx="491">
                  <c:v>2001.00000000007</c:v>
                </c:pt>
                <c:pt idx="492">
                  <c:v>2001.0833333334101</c:v>
                </c:pt>
                <c:pt idx="493">
                  <c:v>2001.16666666674</c:v>
                </c:pt>
                <c:pt idx="494">
                  <c:v>2001.25000000007</c:v>
                </c:pt>
                <c:pt idx="495">
                  <c:v>2001.3333333334101</c:v>
                </c:pt>
                <c:pt idx="496">
                  <c:v>2001.41666666674</c:v>
                </c:pt>
                <c:pt idx="497">
                  <c:v>2001.50000000008</c:v>
                </c:pt>
                <c:pt idx="498">
                  <c:v>2001.5833333334101</c:v>
                </c:pt>
                <c:pt idx="499">
                  <c:v>2001.66666666674</c:v>
                </c:pt>
                <c:pt idx="500">
                  <c:v>2001.75000000008</c:v>
                </c:pt>
                <c:pt idx="501">
                  <c:v>2001.8333333334101</c:v>
                </c:pt>
                <c:pt idx="502">
                  <c:v>2001.91666666674</c:v>
                </c:pt>
                <c:pt idx="503">
                  <c:v>2002.00000000008</c:v>
                </c:pt>
                <c:pt idx="504">
                  <c:v>2002.0833333334101</c:v>
                </c:pt>
                <c:pt idx="505">
                  <c:v>2002.16666666674</c:v>
                </c:pt>
                <c:pt idx="506">
                  <c:v>2002.25000000008</c:v>
                </c:pt>
                <c:pt idx="507">
                  <c:v>2002.3333333334101</c:v>
                </c:pt>
                <c:pt idx="508">
                  <c:v>2002.41666666674</c:v>
                </c:pt>
                <c:pt idx="509">
                  <c:v>2002.50000000008</c:v>
                </c:pt>
                <c:pt idx="510">
                  <c:v>2002.5833333334101</c:v>
                </c:pt>
                <c:pt idx="511">
                  <c:v>2002.66666666674</c:v>
                </c:pt>
                <c:pt idx="512">
                  <c:v>2002.75000000008</c:v>
                </c:pt>
                <c:pt idx="513">
                  <c:v>2002.8333333334101</c:v>
                </c:pt>
                <c:pt idx="514">
                  <c:v>2002.91666666674</c:v>
                </c:pt>
                <c:pt idx="515">
                  <c:v>2003.00000000008</c:v>
                </c:pt>
                <c:pt idx="516">
                  <c:v>2003.0833333334101</c:v>
                </c:pt>
                <c:pt idx="517">
                  <c:v>2003.16666666674</c:v>
                </c:pt>
                <c:pt idx="518">
                  <c:v>2003.25000000008</c:v>
                </c:pt>
                <c:pt idx="519">
                  <c:v>2003.3333333334101</c:v>
                </c:pt>
                <c:pt idx="520">
                  <c:v>2003.41666666675</c:v>
                </c:pt>
                <c:pt idx="521">
                  <c:v>2003.50000000008</c:v>
                </c:pt>
                <c:pt idx="522">
                  <c:v>2003.5833333334101</c:v>
                </c:pt>
                <c:pt idx="523">
                  <c:v>2003.66666666675</c:v>
                </c:pt>
                <c:pt idx="524">
                  <c:v>2003.75000000008</c:v>
                </c:pt>
                <c:pt idx="525">
                  <c:v>2003.8333333334101</c:v>
                </c:pt>
                <c:pt idx="526">
                  <c:v>2003.91666666675</c:v>
                </c:pt>
                <c:pt idx="527">
                  <c:v>2004.00000000008</c:v>
                </c:pt>
                <c:pt idx="528">
                  <c:v>2004.0833333334101</c:v>
                </c:pt>
                <c:pt idx="529">
                  <c:v>2004.16666666675</c:v>
                </c:pt>
                <c:pt idx="530">
                  <c:v>2004.25000000008</c:v>
                </c:pt>
                <c:pt idx="531">
                  <c:v>2004.3333333334101</c:v>
                </c:pt>
                <c:pt idx="532">
                  <c:v>2004.41666666675</c:v>
                </c:pt>
                <c:pt idx="533">
                  <c:v>2004.50000000008</c:v>
                </c:pt>
                <c:pt idx="534">
                  <c:v>2004.5833333334101</c:v>
                </c:pt>
                <c:pt idx="535">
                  <c:v>2004.66666666675</c:v>
                </c:pt>
                <c:pt idx="536">
                  <c:v>2004.75000000008</c:v>
                </c:pt>
                <c:pt idx="537">
                  <c:v>2004.8333333334101</c:v>
                </c:pt>
                <c:pt idx="538">
                  <c:v>2004.91666666675</c:v>
                </c:pt>
                <c:pt idx="539">
                  <c:v>2005.00000000008</c:v>
                </c:pt>
                <c:pt idx="540">
                  <c:v>2005.0833333334199</c:v>
                </c:pt>
                <c:pt idx="541">
                  <c:v>2005.16666666675</c:v>
                </c:pt>
                <c:pt idx="542">
                  <c:v>2005.25000000008</c:v>
                </c:pt>
                <c:pt idx="543">
                  <c:v>2005.3333333334199</c:v>
                </c:pt>
                <c:pt idx="544">
                  <c:v>2005.41666666675</c:v>
                </c:pt>
                <c:pt idx="545">
                  <c:v>2005.50000000008</c:v>
                </c:pt>
                <c:pt idx="546">
                  <c:v>2005.5833333334199</c:v>
                </c:pt>
                <c:pt idx="547">
                  <c:v>2005.66666666675</c:v>
                </c:pt>
                <c:pt idx="548">
                  <c:v>2005.75000000008</c:v>
                </c:pt>
                <c:pt idx="549">
                  <c:v>2005.8333333334199</c:v>
                </c:pt>
                <c:pt idx="550">
                  <c:v>2005.91666666675</c:v>
                </c:pt>
                <c:pt idx="551">
                  <c:v>2006.00000000008</c:v>
                </c:pt>
                <c:pt idx="552">
                  <c:v>2006.0833333334199</c:v>
                </c:pt>
                <c:pt idx="553">
                  <c:v>2006.16666666675</c:v>
                </c:pt>
                <c:pt idx="554">
                  <c:v>2006.25000000008</c:v>
                </c:pt>
                <c:pt idx="555">
                  <c:v>2006.3333333334199</c:v>
                </c:pt>
                <c:pt idx="556">
                  <c:v>2006.41666666675</c:v>
                </c:pt>
                <c:pt idx="557">
                  <c:v>2006.50000000008</c:v>
                </c:pt>
                <c:pt idx="558">
                  <c:v>2006.5833333334199</c:v>
                </c:pt>
                <c:pt idx="559">
                  <c:v>2006.66666666675</c:v>
                </c:pt>
                <c:pt idx="560">
                  <c:v>2006.75000000008</c:v>
                </c:pt>
                <c:pt idx="561">
                  <c:v>2006.8333333334199</c:v>
                </c:pt>
                <c:pt idx="562">
                  <c:v>2006.91666666675</c:v>
                </c:pt>
                <c:pt idx="563">
                  <c:v>2007.00000000009</c:v>
                </c:pt>
                <c:pt idx="564">
                  <c:v>2007.0833333334199</c:v>
                </c:pt>
                <c:pt idx="565">
                  <c:v>2007.16666666675</c:v>
                </c:pt>
                <c:pt idx="566">
                  <c:v>2007.25000000009</c:v>
                </c:pt>
                <c:pt idx="567">
                  <c:v>2007.3333333334199</c:v>
                </c:pt>
                <c:pt idx="568">
                  <c:v>2007.41666666675</c:v>
                </c:pt>
                <c:pt idx="569">
                  <c:v>2007.50000000009</c:v>
                </c:pt>
                <c:pt idx="570">
                  <c:v>2007.5833333334199</c:v>
                </c:pt>
                <c:pt idx="571">
                  <c:v>2007.66666666675</c:v>
                </c:pt>
                <c:pt idx="572">
                  <c:v>2007.75000000009</c:v>
                </c:pt>
                <c:pt idx="573">
                  <c:v>2007.8333333334199</c:v>
                </c:pt>
                <c:pt idx="574">
                  <c:v>2007.91666666675</c:v>
                </c:pt>
                <c:pt idx="575">
                  <c:v>2008.00000000009</c:v>
                </c:pt>
                <c:pt idx="576">
                  <c:v>2008.0833333334199</c:v>
                </c:pt>
                <c:pt idx="577">
                  <c:v>2008.16666666675</c:v>
                </c:pt>
                <c:pt idx="578">
                  <c:v>2008.25000000009</c:v>
                </c:pt>
                <c:pt idx="579">
                  <c:v>2008.3333333334199</c:v>
                </c:pt>
                <c:pt idx="580">
                  <c:v>2008.41666666675</c:v>
                </c:pt>
                <c:pt idx="581">
                  <c:v>2008.50000000009</c:v>
                </c:pt>
                <c:pt idx="582">
                  <c:v>2008.5833333334199</c:v>
                </c:pt>
                <c:pt idx="583">
                  <c:v>2008.66666666675</c:v>
                </c:pt>
                <c:pt idx="584">
                  <c:v>2008.75000000009</c:v>
                </c:pt>
                <c:pt idx="585">
                  <c:v>2008.8333333334199</c:v>
                </c:pt>
                <c:pt idx="586">
                  <c:v>2008.91666666676</c:v>
                </c:pt>
                <c:pt idx="587">
                  <c:v>2009.00000000009</c:v>
                </c:pt>
                <c:pt idx="588">
                  <c:v>2009.0833333334199</c:v>
                </c:pt>
                <c:pt idx="589">
                  <c:v>2009.16666666676</c:v>
                </c:pt>
                <c:pt idx="590">
                  <c:v>2009.25000000009</c:v>
                </c:pt>
                <c:pt idx="591">
                  <c:v>2009.3333333334199</c:v>
                </c:pt>
                <c:pt idx="592">
                  <c:v>2009.41666666676</c:v>
                </c:pt>
                <c:pt idx="593">
                  <c:v>2009.50000000009</c:v>
                </c:pt>
                <c:pt idx="594">
                  <c:v>2009.5833333334199</c:v>
                </c:pt>
                <c:pt idx="595">
                  <c:v>2009.66666666676</c:v>
                </c:pt>
                <c:pt idx="596">
                  <c:v>2009.75000000009</c:v>
                </c:pt>
                <c:pt idx="597">
                  <c:v>2009.8333333334199</c:v>
                </c:pt>
                <c:pt idx="598">
                  <c:v>2009.91666666676</c:v>
                </c:pt>
                <c:pt idx="599">
                  <c:v>2010.00000000009</c:v>
                </c:pt>
                <c:pt idx="600">
                  <c:v>2010.0833333334199</c:v>
                </c:pt>
                <c:pt idx="601">
                  <c:v>2010.16666666676</c:v>
                </c:pt>
                <c:pt idx="602">
                  <c:v>2010.25000000009</c:v>
                </c:pt>
                <c:pt idx="603">
                  <c:v>2010.3333333334199</c:v>
                </c:pt>
                <c:pt idx="604">
                  <c:v>2010.41666666676</c:v>
                </c:pt>
                <c:pt idx="605">
                  <c:v>2010.50000000009</c:v>
                </c:pt>
                <c:pt idx="606">
                  <c:v>2010.5833333334299</c:v>
                </c:pt>
                <c:pt idx="607">
                  <c:v>2010.66666666676</c:v>
                </c:pt>
                <c:pt idx="608">
                  <c:v>2010.75000000009</c:v>
                </c:pt>
                <c:pt idx="609">
                  <c:v>2010.8333333334299</c:v>
                </c:pt>
                <c:pt idx="610">
                  <c:v>2010.91666666676</c:v>
                </c:pt>
                <c:pt idx="611">
                  <c:v>2011.00000000009</c:v>
                </c:pt>
                <c:pt idx="612">
                  <c:v>2011.0833333334299</c:v>
                </c:pt>
                <c:pt idx="613">
                  <c:v>2011.16666666676</c:v>
                </c:pt>
                <c:pt idx="614">
                  <c:v>2011.25000000009</c:v>
                </c:pt>
                <c:pt idx="615">
                  <c:v>2011.3333333334299</c:v>
                </c:pt>
                <c:pt idx="616">
                  <c:v>2011.41666666676</c:v>
                </c:pt>
                <c:pt idx="617">
                  <c:v>2011.50000000009</c:v>
                </c:pt>
                <c:pt idx="618">
                  <c:v>2011.5833333334299</c:v>
                </c:pt>
                <c:pt idx="619">
                  <c:v>2011.66666666676</c:v>
                </c:pt>
                <c:pt idx="620">
                  <c:v>2011.75000000009</c:v>
                </c:pt>
                <c:pt idx="621">
                  <c:v>2011.8333333334299</c:v>
                </c:pt>
                <c:pt idx="622">
                  <c:v>2011.91666666676</c:v>
                </c:pt>
                <c:pt idx="623">
                  <c:v>2012.00000000009</c:v>
                </c:pt>
                <c:pt idx="624">
                  <c:v>2012.0833333334299</c:v>
                </c:pt>
                <c:pt idx="625">
                  <c:v>2012.16666666676</c:v>
                </c:pt>
                <c:pt idx="626">
                  <c:v>2012.25000000009</c:v>
                </c:pt>
                <c:pt idx="627">
                  <c:v>2012.3333333334299</c:v>
                </c:pt>
                <c:pt idx="628">
                  <c:v>2012.41666666676</c:v>
                </c:pt>
                <c:pt idx="629">
                  <c:v>2012.5000000001</c:v>
                </c:pt>
                <c:pt idx="630">
                  <c:v>2012.5833333334299</c:v>
                </c:pt>
                <c:pt idx="631">
                  <c:v>2012.66666666676</c:v>
                </c:pt>
                <c:pt idx="632">
                  <c:v>2012.7500000001</c:v>
                </c:pt>
                <c:pt idx="633">
                  <c:v>2012.8333333334299</c:v>
                </c:pt>
                <c:pt idx="634">
                  <c:v>2012.91666666676</c:v>
                </c:pt>
                <c:pt idx="635">
                  <c:v>2013.0000000001</c:v>
                </c:pt>
                <c:pt idx="636">
                  <c:v>2013.0833333334299</c:v>
                </c:pt>
                <c:pt idx="637">
                  <c:v>2013.16666666676</c:v>
                </c:pt>
              </c:numCache>
            </c:numRef>
          </c:xVal>
          <c:yVal>
            <c:numRef>
              <c:f>Sheet1!$G$12:$G$649</c:f>
              <c:numCache>
                <c:formatCode>0.0</c:formatCode>
                <c:ptCount val="638"/>
                <c:pt idx="0">
                  <c:v>1.24095</c:v>
                </c:pt>
                <c:pt idx="1">
                  <c:v>1.4137900000000001</c:v>
                </c:pt>
                <c:pt idx="2">
                  <c:v>1.51881</c:v>
                </c:pt>
                <c:pt idx="3">
                  <c:v>1.9323699999999999</c:v>
                </c:pt>
                <c:pt idx="4">
                  <c:v>1.82507</c:v>
                </c:pt>
                <c:pt idx="5">
                  <c:v>1.7176199999999999</c:v>
                </c:pt>
                <c:pt idx="6">
                  <c:v>1.3722099999999999</c:v>
                </c:pt>
                <c:pt idx="7">
                  <c:v>1.4736100000000001</c:v>
                </c:pt>
                <c:pt idx="8">
                  <c:v>1.2307699999999999</c:v>
                </c:pt>
                <c:pt idx="9">
                  <c:v>1.36286</c:v>
                </c:pt>
                <c:pt idx="10">
                  <c:v>1.4650799999999999</c:v>
                </c:pt>
                <c:pt idx="11">
                  <c:v>1.36008</c:v>
                </c:pt>
                <c:pt idx="12">
                  <c:v>1.6002700000000001</c:v>
                </c:pt>
                <c:pt idx="13">
                  <c:v>1.4620899999999999</c:v>
                </c:pt>
                <c:pt idx="14">
                  <c:v>1.4620899999999999</c:v>
                </c:pt>
                <c:pt idx="15">
                  <c:v>0.91400999999999999</c:v>
                </c:pt>
                <c:pt idx="16">
                  <c:v>0.91308999999999996</c:v>
                </c:pt>
                <c:pt idx="17">
                  <c:v>0.77676000000000001</c:v>
                </c:pt>
                <c:pt idx="18">
                  <c:v>1.2521199999999999</c:v>
                </c:pt>
                <c:pt idx="19">
                  <c:v>1.11449</c:v>
                </c:pt>
                <c:pt idx="20">
                  <c:v>1.2495799999999999</c:v>
                </c:pt>
                <c:pt idx="21">
                  <c:v>0.77310999999999996</c:v>
                </c:pt>
                <c:pt idx="22">
                  <c:v>0.67159000000000002</c:v>
                </c:pt>
                <c:pt idx="23">
                  <c:v>0.67091999999999996</c:v>
                </c:pt>
                <c:pt idx="24">
                  <c:v>0.67023999999999995</c:v>
                </c:pt>
                <c:pt idx="25">
                  <c:v>0.90483000000000002</c:v>
                </c:pt>
                <c:pt idx="26">
                  <c:v>1.1059000000000001</c:v>
                </c:pt>
                <c:pt idx="27">
                  <c:v>1.3418300000000001</c:v>
                </c:pt>
                <c:pt idx="28">
                  <c:v>1.3404799999999999</c:v>
                </c:pt>
                <c:pt idx="29">
                  <c:v>1.2399500000000001</c:v>
                </c:pt>
                <c:pt idx="30">
                  <c:v>1.00267</c:v>
                </c:pt>
                <c:pt idx="31">
                  <c:v>1.1355999999999999</c:v>
                </c:pt>
                <c:pt idx="32">
                  <c:v>1.4676499999999999</c:v>
                </c:pt>
                <c:pt idx="33">
                  <c:v>1.33422</c:v>
                </c:pt>
                <c:pt idx="34">
                  <c:v>1.33422</c:v>
                </c:pt>
                <c:pt idx="35">
                  <c:v>1.23292</c:v>
                </c:pt>
                <c:pt idx="36">
                  <c:v>1.3315600000000001</c:v>
                </c:pt>
                <c:pt idx="37">
                  <c:v>1.2288300000000001</c:v>
                </c:pt>
                <c:pt idx="38">
                  <c:v>1.1269499999999999</c:v>
                </c:pt>
                <c:pt idx="39">
                  <c:v>0.89373999999999998</c:v>
                </c:pt>
                <c:pt idx="40">
                  <c:v>0.89285999999999999</c:v>
                </c:pt>
                <c:pt idx="41">
                  <c:v>1.32406</c:v>
                </c:pt>
                <c:pt idx="42">
                  <c:v>1.5552600000000001</c:v>
                </c:pt>
                <c:pt idx="43">
                  <c:v>1.5521799999999999</c:v>
                </c:pt>
                <c:pt idx="44">
                  <c:v>0.98619000000000001</c:v>
                </c:pt>
                <c:pt idx="45">
                  <c:v>1.21791</c:v>
                </c:pt>
                <c:pt idx="46">
                  <c:v>1.3166599999999999</c:v>
                </c:pt>
                <c:pt idx="47">
                  <c:v>1.6458200000000001</c:v>
                </c:pt>
                <c:pt idx="48">
                  <c:v>1.6425799999999999</c:v>
                </c:pt>
                <c:pt idx="49">
                  <c:v>1.41076</c:v>
                </c:pt>
                <c:pt idx="50">
                  <c:v>1.40937</c:v>
                </c:pt>
                <c:pt idx="51">
                  <c:v>1.54199</c:v>
                </c:pt>
                <c:pt idx="52">
                  <c:v>1.5404800000000001</c:v>
                </c:pt>
                <c:pt idx="53">
                  <c:v>1.3067599999999999</c:v>
                </c:pt>
                <c:pt idx="54">
                  <c:v>1.0752699999999999</c:v>
                </c:pt>
                <c:pt idx="55">
                  <c:v>0.97560999999999998</c:v>
                </c:pt>
                <c:pt idx="56">
                  <c:v>1.17188</c:v>
                </c:pt>
                <c:pt idx="57">
                  <c:v>1.2032499999999999</c:v>
                </c:pt>
                <c:pt idx="58">
                  <c:v>1.3970100000000001</c:v>
                </c:pt>
                <c:pt idx="59">
                  <c:v>1.1981900000000001</c:v>
                </c:pt>
                <c:pt idx="60">
                  <c:v>1.0989</c:v>
                </c:pt>
                <c:pt idx="61">
                  <c:v>1.19702</c:v>
                </c:pt>
                <c:pt idx="62">
                  <c:v>1.1958599999999999</c:v>
                </c:pt>
                <c:pt idx="63">
                  <c:v>1.38934</c:v>
                </c:pt>
                <c:pt idx="64">
                  <c:v>1.6139399999999999</c:v>
                </c:pt>
                <c:pt idx="65">
                  <c:v>1.93486</c:v>
                </c:pt>
                <c:pt idx="66">
                  <c:v>1.8052900000000001</c:v>
                </c:pt>
                <c:pt idx="67">
                  <c:v>1.6103099999999999</c:v>
                </c:pt>
                <c:pt idx="68">
                  <c:v>1.7374499999999999</c:v>
                </c:pt>
                <c:pt idx="69">
                  <c:v>1.7030799999999999</c:v>
                </c:pt>
                <c:pt idx="70">
                  <c:v>1.73021</c:v>
                </c:pt>
                <c:pt idx="71">
                  <c:v>1.92</c:v>
                </c:pt>
                <c:pt idx="72">
                  <c:v>1.9181600000000001</c:v>
                </c:pt>
                <c:pt idx="73">
                  <c:v>2.5575399999999999</c:v>
                </c:pt>
                <c:pt idx="74">
                  <c:v>2.7786599999999999</c:v>
                </c:pt>
                <c:pt idx="75">
                  <c:v>2.8680699999999999</c:v>
                </c:pt>
                <c:pt idx="76">
                  <c:v>2.7636599999999998</c:v>
                </c:pt>
                <c:pt idx="77">
                  <c:v>2.43594</c:v>
                </c:pt>
                <c:pt idx="78">
                  <c:v>2.7549100000000002</c:v>
                </c:pt>
                <c:pt idx="79">
                  <c:v>3.4865300000000001</c:v>
                </c:pt>
                <c:pt idx="80">
                  <c:v>3.57369</c:v>
                </c:pt>
                <c:pt idx="81">
                  <c:v>3.7914699999999999</c:v>
                </c:pt>
                <c:pt idx="82">
                  <c:v>3.5590600000000001</c:v>
                </c:pt>
                <c:pt idx="83">
                  <c:v>3.3595000000000002</c:v>
                </c:pt>
                <c:pt idx="84">
                  <c:v>3.1995</c:v>
                </c:pt>
                <c:pt idx="85">
                  <c:v>2.8678300000000001</c:v>
                </c:pt>
                <c:pt idx="86">
                  <c:v>2.5481699999999998</c:v>
                </c:pt>
                <c:pt idx="87">
                  <c:v>2.54027</c:v>
                </c:pt>
                <c:pt idx="88">
                  <c:v>2.31839</c:v>
                </c:pt>
                <c:pt idx="89">
                  <c:v>2.8412600000000001</c:v>
                </c:pt>
                <c:pt idx="90">
                  <c:v>2.9275799999999998</c:v>
                </c:pt>
                <c:pt idx="91">
                  <c:v>2.60337</c:v>
                </c:pt>
                <c:pt idx="92">
                  <c:v>2.5954199999999998</c:v>
                </c:pt>
                <c:pt idx="93">
                  <c:v>2.58752</c:v>
                </c:pt>
                <c:pt idx="94">
                  <c:v>3.1021899999999998</c:v>
                </c:pt>
                <c:pt idx="95">
                  <c:v>3.2806799999999998</c:v>
                </c:pt>
                <c:pt idx="96">
                  <c:v>3.6474199999999999</c:v>
                </c:pt>
                <c:pt idx="97">
                  <c:v>3.6363599999999998</c:v>
                </c:pt>
                <c:pt idx="98">
                  <c:v>3.9393899999999999</c:v>
                </c:pt>
                <c:pt idx="99">
                  <c:v>3.9274900000000001</c:v>
                </c:pt>
                <c:pt idx="100">
                  <c:v>4.2296100000000001</c:v>
                </c:pt>
                <c:pt idx="101">
                  <c:v>4.2042000000000002</c:v>
                </c:pt>
                <c:pt idx="102">
                  <c:v>4.4910199999999998</c:v>
                </c:pt>
                <c:pt idx="103">
                  <c:v>4.4776100000000003</c:v>
                </c:pt>
                <c:pt idx="104">
                  <c:v>4.4642900000000001</c:v>
                </c:pt>
                <c:pt idx="105">
                  <c:v>4.74777</c:v>
                </c:pt>
                <c:pt idx="106">
                  <c:v>4.4247800000000002</c:v>
                </c:pt>
                <c:pt idx="107">
                  <c:v>4.7058799999999996</c:v>
                </c:pt>
                <c:pt idx="108">
                  <c:v>4.69207999999999</c:v>
                </c:pt>
                <c:pt idx="109">
                  <c:v>4.6783599999999996</c:v>
                </c:pt>
                <c:pt idx="110">
                  <c:v>5.2478100000000003</c:v>
                </c:pt>
                <c:pt idx="111">
                  <c:v>5.5232599999999996</c:v>
                </c:pt>
                <c:pt idx="112">
                  <c:v>5.50725</c:v>
                </c:pt>
                <c:pt idx="113">
                  <c:v>5.4755000000000003</c:v>
                </c:pt>
                <c:pt idx="114">
                  <c:v>5.4441300000000004</c:v>
                </c:pt>
                <c:pt idx="115">
                  <c:v>5.4285699999999997</c:v>
                </c:pt>
                <c:pt idx="116">
                  <c:v>5.6980099999999902</c:v>
                </c:pt>
                <c:pt idx="117">
                  <c:v>5.6657199999999897</c:v>
                </c:pt>
                <c:pt idx="118">
                  <c:v>5.9321999999999999</c:v>
                </c:pt>
                <c:pt idx="119">
                  <c:v>5.8988800000000001</c:v>
                </c:pt>
                <c:pt idx="120">
                  <c:v>6.1624599999999896</c:v>
                </c:pt>
                <c:pt idx="121">
                  <c:v>6.42457999999999</c:v>
                </c:pt>
                <c:pt idx="122">
                  <c:v>6.0941799999999899</c:v>
                </c:pt>
                <c:pt idx="123">
                  <c:v>6.0606099999999996</c:v>
                </c:pt>
                <c:pt idx="124">
                  <c:v>6.0439600000000002</c:v>
                </c:pt>
                <c:pt idx="125">
                  <c:v>6.0109300000000001</c:v>
                </c:pt>
                <c:pt idx="126">
                  <c:v>5.7065200000000003</c:v>
                </c:pt>
                <c:pt idx="127">
                  <c:v>5.6910600000000002</c:v>
                </c:pt>
                <c:pt idx="128">
                  <c:v>5.6603799999999902</c:v>
                </c:pt>
                <c:pt idx="129">
                  <c:v>5.6300299999999996</c:v>
                </c:pt>
                <c:pt idx="130">
                  <c:v>5.6</c:v>
                </c:pt>
                <c:pt idx="131">
                  <c:v>5.57029</c:v>
                </c:pt>
                <c:pt idx="132">
                  <c:v>5.2770400000000004</c:v>
                </c:pt>
                <c:pt idx="133">
                  <c:v>4.72440999999999</c:v>
                </c:pt>
                <c:pt idx="134">
                  <c:v>4.4386400000000004</c:v>
                </c:pt>
                <c:pt idx="135">
                  <c:v>4.1558400000000004</c:v>
                </c:pt>
                <c:pt idx="136">
                  <c:v>4.4041499999999996</c:v>
                </c:pt>
                <c:pt idx="137">
                  <c:v>4.3814399999999996</c:v>
                </c:pt>
                <c:pt idx="138">
                  <c:v>4.3701800000000004</c:v>
                </c:pt>
                <c:pt idx="139">
                  <c:v>4.3589700000000002</c:v>
                </c:pt>
                <c:pt idx="140">
                  <c:v>4.0816299999999996</c:v>
                </c:pt>
                <c:pt idx="141">
                  <c:v>3.8071100000000002</c:v>
                </c:pt>
                <c:pt idx="142">
                  <c:v>3.5353500000000002</c:v>
                </c:pt>
                <c:pt idx="143">
                  <c:v>3.26633</c:v>
                </c:pt>
                <c:pt idx="144">
                  <c:v>3.2581500000000001</c:v>
                </c:pt>
                <c:pt idx="145">
                  <c:v>3.7593999999999999</c:v>
                </c:pt>
                <c:pt idx="146">
                  <c:v>3.5</c:v>
                </c:pt>
                <c:pt idx="147">
                  <c:v>3.4912700000000001</c:v>
                </c:pt>
                <c:pt idx="148">
                  <c:v>3.2258100000000001</c:v>
                </c:pt>
                <c:pt idx="149">
                  <c:v>2.9629599999999998</c:v>
                </c:pt>
                <c:pt idx="150">
                  <c:v>2.95567</c:v>
                </c:pt>
                <c:pt idx="151">
                  <c:v>2.9483999999999999</c:v>
                </c:pt>
                <c:pt idx="152">
                  <c:v>3.1862699999999999</c:v>
                </c:pt>
                <c:pt idx="153">
                  <c:v>3.17848</c:v>
                </c:pt>
                <c:pt idx="154">
                  <c:v>3.4146299999999998</c:v>
                </c:pt>
                <c:pt idx="155">
                  <c:v>3.4063300000000001</c:v>
                </c:pt>
                <c:pt idx="156">
                  <c:v>3.6407799999999999</c:v>
                </c:pt>
                <c:pt idx="157">
                  <c:v>3.8647300000000002</c:v>
                </c:pt>
                <c:pt idx="158">
                  <c:v>4.8309199999999999</c:v>
                </c:pt>
                <c:pt idx="159">
                  <c:v>5.3011999999999997</c:v>
                </c:pt>
                <c:pt idx="160">
                  <c:v>5.5288500000000003</c:v>
                </c:pt>
                <c:pt idx="161">
                  <c:v>5.9951999999999996</c:v>
                </c:pt>
                <c:pt idx="162">
                  <c:v>5.7416299999999998</c:v>
                </c:pt>
                <c:pt idx="163">
                  <c:v>7.3985700000000003</c:v>
                </c:pt>
                <c:pt idx="164">
                  <c:v>7.3634199999999899</c:v>
                </c:pt>
                <c:pt idx="165">
                  <c:v>8.05687</c:v>
                </c:pt>
                <c:pt idx="166">
                  <c:v>8.2547200000000007</c:v>
                </c:pt>
                <c:pt idx="167">
                  <c:v>8.9411799999999992</c:v>
                </c:pt>
                <c:pt idx="168">
                  <c:v>9.6018699999999999</c:v>
                </c:pt>
                <c:pt idx="169">
                  <c:v>10</c:v>
                </c:pt>
                <c:pt idx="170">
                  <c:v>10.138249999999999</c:v>
                </c:pt>
                <c:pt idx="171">
                  <c:v>10.06865</c:v>
                </c:pt>
                <c:pt idx="172">
                  <c:v>10.706149999999999</c:v>
                </c:pt>
                <c:pt idx="173">
                  <c:v>10.859730000000001</c:v>
                </c:pt>
                <c:pt idx="174">
                  <c:v>11.538460000000001</c:v>
                </c:pt>
                <c:pt idx="175">
                  <c:v>10.88889</c:v>
                </c:pt>
                <c:pt idx="176">
                  <c:v>11.946899999999999</c:v>
                </c:pt>
                <c:pt idx="177">
                  <c:v>11.84211</c:v>
                </c:pt>
                <c:pt idx="178">
                  <c:v>12.20044</c:v>
                </c:pt>
                <c:pt idx="179">
                  <c:v>12.09503</c:v>
                </c:pt>
                <c:pt idx="180">
                  <c:v>11.752140000000001</c:v>
                </c:pt>
                <c:pt idx="181">
                  <c:v>11.205069999999999</c:v>
                </c:pt>
                <c:pt idx="182">
                  <c:v>10.46025</c:v>
                </c:pt>
                <c:pt idx="183">
                  <c:v>10.187110000000001</c:v>
                </c:pt>
                <c:pt idx="184">
                  <c:v>9.2592599999999994</c:v>
                </c:pt>
                <c:pt idx="185">
                  <c:v>9.1836699999999993</c:v>
                </c:pt>
                <c:pt idx="186">
                  <c:v>9.5334699999999994</c:v>
                </c:pt>
                <c:pt idx="187">
                  <c:v>8.6172299999999993</c:v>
                </c:pt>
                <c:pt idx="188">
                  <c:v>7.9051400000000003</c:v>
                </c:pt>
                <c:pt idx="189">
                  <c:v>7.64705999999999</c:v>
                </c:pt>
                <c:pt idx="190">
                  <c:v>7.3786399999999999</c:v>
                </c:pt>
                <c:pt idx="191">
                  <c:v>7.1290899999999899</c:v>
                </c:pt>
                <c:pt idx="192">
                  <c:v>6.6921599999999897</c:v>
                </c:pt>
                <c:pt idx="193">
                  <c:v>6.2737600000000002</c:v>
                </c:pt>
                <c:pt idx="194">
                  <c:v>6.0606099999999996</c:v>
                </c:pt>
                <c:pt idx="195">
                  <c:v>5.8490599999999997</c:v>
                </c:pt>
                <c:pt idx="196">
                  <c:v>6.21469</c:v>
                </c:pt>
                <c:pt idx="197">
                  <c:v>5.9813099999999997</c:v>
                </c:pt>
                <c:pt idx="198">
                  <c:v>5.5555599999999901</c:v>
                </c:pt>
                <c:pt idx="199">
                  <c:v>5.7195600000000004</c:v>
                </c:pt>
                <c:pt idx="200">
                  <c:v>5.49451</c:v>
                </c:pt>
                <c:pt idx="201">
                  <c:v>5.46448</c:v>
                </c:pt>
                <c:pt idx="202">
                  <c:v>5.0632900000000003</c:v>
                </c:pt>
                <c:pt idx="203">
                  <c:v>5.0359699999999998</c:v>
                </c:pt>
                <c:pt idx="204">
                  <c:v>5.1971299999999898</c:v>
                </c:pt>
                <c:pt idx="205">
                  <c:v>6.0822900000000004</c:v>
                </c:pt>
                <c:pt idx="206">
                  <c:v>6.4285699999999997</c:v>
                </c:pt>
                <c:pt idx="207">
                  <c:v>6.9518700000000004</c:v>
                </c:pt>
                <c:pt idx="208">
                  <c:v>6.73759</c:v>
                </c:pt>
                <c:pt idx="209">
                  <c:v>6.7019399999999996</c:v>
                </c:pt>
                <c:pt idx="210">
                  <c:v>6.6666699999999999</c:v>
                </c:pt>
                <c:pt idx="211">
                  <c:v>6.6317599999999999</c:v>
                </c:pt>
                <c:pt idx="212">
                  <c:v>6.42361</c:v>
                </c:pt>
                <c:pt idx="213">
                  <c:v>6.3903299999999996</c:v>
                </c:pt>
                <c:pt idx="214">
                  <c:v>6.7125599999999901</c:v>
                </c:pt>
                <c:pt idx="215">
                  <c:v>6.6780799999999996</c:v>
                </c:pt>
                <c:pt idx="216">
                  <c:v>6.8143099999999901</c:v>
                </c:pt>
                <c:pt idx="217">
                  <c:v>6.2394600000000002</c:v>
                </c:pt>
                <c:pt idx="218">
                  <c:v>6.3758400000000002</c:v>
                </c:pt>
                <c:pt idx="219">
                  <c:v>6.5</c:v>
                </c:pt>
                <c:pt idx="220">
                  <c:v>7.14285999999999</c:v>
                </c:pt>
                <c:pt idx="221">
                  <c:v>7.4380199999999999</c:v>
                </c:pt>
                <c:pt idx="222">
                  <c:v>7.7302600000000004</c:v>
                </c:pt>
                <c:pt idx="223">
                  <c:v>7.8559700000000001</c:v>
                </c:pt>
                <c:pt idx="224">
                  <c:v>8.4828700000000001</c:v>
                </c:pt>
                <c:pt idx="225">
                  <c:v>8.9285700000000006</c:v>
                </c:pt>
                <c:pt idx="226">
                  <c:v>8.8709699999999998</c:v>
                </c:pt>
                <c:pt idx="227">
                  <c:v>8.9887599999999992</c:v>
                </c:pt>
                <c:pt idx="228">
                  <c:v>9.2504000000000008</c:v>
                </c:pt>
                <c:pt idx="229">
                  <c:v>9.8412699999999997</c:v>
                </c:pt>
                <c:pt idx="230">
                  <c:v>10.252370000000001</c:v>
                </c:pt>
                <c:pt idx="231">
                  <c:v>10.48513</c:v>
                </c:pt>
                <c:pt idx="232">
                  <c:v>10.69767</c:v>
                </c:pt>
                <c:pt idx="233">
                  <c:v>11.076919999999999</c:v>
                </c:pt>
                <c:pt idx="234">
                  <c:v>11.450379999999999</c:v>
                </c:pt>
                <c:pt idx="235">
                  <c:v>11.836119999999999</c:v>
                </c:pt>
                <c:pt idx="236">
                  <c:v>11.8797</c:v>
                </c:pt>
                <c:pt idx="237">
                  <c:v>12.071540000000001</c:v>
                </c:pt>
                <c:pt idx="238">
                  <c:v>12.59259</c:v>
                </c:pt>
                <c:pt idx="239">
                  <c:v>13.25479</c:v>
                </c:pt>
                <c:pt idx="240">
                  <c:v>13.86861</c:v>
                </c:pt>
                <c:pt idx="241">
                  <c:v>14.161849999999999</c:v>
                </c:pt>
                <c:pt idx="242">
                  <c:v>14.592269999999999</c:v>
                </c:pt>
                <c:pt idx="243">
                  <c:v>14.58924</c:v>
                </c:pt>
                <c:pt idx="244">
                  <c:v>14.42577</c:v>
                </c:pt>
                <c:pt idx="245">
                  <c:v>14.265930000000001</c:v>
                </c:pt>
                <c:pt idx="246">
                  <c:v>13.150679999999999</c:v>
                </c:pt>
                <c:pt idx="247">
                  <c:v>12.890090000000001</c:v>
                </c:pt>
                <c:pt idx="248">
                  <c:v>12.76882</c:v>
                </c:pt>
                <c:pt idx="249">
                  <c:v>12.63298</c:v>
                </c:pt>
                <c:pt idx="250">
                  <c:v>12.63158</c:v>
                </c:pt>
                <c:pt idx="251">
                  <c:v>12.35371</c:v>
                </c:pt>
                <c:pt idx="252">
                  <c:v>11.79487</c:v>
                </c:pt>
                <c:pt idx="253">
                  <c:v>11.39241</c:v>
                </c:pt>
                <c:pt idx="254">
                  <c:v>10.611739999999999</c:v>
                </c:pt>
                <c:pt idx="255">
                  <c:v>10.13597</c:v>
                </c:pt>
                <c:pt idx="256">
                  <c:v>9.7919199999999993</c:v>
                </c:pt>
                <c:pt idx="257">
                  <c:v>9.6969700000000003</c:v>
                </c:pt>
                <c:pt idx="258">
                  <c:v>10.77482</c:v>
                </c:pt>
                <c:pt idx="259">
                  <c:v>10.817310000000001</c:v>
                </c:pt>
                <c:pt idx="260">
                  <c:v>10.965439999999999</c:v>
                </c:pt>
                <c:pt idx="261">
                  <c:v>10.27155</c:v>
                </c:pt>
                <c:pt idx="262">
                  <c:v>9.57944</c:v>
                </c:pt>
                <c:pt idx="263">
                  <c:v>8.9120399999999993</c:v>
                </c:pt>
                <c:pt idx="264">
                  <c:v>8.2568800000000007</c:v>
                </c:pt>
                <c:pt idx="265">
                  <c:v>7.6136400000000002</c:v>
                </c:pt>
                <c:pt idx="266">
                  <c:v>6.8848799999999901</c:v>
                </c:pt>
                <c:pt idx="267">
                  <c:v>6.6217699999999997</c:v>
                </c:pt>
                <c:pt idx="268">
                  <c:v>6.9119299999999999</c:v>
                </c:pt>
                <c:pt idx="269">
                  <c:v>7.18231999999999</c:v>
                </c:pt>
                <c:pt idx="270">
                  <c:v>6.5573800000000002</c:v>
                </c:pt>
                <c:pt idx="271">
                  <c:v>5.9652900000000004</c:v>
                </c:pt>
                <c:pt idx="272">
                  <c:v>4.9409200000000002</c:v>
                </c:pt>
                <c:pt idx="273">
                  <c:v>5.0321199999999902</c:v>
                </c:pt>
                <c:pt idx="274">
                  <c:v>4.4776100000000003</c:v>
                </c:pt>
                <c:pt idx="275">
                  <c:v>3.82572</c:v>
                </c:pt>
                <c:pt idx="276">
                  <c:v>3.70763</c:v>
                </c:pt>
                <c:pt idx="277">
                  <c:v>3.4846900000000001</c:v>
                </c:pt>
                <c:pt idx="278">
                  <c:v>3.59029</c:v>
                </c:pt>
                <c:pt idx="279">
                  <c:v>4</c:v>
                </c:pt>
                <c:pt idx="280">
                  <c:v>3.4410799999999999</c:v>
                </c:pt>
                <c:pt idx="281">
                  <c:v>2.4742299999999999</c:v>
                </c:pt>
                <c:pt idx="282">
                  <c:v>2.3589699999999998</c:v>
                </c:pt>
                <c:pt idx="283">
                  <c:v>2.4565000000000001</c:v>
                </c:pt>
                <c:pt idx="284">
                  <c:v>2.76356</c:v>
                </c:pt>
                <c:pt idx="285">
                  <c:v>2.7522899999999999</c:v>
                </c:pt>
                <c:pt idx="286">
                  <c:v>3.1632699999999998</c:v>
                </c:pt>
                <c:pt idx="287">
                  <c:v>3.7871000000000001</c:v>
                </c:pt>
                <c:pt idx="288">
                  <c:v>4.2900900000000002</c:v>
                </c:pt>
                <c:pt idx="289">
                  <c:v>4.6938799999999903</c:v>
                </c:pt>
                <c:pt idx="290">
                  <c:v>4.89297</c:v>
                </c:pt>
                <c:pt idx="291">
                  <c:v>4.5546600000000002</c:v>
                </c:pt>
                <c:pt idx="292">
                  <c:v>4.3346799999999996</c:v>
                </c:pt>
                <c:pt idx="293">
                  <c:v>4.3259599999999896</c:v>
                </c:pt>
                <c:pt idx="294">
                  <c:v>4.3086200000000003</c:v>
                </c:pt>
                <c:pt idx="295">
                  <c:v>4.2957000000000001</c:v>
                </c:pt>
                <c:pt idx="296">
                  <c:v>4.28287</c:v>
                </c:pt>
                <c:pt idx="297">
                  <c:v>4.2658699999999996</c:v>
                </c:pt>
                <c:pt idx="298">
                  <c:v>4.1543000000000001</c:v>
                </c:pt>
                <c:pt idx="299">
                  <c:v>4.0433899999999996</c:v>
                </c:pt>
                <c:pt idx="300">
                  <c:v>3.5259499999999999</c:v>
                </c:pt>
                <c:pt idx="301">
                  <c:v>3.6062400000000001</c:v>
                </c:pt>
                <c:pt idx="302">
                  <c:v>3.7900900000000002</c:v>
                </c:pt>
                <c:pt idx="303">
                  <c:v>3.5817999999999999</c:v>
                </c:pt>
                <c:pt idx="304">
                  <c:v>3.5748799999999998</c:v>
                </c:pt>
                <c:pt idx="305">
                  <c:v>3.6644199999999998</c:v>
                </c:pt>
                <c:pt idx="306">
                  <c:v>3.4582099999999998</c:v>
                </c:pt>
                <c:pt idx="307">
                  <c:v>3.3524899999999902</c:v>
                </c:pt>
                <c:pt idx="308">
                  <c:v>3.2473700000000001</c:v>
                </c:pt>
                <c:pt idx="309">
                  <c:v>3.2350099999999999</c:v>
                </c:pt>
                <c:pt idx="310">
                  <c:v>3.5137700000000001</c:v>
                </c:pt>
                <c:pt idx="311">
                  <c:v>3.7914699999999999</c:v>
                </c:pt>
                <c:pt idx="312">
                  <c:v>3.9735100000000001</c:v>
                </c:pt>
                <c:pt idx="313">
                  <c:v>3.1984900000000001</c:v>
                </c:pt>
                <c:pt idx="314">
                  <c:v>2.1535600000000001</c:v>
                </c:pt>
                <c:pt idx="315">
                  <c:v>1.5887899999999999</c:v>
                </c:pt>
                <c:pt idx="316">
                  <c:v>1.6791</c:v>
                </c:pt>
                <c:pt idx="317">
                  <c:v>1.7674399999999999</c:v>
                </c:pt>
                <c:pt idx="318">
                  <c:v>1.6713100000000001</c:v>
                </c:pt>
                <c:pt idx="319">
                  <c:v>1.5755300000000001</c:v>
                </c:pt>
                <c:pt idx="320">
                  <c:v>1.75763</c:v>
                </c:pt>
                <c:pt idx="321">
                  <c:v>1.5668200000000001</c:v>
                </c:pt>
                <c:pt idx="322">
                  <c:v>1.2844</c:v>
                </c:pt>
                <c:pt idx="323">
                  <c:v>1.1872100000000001</c:v>
                </c:pt>
                <c:pt idx="324">
                  <c:v>1.3648800000000001</c:v>
                </c:pt>
                <c:pt idx="325">
                  <c:v>1.91431</c:v>
                </c:pt>
                <c:pt idx="326">
                  <c:v>2.8414299999999999</c:v>
                </c:pt>
                <c:pt idx="327">
                  <c:v>3.6798500000000001</c:v>
                </c:pt>
                <c:pt idx="328">
                  <c:v>3.6697199999999999</c:v>
                </c:pt>
                <c:pt idx="329">
                  <c:v>3.7477100000000001</c:v>
                </c:pt>
                <c:pt idx="330">
                  <c:v>3.9269400000000001</c:v>
                </c:pt>
                <c:pt idx="331">
                  <c:v>4.2883199999999997</c:v>
                </c:pt>
                <c:pt idx="332">
                  <c:v>4.2727300000000001</c:v>
                </c:pt>
                <c:pt idx="333">
                  <c:v>4.35571999999999</c:v>
                </c:pt>
                <c:pt idx="334">
                  <c:v>4.5289899999999896</c:v>
                </c:pt>
                <c:pt idx="335">
                  <c:v>4.3321300000000003</c:v>
                </c:pt>
                <c:pt idx="336">
                  <c:v>4.1292600000000004</c:v>
                </c:pt>
                <c:pt idx="337">
                  <c:v>3.9356</c:v>
                </c:pt>
                <c:pt idx="338">
                  <c:v>3.8324400000000001</c:v>
                </c:pt>
                <c:pt idx="339">
                  <c:v>3.9929000000000001</c:v>
                </c:pt>
                <c:pt idx="340">
                  <c:v>3.9823</c:v>
                </c:pt>
                <c:pt idx="341">
                  <c:v>3.9647600000000001</c:v>
                </c:pt>
                <c:pt idx="342">
                  <c:v>4.1300499999999998</c:v>
                </c:pt>
                <c:pt idx="343">
                  <c:v>4.1119899999999898</c:v>
                </c:pt>
                <c:pt idx="344">
                  <c:v>4.1848299999999901</c:v>
                </c:pt>
                <c:pt idx="345">
                  <c:v>4.2608699999999997</c:v>
                </c:pt>
                <c:pt idx="346">
                  <c:v>4.2461000000000002</c:v>
                </c:pt>
                <c:pt idx="347">
                  <c:v>4.4117600000000001</c:v>
                </c:pt>
                <c:pt idx="348">
                  <c:v>4.4827599999999999</c:v>
                </c:pt>
                <c:pt idx="349">
                  <c:v>4.6471599999999897</c:v>
                </c:pt>
                <c:pt idx="350">
                  <c:v>4.8926999999999996</c:v>
                </c:pt>
                <c:pt idx="351">
                  <c:v>5.0341300000000002</c:v>
                </c:pt>
                <c:pt idx="352">
                  <c:v>5.2766000000000002</c:v>
                </c:pt>
                <c:pt idx="353">
                  <c:v>5.1694899999999899</c:v>
                </c:pt>
                <c:pt idx="354">
                  <c:v>5.0632900000000003</c:v>
                </c:pt>
                <c:pt idx="355">
                  <c:v>4.6218500000000002</c:v>
                </c:pt>
                <c:pt idx="356">
                  <c:v>4.4351500000000001</c:v>
                </c:pt>
                <c:pt idx="357">
                  <c:v>4.5871599999999901</c:v>
                </c:pt>
                <c:pt idx="358">
                  <c:v>4.6550299999999902</c:v>
                </c:pt>
                <c:pt idx="359">
                  <c:v>4.6395999999999997</c:v>
                </c:pt>
                <c:pt idx="360">
                  <c:v>5.1980199999999899</c:v>
                </c:pt>
                <c:pt idx="361">
                  <c:v>5.2631600000000001</c:v>
                </c:pt>
                <c:pt idx="362">
                  <c:v>5.2373200000000004</c:v>
                </c:pt>
                <c:pt idx="363">
                  <c:v>4.7116199999999999</c:v>
                </c:pt>
                <c:pt idx="364">
                  <c:v>4.3654000000000002</c:v>
                </c:pt>
                <c:pt idx="365">
                  <c:v>4.6736500000000003</c:v>
                </c:pt>
                <c:pt idx="366">
                  <c:v>4.81928</c:v>
                </c:pt>
                <c:pt idx="367">
                  <c:v>5.7028100000000004</c:v>
                </c:pt>
                <c:pt idx="368">
                  <c:v>6.1698700000000004</c:v>
                </c:pt>
                <c:pt idx="369">
                  <c:v>6.3795900000000003</c:v>
                </c:pt>
                <c:pt idx="370">
                  <c:v>6.19538999999999</c:v>
                </c:pt>
                <c:pt idx="371">
                  <c:v>6.25495</c:v>
                </c:pt>
                <c:pt idx="372">
                  <c:v>5.64705999999999</c:v>
                </c:pt>
                <c:pt idx="373">
                  <c:v>5.3125</c:v>
                </c:pt>
                <c:pt idx="374">
                  <c:v>4.8211500000000003</c:v>
                </c:pt>
                <c:pt idx="375">
                  <c:v>4.8099299999999996</c:v>
                </c:pt>
                <c:pt idx="376">
                  <c:v>5.0348600000000001</c:v>
                </c:pt>
                <c:pt idx="377">
                  <c:v>4.6959199999999903</c:v>
                </c:pt>
                <c:pt idx="378">
                  <c:v>4.3678199999999903</c:v>
                </c:pt>
                <c:pt idx="379">
                  <c:v>3.7993899999999998</c:v>
                </c:pt>
                <c:pt idx="380">
                  <c:v>3.3962300000000001</c:v>
                </c:pt>
                <c:pt idx="381">
                  <c:v>2.8485800000000001</c:v>
                </c:pt>
                <c:pt idx="382">
                  <c:v>3.06657</c:v>
                </c:pt>
                <c:pt idx="383">
                  <c:v>2.9806300000000001</c:v>
                </c:pt>
                <c:pt idx="384">
                  <c:v>2.6726100000000002</c:v>
                </c:pt>
                <c:pt idx="385">
                  <c:v>2.8189899999999999</c:v>
                </c:pt>
                <c:pt idx="386">
                  <c:v>3.1899099999999998</c:v>
                </c:pt>
                <c:pt idx="387">
                  <c:v>3.18283</c:v>
                </c:pt>
                <c:pt idx="388">
                  <c:v>3.0236000000000001</c:v>
                </c:pt>
                <c:pt idx="389">
                  <c:v>3.01471</c:v>
                </c:pt>
                <c:pt idx="390">
                  <c:v>3.1571199999999999</c:v>
                </c:pt>
                <c:pt idx="391">
                  <c:v>3.0746699999999998</c:v>
                </c:pt>
                <c:pt idx="392">
                  <c:v>2.9927000000000001</c:v>
                </c:pt>
                <c:pt idx="393">
                  <c:v>3.2798799999999999</c:v>
                </c:pt>
                <c:pt idx="394">
                  <c:v>3.12046</c:v>
                </c:pt>
                <c:pt idx="395">
                  <c:v>2.96671</c:v>
                </c:pt>
                <c:pt idx="396">
                  <c:v>3.2538</c:v>
                </c:pt>
                <c:pt idx="397">
                  <c:v>3.24675</c:v>
                </c:pt>
                <c:pt idx="398">
                  <c:v>3.0194100000000001</c:v>
                </c:pt>
                <c:pt idx="399">
                  <c:v>3.15638</c:v>
                </c:pt>
                <c:pt idx="400">
                  <c:v>3.22119</c:v>
                </c:pt>
                <c:pt idx="401">
                  <c:v>2.9978600000000002</c:v>
                </c:pt>
                <c:pt idx="402">
                  <c:v>2.8469799999999998</c:v>
                </c:pt>
                <c:pt idx="403">
                  <c:v>2.84091</c:v>
                </c:pt>
                <c:pt idx="404">
                  <c:v>2.7639999999999998</c:v>
                </c:pt>
                <c:pt idx="405">
                  <c:v>2.7522899999999999</c:v>
                </c:pt>
                <c:pt idx="406">
                  <c:v>2.7445499999999998</c:v>
                </c:pt>
                <c:pt idx="407">
                  <c:v>2.8109600000000001</c:v>
                </c:pt>
                <c:pt idx="408">
                  <c:v>2.4509799999999999</c:v>
                </c:pt>
                <c:pt idx="409">
                  <c:v>2.51572</c:v>
                </c:pt>
                <c:pt idx="410">
                  <c:v>2.65178</c:v>
                </c:pt>
                <c:pt idx="411">
                  <c:v>2.3643900000000002</c:v>
                </c:pt>
                <c:pt idx="412">
                  <c:v>2.2884899999999999</c:v>
                </c:pt>
                <c:pt idx="413">
                  <c:v>2.4948000000000001</c:v>
                </c:pt>
                <c:pt idx="414">
                  <c:v>2.69896</c:v>
                </c:pt>
                <c:pt idx="415">
                  <c:v>2.90055</c:v>
                </c:pt>
                <c:pt idx="416">
                  <c:v>2.9655200000000002</c:v>
                </c:pt>
                <c:pt idx="417">
                  <c:v>2.60989</c:v>
                </c:pt>
                <c:pt idx="418">
                  <c:v>2.6027399999999998</c:v>
                </c:pt>
                <c:pt idx="419">
                  <c:v>2.5973999999999999</c:v>
                </c:pt>
                <c:pt idx="420">
                  <c:v>2.8708100000000001</c:v>
                </c:pt>
                <c:pt idx="421">
                  <c:v>2.8629899999999999</c:v>
                </c:pt>
                <c:pt idx="422">
                  <c:v>2.78722</c:v>
                </c:pt>
                <c:pt idx="423">
                  <c:v>3.125</c:v>
                </c:pt>
                <c:pt idx="424">
                  <c:v>3.1186400000000001</c:v>
                </c:pt>
                <c:pt idx="425">
                  <c:v>3.0426000000000002</c:v>
                </c:pt>
                <c:pt idx="426">
                  <c:v>2.83019</c:v>
                </c:pt>
                <c:pt idx="427">
                  <c:v>2.6174499999999998</c:v>
                </c:pt>
                <c:pt idx="428">
                  <c:v>2.54521</c:v>
                </c:pt>
                <c:pt idx="429">
                  <c:v>2.74431</c:v>
                </c:pt>
                <c:pt idx="430">
                  <c:v>2.6034700000000002</c:v>
                </c:pt>
                <c:pt idx="431">
                  <c:v>2.53165</c:v>
                </c:pt>
                <c:pt idx="432">
                  <c:v>2.7907000000000002</c:v>
                </c:pt>
                <c:pt idx="433">
                  <c:v>2.7170299999999998</c:v>
                </c:pt>
                <c:pt idx="434">
                  <c:v>2.8439199999999998</c:v>
                </c:pt>
                <c:pt idx="435">
                  <c:v>2.83266999999999</c:v>
                </c:pt>
                <c:pt idx="436">
                  <c:v>2.8270900000000001</c:v>
                </c:pt>
                <c:pt idx="437">
                  <c:v>2.82152</c:v>
                </c:pt>
                <c:pt idx="438">
                  <c:v>2.8833600000000001</c:v>
                </c:pt>
                <c:pt idx="439">
                  <c:v>2.8123</c:v>
                </c:pt>
                <c:pt idx="440">
                  <c:v>3.0045700000000002</c:v>
                </c:pt>
                <c:pt idx="441">
                  <c:v>3.06189</c:v>
                </c:pt>
                <c:pt idx="442">
                  <c:v>3.2530899999999998</c:v>
                </c:pt>
                <c:pt idx="443">
                  <c:v>3.3788200000000002</c:v>
                </c:pt>
                <c:pt idx="444">
                  <c:v>3.0381399999999998</c:v>
                </c:pt>
                <c:pt idx="445">
                  <c:v>3.03226</c:v>
                </c:pt>
                <c:pt idx="446">
                  <c:v>2.7652700000000001</c:v>
                </c:pt>
                <c:pt idx="447">
                  <c:v>2.4343400000000002</c:v>
                </c:pt>
                <c:pt idx="448">
                  <c:v>2.2378499999999999</c:v>
                </c:pt>
                <c:pt idx="449">
                  <c:v>2.2335699999999998</c:v>
                </c:pt>
                <c:pt idx="450">
                  <c:v>2.16561</c:v>
                </c:pt>
                <c:pt idx="451">
                  <c:v>2.2900800000000001</c:v>
                </c:pt>
                <c:pt idx="452">
                  <c:v>2.2193999999999998</c:v>
                </c:pt>
                <c:pt idx="453">
                  <c:v>2.0859700000000001</c:v>
                </c:pt>
                <c:pt idx="454">
                  <c:v>1.89036</c:v>
                </c:pt>
                <c:pt idx="455">
                  <c:v>1.6970499999999999</c:v>
                </c:pt>
                <c:pt idx="456">
                  <c:v>1.6311199999999999</c:v>
                </c:pt>
                <c:pt idx="457">
                  <c:v>1.4401999999999999</c:v>
                </c:pt>
                <c:pt idx="458">
                  <c:v>1.3767199999999999</c:v>
                </c:pt>
                <c:pt idx="459">
                  <c:v>1.4383999999999999</c:v>
                </c:pt>
                <c:pt idx="460">
                  <c:v>1.6885600000000001</c:v>
                </c:pt>
                <c:pt idx="461">
                  <c:v>1.62297</c:v>
                </c:pt>
                <c:pt idx="462">
                  <c:v>1.7456400000000001</c:v>
                </c:pt>
                <c:pt idx="463">
                  <c:v>1.6169199999999999</c:v>
                </c:pt>
                <c:pt idx="464">
                  <c:v>1.4268000000000001</c:v>
                </c:pt>
                <c:pt idx="465">
                  <c:v>1.48607</c:v>
                </c:pt>
                <c:pt idx="466">
                  <c:v>1.4842299999999999</c:v>
                </c:pt>
                <c:pt idx="467">
                  <c:v>1.6069199999999999</c:v>
                </c:pt>
                <c:pt idx="468">
                  <c:v>1.6666700000000001</c:v>
                </c:pt>
                <c:pt idx="469">
                  <c:v>1.6666700000000001</c:v>
                </c:pt>
                <c:pt idx="470">
                  <c:v>1.7283999999999999</c:v>
                </c:pt>
                <c:pt idx="471">
                  <c:v>2.2811300000000001</c:v>
                </c:pt>
                <c:pt idx="472">
                  <c:v>2.0910199999999999</c:v>
                </c:pt>
                <c:pt idx="473">
                  <c:v>1.9656</c:v>
                </c:pt>
                <c:pt idx="474">
                  <c:v>2.1446100000000001</c:v>
                </c:pt>
                <c:pt idx="475">
                  <c:v>2.2643800000000001</c:v>
                </c:pt>
                <c:pt idx="476">
                  <c:v>2.6299700000000001</c:v>
                </c:pt>
                <c:pt idx="477">
                  <c:v>2.5625399999999998</c:v>
                </c:pt>
                <c:pt idx="478">
                  <c:v>2.6203500000000002</c:v>
                </c:pt>
                <c:pt idx="479">
                  <c:v>2.6764000000000001</c:v>
                </c:pt>
                <c:pt idx="480">
                  <c:v>2.7929599999999999</c:v>
                </c:pt>
                <c:pt idx="481">
                  <c:v>3.2179700000000002</c:v>
                </c:pt>
                <c:pt idx="482">
                  <c:v>3.76214</c:v>
                </c:pt>
                <c:pt idx="483">
                  <c:v>3.0138600000000002</c:v>
                </c:pt>
                <c:pt idx="484">
                  <c:v>3.13253</c:v>
                </c:pt>
                <c:pt idx="485">
                  <c:v>3.7349399999999999</c:v>
                </c:pt>
                <c:pt idx="486">
                  <c:v>3.5992799999999998</c:v>
                </c:pt>
                <c:pt idx="487">
                  <c:v>3.3512900000000001</c:v>
                </c:pt>
                <c:pt idx="488">
                  <c:v>3.4565000000000001</c:v>
                </c:pt>
                <c:pt idx="489">
                  <c:v>3.4503300000000001</c:v>
                </c:pt>
                <c:pt idx="490">
                  <c:v>3.4441799999999998</c:v>
                </c:pt>
                <c:pt idx="491">
                  <c:v>3.4360200000000001</c:v>
                </c:pt>
                <c:pt idx="492">
                  <c:v>3.7212000000000001</c:v>
                </c:pt>
                <c:pt idx="493">
                  <c:v>3.5294099999999999</c:v>
                </c:pt>
                <c:pt idx="494">
                  <c:v>2.9824600000000001</c:v>
                </c:pt>
                <c:pt idx="495">
                  <c:v>3.2182599999999999</c:v>
                </c:pt>
                <c:pt idx="496">
                  <c:v>3.5630799999999998</c:v>
                </c:pt>
                <c:pt idx="497">
                  <c:v>3.1939600000000001</c:v>
                </c:pt>
                <c:pt idx="498">
                  <c:v>2.7214800000000001</c:v>
                </c:pt>
                <c:pt idx="499">
                  <c:v>2.7214800000000001</c:v>
                </c:pt>
                <c:pt idx="500">
                  <c:v>2.5921699999999999</c:v>
                </c:pt>
                <c:pt idx="501">
                  <c:v>2.1276600000000001</c:v>
                </c:pt>
                <c:pt idx="502">
                  <c:v>1.8943700000000001</c:v>
                </c:pt>
                <c:pt idx="503">
                  <c:v>1.6036699999999999</c:v>
                </c:pt>
                <c:pt idx="504">
                  <c:v>1.1959</c:v>
                </c:pt>
                <c:pt idx="505">
                  <c:v>1.13636</c:v>
                </c:pt>
                <c:pt idx="506">
                  <c:v>1.36286</c:v>
                </c:pt>
                <c:pt idx="507">
                  <c:v>1.6439900000000001</c:v>
                </c:pt>
                <c:pt idx="508">
                  <c:v>1.2408300000000001</c:v>
                </c:pt>
                <c:pt idx="509">
                  <c:v>1.0692200000000001</c:v>
                </c:pt>
                <c:pt idx="510">
                  <c:v>1.4656100000000001</c:v>
                </c:pt>
                <c:pt idx="511">
                  <c:v>1.74746</c:v>
                </c:pt>
                <c:pt idx="512">
                  <c:v>1.516</c:v>
                </c:pt>
                <c:pt idx="513">
                  <c:v>2.0270299999999999</c:v>
                </c:pt>
                <c:pt idx="514">
                  <c:v>2.25352</c:v>
                </c:pt>
                <c:pt idx="515">
                  <c:v>2.48027</c:v>
                </c:pt>
                <c:pt idx="516">
                  <c:v>2.75746</c:v>
                </c:pt>
                <c:pt idx="517">
                  <c:v>3.1460699999999999</c:v>
                </c:pt>
                <c:pt idx="518">
                  <c:v>3.02521</c:v>
                </c:pt>
                <c:pt idx="519">
                  <c:v>2.1751299999999998</c:v>
                </c:pt>
                <c:pt idx="520">
                  <c:v>1.89415</c:v>
                </c:pt>
                <c:pt idx="521">
                  <c:v>1.94878</c:v>
                </c:pt>
                <c:pt idx="522">
                  <c:v>2.0555599999999998</c:v>
                </c:pt>
                <c:pt idx="523">
                  <c:v>2.2160700000000002</c:v>
                </c:pt>
                <c:pt idx="524">
                  <c:v>2.37832</c:v>
                </c:pt>
                <c:pt idx="525">
                  <c:v>2.0419399999999999</c:v>
                </c:pt>
                <c:pt idx="526">
                  <c:v>1.9283699999999999</c:v>
                </c:pt>
                <c:pt idx="527">
                  <c:v>2.0352000000000001</c:v>
                </c:pt>
                <c:pt idx="528">
                  <c:v>2.0262899999999999</c:v>
                </c:pt>
                <c:pt idx="529">
                  <c:v>1.68845</c:v>
                </c:pt>
                <c:pt idx="530">
                  <c:v>1.7400800000000001</c:v>
                </c:pt>
                <c:pt idx="531">
                  <c:v>2.2925800000000001</c:v>
                </c:pt>
                <c:pt idx="532">
                  <c:v>2.8977599999999999</c:v>
                </c:pt>
                <c:pt idx="533">
                  <c:v>3.1676700000000002</c:v>
                </c:pt>
                <c:pt idx="534">
                  <c:v>2.9395799999999999</c:v>
                </c:pt>
                <c:pt idx="535">
                  <c:v>2.5474299999999999</c:v>
                </c:pt>
                <c:pt idx="536">
                  <c:v>2.5391699999999999</c:v>
                </c:pt>
                <c:pt idx="537">
                  <c:v>3.1909100000000001</c:v>
                </c:pt>
                <c:pt idx="538">
                  <c:v>3.6216200000000001</c:v>
                </c:pt>
                <c:pt idx="539">
                  <c:v>3.34232</c:v>
                </c:pt>
                <c:pt idx="540">
                  <c:v>2.8448699999999998</c:v>
                </c:pt>
                <c:pt idx="541">
                  <c:v>3.0530300000000001</c:v>
                </c:pt>
                <c:pt idx="542">
                  <c:v>3.2068400000000001</c:v>
                </c:pt>
                <c:pt idx="543">
                  <c:v>3.3617900000000001</c:v>
                </c:pt>
                <c:pt idx="544">
                  <c:v>2.8692899999999999</c:v>
                </c:pt>
                <c:pt idx="545">
                  <c:v>2.5410300000000001</c:v>
                </c:pt>
                <c:pt idx="546">
                  <c:v>3.0671599999999999</c:v>
                </c:pt>
                <c:pt idx="547">
                  <c:v>3.6469299999999998</c:v>
                </c:pt>
                <c:pt idx="548">
                  <c:v>4.7418300000000002</c:v>
                </c:pt>
                <c:pt idx="549">
                  <c:v>4.3501000000000003</c:v>
                </c:pt>
                <c:pt idx="550">
                  <c:v>3.3385500000000001</c:v>
                </c:pt>
                <c:pt idx="551">
                  <c:v>3.3385500000000001</c:v>
                </c:pt>
                <c:pt idx="552">
                  <c:v>4.0187900000000001</c:v>
                </c:pt>
                <c:pt idx="553">
                  <c:v>3.6382500000000002</c:v>
                </c:pt>
                <c:pt idx="554">
                  <c:v>3.4179200000000001</c:v>
                </c:pt>
                <c:pt idx="555">
                  <c:v>3.6138400000000002</c:v>
                </c:pt>
                <c:pt idx="556">
                  <c:v>3.9772699999999999</c:v>
                </c:pt>
                <c:pt idx="557">
                  <c:v>4.1817200000000003</c:v>
                </c:pt>
                <c:pt idx="558">
                  <c:v>4.1046699999999996</c:v>
                </c:pt>
                <c:pt idx="559">
                  <c:v>3.9265699999999999</c:v>
                </c:pt>
                <c:pt idx="560">
                  <c:v>2.01207</c:v>
                </c:pt>
                <c:pt idx="561">
                  <c:v>1.4063300000000001</c:v>
                </c:pt>
                <c:pt idx="562">
                  <c:v>1.9686999999999999</c:v>
                </c:pt>
                <c:pt idx="563">
                  <c:v>2.5239799999999999</c:v>
                </c:pt>
                <c:pt idx="564">
                  <c:v>2.0757699999999999</c:v>
                </c:pt>
                <c:pt idx="565">
                  <c:v>2.4202599999999999</c:v>
                </c:pt>
                <c:pt idx="566">
                  <c:v>2.7982</c:v>
                </c:pt>
                <c:pt idx="567">
                  <c:v>2.5929199999999999</c:v>
                </c:pt>
                <c:pt idx="568">
                  <c:v>2.7098900000000001</c:v>
                </c:pt>
                <c:pt idx="569">
                  <c:v>2.6927699999999999</c:v>
                </c:pt>
                <c:pt idx="570">
                  <c:v>2.3178899999999998</c:v>
                </c:pt>
                <c:pt idx="571">
                  <c:v>1.8974500000000001</c:v>
                </c:pt>
                <c:pt idx="572">
                  <c:v>2.8338299999999998</c:v>
                </c:pt>
                <c:pt idx="573">
                  <c:v>3.6107</c:v>
                </c:pt>
                <c:pt idx="574">
                  <c:v>4.3732699999999998</c:v>
                </c:pt>
                <c:pt idx="575">
                  <c:v>4.1088100000000001</c:v>
                </c:pt>
                <c:pt idx="576">
                  <c:v>4.2946999999999997</c:v>
                </c:pt>
                <c:pt idx="577">
                  <c:v>4.1429600000000004</c:v>
                </c:pt>
                <c:pt idx="578">
                  <c:v>3.9748999999999999</c:v>
                </c:pt>
                <c:pt idx="579">
                  <c:v>3.9037600000000001</c:v>
                </c:pt>
                <c:pt idx="580">
                  <c:v>4.0884099999999997</c:v>
                </c:pt>
                <c:pt idx="581">
                  <c:v>4.9359700000000002</c:v>
                </c:pt>
                <c:pt idx="582">
                  <c:v>5.4975100000000001</c:v>
                </c:pt>
                <c:pt idx="583">
                  <c:v>5.30802</c:v>
                </c:pt>
                <c:pt idx="584">
                  <c:v>4.9533199999999997</c:v>
                </c:pt>
                <c:pt idx="585">
                  <c:v>3.7310599999999998</c:v>
                </c:pt>
                <c:pt idx="586">
                  <c:v>1.09992</c:v>
                </c:pt>
                <c:pt idx="587">
                  <c:v>-2.223E-2</c:v>
                </c:pt>
                <c:pt idx="588">
                  <c:v>-0.10463</c:v>
                </c:pt>
                <c:pt idx="589">
                  <c:v>6.3939999999999997E-2</c:v>
                </c:pt>
                <c:pt idx="590">
                  <c:v>-0.43336000000000002</c:v>
                </c:pt>
                <c:pt idx="591">
                  <c:v>-0.60063</c:v>
                </c:pt>
                <c:pt idx="592">
                  <c:v>-1.02691</c:v>
                </c:pt>
                <c:pt idx="593">
                  <c:v>-1.22871</c:v>
                </c:pt>
                <c:pt idx="594">
                  <c:v>-1.9615</c:v>
                </c:pt>
                <c:pt idx="595">
                  <c:v>-1.4852099999999999</c:v>
                </c:pt>
                <c:pt idx="596">
                  <c:v>-1.3692599999999999</c:v>
                </c:pt>
                <c:pt idx="597">
                  <c:v>-0.23641000000000001</c:v>
                </c:pt>
                <c:pt idx="598">
                  <c:v>1.88222</c:v>
                </c:pt>
                <c:pt idx="599">
                  <c:v>2.8226399999999998</c:v>
                </c:pt>
                <c:pt idx="600">
                  <c:v>2.6071900000000001</c:v>
                </c:pt>
                <c:pt idx="601">
                  <c:v>2.1299399999999999</c:v>
                </c:pt>
                <c:pt idx="602">
                  <c:v>2.2854000000000001</c:v>
                </c:pt>
                <c:pt idx="603">
                  <c:v>2.1743899999999998</c:v>
                </c:pt>
                <c:pt idx="604">
                  <c:v>1.9868699999999999</c:v>
                </c:pt>
                <c:pt idx="605">
                  <c:v>1.18161</c:v>
                </c:pt>
                <c:pt idx="606">
                  <c:v>1.3832</c:v>
                </c:pt>
                <c:pt idx="607">
                  <c:v>1.19661</c:v>
                </c:pt>
                <c:pt idx="608">
                  <c:v>1.1297900000000001</c:v>
                </c:pt>
                <c:pt idx="609">
                  <c:v>1.1613</c:v>
                </c:pt>
                <c:pt idx="610">
                  <c:v>1.0618700000000001</c:v>
                </c:pt>
                <c:pt idx="611">
                  <c:v>1.4275500000000001</c:v>
                </c:pt>
                <c:pt idx="612">
                  <c:v>1.65028</c:v>
                </c:pt>
                <c:pt idx="613">
                  <c:v>2.0942599999999998</c:v>
                </c:pt>
                <c:pt idx="614">
                  <c:v>2.6341000000000001</c:v>
                </c:pt>
                <c:pt idx="615">
                  <c:v>3.0366200000000001</c:v>
                </c:pt>
                <c:pt idx="616">
                  <c:v>3.4603899999999999</c:v>
                </c:pt>
                <c:pt idx="617">
                  <c:v>3.5618799999999999</c:v>
                </c:pt>
                <c:pt idx="618">
                  <c:v>3.6308500000000001</c:v>
                </c:pt>
                <c:pt idx="619">
                  <c:v>3.7459899999999999</c:v>
                </c:pt>
                <c:pt idx="620">
                  <c:v>3.8631500000000001</c:v>
                </c:pt>
                <c:pt idx="621">
                  <c:v>3.5306600000000001</c:v>
                </c:pt>
                <c:pt idx="622">
                  <c:v>3.45284999999999</c:v>
                </c:pt>
                <c:pt idx="623">
                  <c:v>3.0249299999999999</c:v>
                </c:pt>
                <c:pt idx="624">
                  <c:v>2.9574699999999998</c:v>
                </c:pt>
                <c:pt idx="625">
                  <c:v>2.8592900000000001</c:v>
                </c:pt>
                <c:pt idx="626">
                  <c:v>2.61938</c:v>
                </c:pt>
                <c:pt idx="627">
                  <c:v>2.2655099999999999</c:v>
                </c:pt>
                <c:pt idx="628">
                  <c:v>1.73573</c:v>
                </c:pt>
                <c:pt idx="629">
                  <c:v>1.7123600000000001</c:v>
                </c:pt>
                <c:pt idx="630">
                  <c:v>1.43709</c:v>
                </c:pt>
                <c:pt idx="631">
                  <c:v>1.6972700000000001</c:v>
                </c:pt>
                <c:pt idx="632">
                  <c:v>1.9730700000000001</c:v>
                </c:pt>
                <c:pt idx="633">
                  <c:v>2.1589700000000001</c:v>
                </c:pt>
                <c:pt idx="634">
                  <c:v>1.77142</c:v>
                </c:pt>
                <c:pt idx="635">
                  <c:v>1.76105</c:v>
                </c:pt>
                <c:pt idx="636">
                  <c:v>1.5786100000000001</c:v>
                </c:pt>
                <c:pt idx="637">
                  <c:v>1.9789399999999999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EAE-4CD4-98FB-477559AC31C2}"/>
            </c:ext>
          </c:extLst>
        </c:ser>
        <c:ser>
          <c:idx val="1"/>
          <c:order val="1"/>
          <c:tx>
            <c:strRef>
              <c:f>Sheet1!$H$11</c:f>
              <c:strCache>
                <c:ptCount val="1"/>
                <c:pt idx="0">
                  <c:v>Nominal Int. Rate</c:v>
                </c:pt>
              </c:strCache>
            </c:strRef>
          </c:tx>
          <c:spPr>
            <a:ln w="44450" cap="rnd" cmpd="sng" algn="ctr">
              <a:solidFill>
                <a:srgbClr val="006699"/>
              </a:solidFill>
              <a:prstDash val="solid"/>
              <a:round/>
            </a:ln>
          </c:spPr>
          <c:marker>
            <c:symbol val="none"/>
          </c:marker>
          <c:xVal>
            <c:numRef>
              <c:f>Sheet1!$F$12:$F$649</c:f>
              <c:numCache>
                <c:formatCode>0.00</c:formatCode>
                <c:ptCount val="638"/>
                <c:pt idx="0">
                  <c:v>1960.0833333333301</c:v>
                </c:pt>
                <c:pt idx="1">
                  <c:v>1960.1666666666699</c:v>
                </c:pt>
                <c:pt idx="2">
                  <c:v>1960.25</c:v>
                </c:pt>
                <c:pt idx="3">
                  <c:v>1960.3333333333301</c:v>
                </c:pt>
                <c:pt idx="4">
                  <c:v>1960.4166666666699</c:v>
                </c:pt>
                <c:pt idx="5">
                  <c:v>1960.5</c:v>
                </c:pt>
                <c:pt idx="6">
                  <c:v>1960.5833333333301</c:v>
                </c:pt>
                <c:pt idx="7">
                  <c:v>1960.6666666666699</c:v>
                </c:pt>
                <c:pt idx="8">
                  <c:v>1960.75</c:v>
                </c:pt>
                <c:pt idx="9">
                  <c:v>1960.8333333333301</c:v>
                </c:pt>
                <c:pt idx="10">
                  <c:v>1960.9166666666699</c:v>
                </c:pt>
                <c:pt idx="11">
                  <c:v>1961</c:v>
                </c:pt>
                <c:pt idx="12">
                  <c:v>1961.0833333333401</c:v>
                </c:pt>
                <c:pt idx="13">
                  <c:v>1961.1666666666699</c:v>
                </c:pt>
                <c:pt idx="14">
                  <c:v>1961.25</c:v>
                </c:pt>
                <c:pt idx="15">
                  <c:v>1961.3333333333401</c:v>
                </c:pt>
                <c:pt idx="16">
                  <c:v>1961.4166666666699</c:v>
                </c:pt>
                <c:pt idx="17">
                  <c:v>1961.5</c:v>
                </c:pt>
                <c:pt idx="18">
                  <c:v>1961.5833333333401</c:v>
                </c:pt>
                <c:pt idx="19">
                  <c:v>1961.6666666666699</c:v>
                </c:pt>
                <c:pt idx="20">
                  <c:v>1961.75</c:v>
                </c:pt>
                <c:pt idx="21">
                  <c:v>1961.8333333333401</c:v>
                </c:pt>
                <c:pt idx="22">
                  <c:v>1961.9166666666699</c:v>
                </c:pt>
                <c:pt idx="23">
                  <c:v>1962</c:v>
                </c:pt>
                <c:pt idx="24">
                  <c:v>1962.0833333333401</c:v>
                </c:pt>
                <c:pt idx="25">
                  <c:v>1962.1666666666699</c:v>
                </c:pt>
                <c:pt idx="26">
                  <c:v>1962.25</c:v>
                </c:pt>
                <c:pt idx="27">
                  <c:v>1962.3333333333401</c:v>
                </c:pt>
                <c:pt idx="28">
                  <c:v>1962.4166666666699</c:v>
                </c:pt>
                <c:pt idx="29">
                  <c:v>1962.5</c:v>
                </c:pt>
                <c:pt idx="30">
                  <c:v>1962.5833333333401</c:v>
                </c:pt>
                <c:pt idx="31">
                  <c:v>1962.6666666666699</c:v>
                </c:pt>
                <c:pt idx="32">
                  <c:v>1962.75</c:v>
                </c:pt>
                <c:pt idx="33">
                  <c:v>1962.8333333333401</c:v>
                </c:pt>
                <c:pt idx="34">
                  <c:v>1962.9166666666699</c:v>
                </c:pt>
                <c:pt idx="35">
                  <c:v>1963.00000000001</c:v>
                </c:pt>
                <c:pt idx="36">
                  <c:v>1963.0833333333401</c:v>
                </c:pt>
                <c:pt idx="37">
                  <c:v>1963.1666666666699</c:v>
                </c:pt>
                <c:pt idx="38">
                  <c:v>1963.25000000001</c:v>
                </c:pt>
                <c:pt idx="39">
                  <c:v>1963.3333333333401</c:v>
                </c:pt>
                <c:pt idx="40">
                  <c:v>1963.4166666666699</c:v>
                </c:pt>
                <c:pt idx="41">
                  <c:v>1963.50000000001</c:v>
                </c:pt>
                <c:pt idx="42">
                  <c:v>1963.5833333333401</c:v>
                </c:pt>
                <c:pt idx="43">
                  <c:v>1963.6666666666699</c:v>
                </c:pt>
                <c:pt idx="44">
                  <c:v>1963.75000000001</c:v>
                </c:pt>
                <c:pt idx="45">
                  <c:v>1963.8333333333401</c:v>
                </c:pt>
                <c:pt idx="46">
                  <c:v>1963.9166666666699</c:v>
                </c:pt>
                <c:pt idx="47">
                  <c:v>1964.00000000001</c:v>
                </c:pt>
                <c:pt idx="48">
                  <c:v>1964.0833333333401</c:v>
                </c:pt>
                <c:pt idx="49">
                  <c:v>1964.1666666666699</c:v>
                </c:pt>
                <c:pt idx="50">
                  <c:v>1964.25000000001</c:v>
                </c:pt>
                <c:pt idx="51">
                  <c:v>1964.3333333333401</c:v>
                </c:pt>
                <c:pt idx="52">
                  <c:v>1964.4166666666699</c:v>
                </c:pt>
                <c:pt idx="53">
                  <c:v>1964.50000000001</c:v>
                </c:pt>
                <c:pt idx="54">
                  <c:v>1964.5833333333401</c:v>
                </c:pt>
                <c:pt idx="55">
                  <c:v>1964.6666666666699</c:v>
                </c:pt>
                <c:pt idx="56">
                  <c:v>1964.75000000001</c:v>
                </c:pt>
                <c:pt idx="57">
                  <c:v>1964.8333333333401</c:v>
                </c:pt>
                <c:pt idx="58">
                  <c:v>1964.9166666666799</c:v>
                </c:pt>
                <c:pt idx="59">
                  <c:v>1965.00000000001</c:v>
                </c:pt>
                <c:pt idx="60">
                  <c:v>1965.0833333333401</c:v>
                </c:pt>
                <c:pt idx="61">
                  <c:v>1965.1666666666799</c:v>
                </c:pt>
                <c:pt idx="62">
                  <c:v>1965.25000000001</c:v>
                </c:pt>
                <c:pt idx="63">
                  <c:v>1965.3333333333401</c:v>
                </c:pt>
                <c:pt idx="64">
                  <c:v>1965.4166666666799</c:v>
                </c:pt>
                <c:pt idx="65">
                  <c:v>1965.50000000001</c:v>
                </c:pt>
                <c:pt idx="66">
                  <c:v>1965.5833333333401</c:v>
                </c:pt>
                <c:pt idx="67">
                  <c:v>1965.6666666666799</c:v>
                </c:pt>
                <c:pt idx="68">
                  <c:v>1965.75000000001</c:v>
                </c:pt>
                <c:pt idx="69">
                  <c:v>1965.8333333333401</c:v>
                </c:pt>
                <c:pt idx="70">
                  <c:v>1965.9166666666799</c:v>
                </c:pt>
                <c:pt idx="71">
                  <c:v>1966.00000000001</c:v>
                </c:pt>
                <c:pt idx="72">
                  <c:v>1966.0833333333401</c:v>
                </c:pt>
                <c:pt idx="73">
                  <c:v>1966.1666666666799</c:v>
                </c:pt>
                <c:pt idx="74">
                  <c:v>1966.25000000001</c:v>
                </c:pt>
                <c:pt idx="75">
                  <c:v>1966.3333333333401</c:v>
                </c:pt>
                <c:pt idx="76">
                  <c:v>1966.4166666666799</c:v>
                </c:pt>
                <c:pt idx="77">
                  <c:v>1966.50000000001</c:v>
                </c:pt>
                <c:pt idx="78">
                  <c:v>1966.5833333333501</c:v>
                </c:pt>
                <c:pt idx="79">
                  <c:v>1966.6666666666799</c:v>
                </c:pt>
                <c:pt idx="80">
                  <c:v>1966.75000000001</c:v>
                </c:pt>
                <c:pt idx="81">
                  <c:v>1966.8333333333501</c:v>
                </c:pt>
                <c:pt idx="82">
                  <c:v>1966.9166666666799</c:v>
                </c:pt>
                <c:pt idx="83">
                  <c:v>1967.00000000001</c:v>
                </c:pt>
                <c:pt idx="84">
                  <c:v>1967.0833333333501</c:v>
                </c:pt>
                <c:pt idx="85">
                  <c:v>1967.1666666666799</c:v>
                </c:pt>
                <c:pt idx="86">
                  <c:v>1967.25000000001</c:v>
                </c:pt>
                <c:pt idx="87">
                  <c:v>1967.3333333333501</c:v>
                </c:pt>
                <c:pt idx="88">
                  <c:v>1967.4166666666799</c:v>
                </c:pt>
                <c:pt idx="89">
                  <c:v>1967.50000000001</c:v>
                </c:pt>
                <c:pt idx="90">
                  <c:v>1967.5833333333501</c:v>
                </c:pt>
                <c:pt idx="91">
                  <c:v>1967.6666666666799</c:v>
                </c:pt>
                <c:pt idx="92">
                  <c:v>1967.75000000001</c:v>
                </c:pt>
                <c:pt idx="93">
                  <c:v>1967.8333333333501</c:v>
                </c:pt>
                <c:pt idx="94">
                  <c:v>1967.9166666666799</c:v>
                </c:pt>
                <c:pt idx="95">
                  <c:v>1968.00000000001</c:v>
                </c:pt>
                <c:pt idx="96">
                  <c:v>1968.0833333333501</c:v>
                </c:pt>
                <c:pt idx="97">
                  <c:v>1968.1666666666799</c:v>
                </c:pt>
                <c:pt idx="98">
                  <c:v>1968.25000000001</c:v>
                </c:pt>
                <c:pt idx="99">
                  <c:v>1968.3333333333501</c:v>
                </c:pt>
                <c:pt idx="100">
                  <c:v>1968.4166666666799</c:v>
                </c:pt>
                <c:pt idx="101">
                  <c:v>1968.50000000002</c:v>
                </c:pt>
                <c:pt idx="102">
                  <c:v>1968.5833333333501</c:v>
                </c:pt>
                <c:pt idx="103">
                  <c:v>1968.6666666666799</c:v>
                </c:pt>
                <c:pt idx="104">
                  <c:v>1968.75000000002</c:v>
                </c:pt>
                <c:pt idx="105">
                  <c:v>1968.8333333333501</c:v>
                </c:pt>
                <c:pt idx="106">
                  <c:v>1968.9166666666799</c:v>
                </c:pt>
                <c:pt idx="107">
                  <c:v>1969.00000000002</c:v>
                </c:pt>
                <c:pt idx="108">
                  <c:v>1969.0833333333501</c:v>
                </c:pt>
                <c:pt idx="109">
                  <c:v>1969.1666666666799</c:v>
                </c:pt>
                <c:pt idx="110">
                  <c:v>1969.25000000002</c:v>
                </c:pt>
                <c:pt idx="111">
                  <c:v>1969.3333333333501</c:v>
                </c:pt>
                <c:pt idx="112">
                  <c:v>1969.4166666666799</c:v>
                </c:pt>
                <c:pt idx="113">
                  <c:v>1969.50000000002</c:v>
                </c:pt>
                <c:pt idx="114">
                  <c:v>1969.5833333333501</c:v>
                </c:pt>
                <c:pt idx="115">
                  <c:v>1969.6666666666799</c:v>
                </c:pt>
                <c:pt idx="116">
                  <c:v>1969.75000000002</c:v>
                </c:pt>
                <c:pt idx="117">
                  <c:v>1969.8333333333501</c:v>
                </c:pt>
                <c:pt idx="118">
                  <c:v>1969.9166666666799</c:v>
                </c:pt>
                <c:pt idx="119">
                  <c:v>1970.00000000002</c:v>
                </c:pt>
                <c:pt idx="120">
                  <c:v>1970.0833333333501</c:v>
                </c:pt>
                <c:pt idx="121">
                  <c:v>1970.1666666666799</c:v>
                </c:pt>
                <c:pt idx="122">
                  <c:v>1970.25000000002</c:v>
                </c:pt>
                <c:pt idx="123">
                  <c:v>1970.3333333333501</c:v>
                </c:pt>
                <c:pt idx="124">
                  <c:v>1970.4166666666899</c:v>
                </c:pt>
                <c:pt idx="125">
                  <c:v>1970.50000000002</c:v>
                </c:pt>
                <c:pt idx="126">
                  <c:v>1970.5833333333501</c:v>
                </c:pt>
                <c:pt idx="127">
                  <c:v>1970.6666666666899</c:v>
                </c:pt>
                <c:pt idx="128">
                  <c:v>1970.75000000002</c:v>
                </c:pt>
                <c:pt idx="129">
                  <c:v>1970.8333333333501</c:v>
                </c:pt>
                <c:pt idx="130">
                  <c:v>1970.9166666666899</c:v>
                </c:pt>
                <c:pt idx="131">
                  <c:v>1971.00000000002</c:v>
                </c:pt>
                <c:pt idx="132">
                  <c:v>1971.0833333333501</c:v>
                </c:pt>
                <c:pt idx="133">
                  <c:v>1971.1666666666899</c:v>
                </c:pt>
                <c:pt idx="134">
                  <c:v>1971.25000000002</c:v>
                </c:pt>
                <c:pt idx="135">
                  <c:v>1971.3333333333501</c:v>
                </c:pt>
                <c:pt idx="136">
                  <c:v>1971.4166666666899</c:v>
                </c:pt>
                <c:pt idx="137">
                  <c:v>1971.50000000002</c:v>
                </c:pt>
                <c:pt idx="138">
                  <c:v>1971.5833333333501</c:v>
                </c:pt>
                <c:pt idx="139">
                  <c:v>1971.6666666666899</c:v>
                </c:pt>
                <c:pt idx="140">
                  <c:v>1971.75000000002</c:v>
                </c:pt>
                <c:pt idx="141">
                  <c:v>1971.8333333333501</c:v>
                </c:pt>
                <c:pt idx="142">
                  <c:v>1971.9166666666899</c:v>
                </c:pt>
                <c:pt idx="143">
                  <c:v>1972.00000000002</c:v>
                </c:pt>
                <c:pt idx="144">
                  <c:v>1972.0833333333601</c:v>
                </c:pt>
                <c:pt idx="145">
                  <c:v>1972.1666666666899</c:v>
                </c:pt>
                <c:pt idx="146">
                  <c:v>1972.25000000002</c:v>
                </c:pt>
                <c:pt idx="147">
                  <c:v>1972.3333333333601</c:v>
                </c:pt>
                <c:pt idx="148">
                  <c:v>1972.4166666666899</c:v>
                </c:pt>
                <c:pt idx="149">
                  <c:v>1972.50000000002</c:v>
                </c:pt>
                <c:pt idx="150">
                  <c:v>1972.5833333333601</c:v>
                </c:pt>
                <c:pt idx="151">
                  <c:v>1972.6666666666899</c:v>
                </c:pt>
                <c:pt idx="152">
                  <c:v>1972.75000000002</c:v>
                </c:pt>
                <c:pt idx="153">
                  <c:v>1972.8333333333601</c:v>
                </c:pt>
                <c:pt idx="154">
                  <c:v>1972.9166666666899</c:v>
                </c:pt>
                <c:pt idx="155">
                  <c:v>1973.00000000002</c:v>
                </c:pt>
                <c:pt idx="156">
                  <c:v>1973.0833333333601</c:v>
                </c:pt>
                <c:pt idx="157">
                  <c:v>1973.1666666666899</c:v>
                </c:pt>
                <c:pt idx="158">
                  <c:v>1973.25000000002</c:v>
                </c:pt>
                <c:pt idx="159">
                  <c:v>1973.3333333333601</c:v>
                </c:pt>
                <c:pt idx="160">
                  <c:v>1973.4166666666899</c:v>
                </c:pt>
                <c:pt idx="161">
                  <c:v>1973.50000000002</c:v>
                </c:pt>
                <c:pt idx="162">
                  <c:v>1973.5833333333601</c:v>
                </c:pt>
                <c:pt idx="163">
                  <c:v>1973.6666666666899</c:v>
                </c:pt>
                <c:pt idx="164">
                  <c:v>1973.75000000002</c:v>
                </c:pt>
                <c:pt idx="165">
                  <c:v>1973.8333333333601</c:v>
                </c:pt>
                <c:pt idx="166">
                  <c:v>1973.9166666666899</c:v>
                </c:pt>
                <c:pt idx="167">
                  <c:v>1974.00000000003</c:v>
                </c:pt>
                <c:pt idx="168">
                  <c:v>1974.0833333333601</c:v>
                </c:pt>
                <c:pt idx="169">
                  <c:v>1974.1666666666899</c:v>
                </c:pt>
                <c:pt idx="170">
                  <c:v>1974.25000000003</c:v>
                </c:pt>
                <c:pt idx="171">
                  <c:v>1974.3333333333601</c:v>
                </c:pt>
                <c:pt idx="172">
                  <c:v>1974.4166666666899</c:v>
                </c:pt>
                <c:pt idx="173">
                  <c:v>1974.50000000003</c:v>
                </c:pt>
                <c:pt idx="174">
                  <c:v>1974.5833333333601</c:v>
                </c:pt>
                <c:pt idx="175">
                  <c:v>1974.6666666666899</c:v>
                </c:pt>
                <c:pt idx="176">
                  <c:v>1974.75000000003</c:v>
                </c:pt>
                <c:pt idx="177">
                  <c:v>1974.8333333333601</c:v>
                </c:pt>
                <c:pt idx="178">
                  <c:v>1974.9166666666899</c:v>
                </c:pt>
                <c:pt idx="179">
                  <c:v>1975.00000000003</c:v>
                </c:pt>
                <c:pt idx="180">
                  <c:v>1975.0833333333601</c:v>
                </c:pt>
                <c:pt idx="181">
                  <c:v>1975.1666666666899</c:v>
                </c:pt>
                <c:pt idx="182">
                  <c:v>1975.25000000003</c:v>
                </c:pt>
                <c:pt idx="183">
                  <c:v>1975.3333333333601</c:v>
                </c:pt>
                <c:pt idx="184">
                  <c:v>1975.4166666666899</c:v>
                </c:pt>
                <c:pt idx="185">
                  <c:v>1975.50000000003</c:v>
                </c:pt>
                <c:pt idx="186">
                  <c:v>1975.5833333333601</c:v>
                </c:pt>
                <c:pt idx="187">
                  <c:v>1975.6666666666899</c:v>
                </c:pt>
                <c:pt idx="188">
                  <c:v>1975.75000000003</c:v>
                </c:pt>
                <c:pt idx="189">
                  <c:v>1975.8333333333601</c:v>
                </c:pt>
                <c:pt idx="190">
                  <c:v>1975.9166666666999</c:v>
                </c:pt>
                <c:pt idx="191">
                  <c:v>1976.00000000003</c:v>
                </c:pt>
                <c:pt idx="192">
                  <c:v>1976.0833333333601</c:v>
                </c:pt>
                <c:pt idx="193">
                  <c:v>1976.1666666666999</c:v>
                </c:pt>
                <c:pt idx="194">
                  <c:v>1976.25000000003</c:v>
                </c:pt>
                <c:pt idx="195">
                  <c:v>1976.3333333333601</c:v>
                </c:pt>
                <c:pt idx="196">
                  <c:v>1976.4166666666999</c:v>
                </c:pt>
                <c:pt idx="197">
                  <c:v>1976.50000000003</c:v>
                </c:pt>
                <c:pt idx="198">
                  <c:v>1976.5833333333601</c:v>
                </c:pt>
                <c:pt idx="199">
                  <c:v>1976.6666666666999</c:v>
                </c:pt>
                <c:pt idx="200">
                  <c:v>1976.75000000003</c:v>
                </c:pt>
                <c:pt idx="201">
                  <c:v>1976.8333333333601</c:v>
                </c:pt>
                <c:pt idx="202">
                  <c:v>1976.9166666666999</c:v>
                </c:pt>
                <c:pt idx="203">
                  <c:v>1977.00000000003</c:v>
                </c:pt>
                <c:pt idx="204">
                  <c:v>1977.0833333333601</c:v>
                </c:pt>
                <c:pt idx="205">
                  <c:v>1977.1666666666999</c:v>
                </c:pt>
                <c:pt idx="206">
                  <c:v>1977.25000000003</c:v>
                </c:pt>
                <c:pt idx="207">
                  <c:v>1977.3333333333601</c:v>
                </c:pt>
                <c:pt idx="208">
                  <c:v>1977.4166666666999</c:v>
                </c:pt>
                <c:pt idx="209">
                  <c:v>1977.50000000003</c:v>
                </c:pt>
                <c:pt idx="210">
                  <c:v>1977.5833333333701</c:v>
                </c:pt>
                <c:pt idx="211">
                  <c:v>1977.6666666666999</c:v>
                </c:pt>
                <c:pt idx="212">
                  <c:v>1977.75000000003</c:v>
                </c:pt>
                <c:pt idx="213">
                  <c:v>1977.8333333333701</c:v>
                </c:pt>
                <c:pt idx="214">
                  <c:v>1977.9166666666999</c:v>
                </c:pt>
                <c:pt idx="215">
                  <c:v>1978.00000000003</c:v>
                </c:pt>
                <c:pt idx="216">
                  <c:v>1978.0833333333701</c:v>
                </c:pt>
                <c:pt idx="217">
                  <c:v>1978.1666666666999</c:v>
                </c:pt>
                <c:pt idx="218">
                  <c:v>1978.25000000003</c:v>
                </c:pt>
                <c:pt idx="219">
                  <c:v>1978.3333333333701</c:v>
                </c:pt>
                <c:pt idx="220">
                  <c:v>1978.4166666666999</c:v>
                </c:pt>
                <c:pt idx="221">
                  <c:v>1978.50000000003</c:v>
                </c:pt>
                <c:pt idx="222">
                  <c:v>1978.5833333333701</c:v>
                </c:pt>
                <c:pt idx="223">
                  <c:v>1978.6666666666999</c:v>
                </c:pt>
                <c:pt idx="224">
                  <c:v>1978.75000000003</c:v>
                </c:pt>
                <c:pt idx="225">
                  <c:v>1978.8333333333701</c:v>
                </c:pt>
                <c:pt idx="226">
                  <c:v>1978.9166666666999</c:v>
                </c:pt>
                <c:pt idx="227">
                  <c:v>1979.00000000003</c:v>
                </c:pt>
                <c:pt idx="228">
                  <c:v>1979.0833333333701</c:v>
                </c:pt>
                <c:pt idx="229">
                  <c:v>1979.1666666666999</c:v>
                </c:pt>
                <c:pt idx="230">
                  <c:v>1979.25000000003</c:v>
                </c:pt>
                <c:pt idx="231">
                  <c:v>1979.3333333333701</c:v>
                </c:pt>
                <c:pt idx="232">
                  <c:v>1979.4166666666999</c:v>
                </c:pt>
                <c:pt idx="233">
                  <c:v>1979.50000000004</c:v>
                </c:pt>
                <c:pt idx="234">
                  <c:v>1979.5833333333701</c:v>
                </c:pt>
                <c:pt idx="235">
                  <c:v>1979.6666666666999</c:v>
                </c:pt>
                <c:pt idx="236">
                  <c:v>1979.75000000004</c:v>
                </c:pt>
                <c:pt idx="237">
                  <c:v>1979.8333333333701</c:v>
                </c:pt>
                <c:pt idx="238">
                  <c:v>1979.9166666666999</c:v>
                </c:pt>
                <c:pt idx="239">
                  <c:v>1980.00000000004</c:v>
                </c:pt>
                <c:pt idx="240">
                  <c:v>1980.0833333333701</c:v>
                </c:pt>
                <c:pt idx="241">
                  <c:v>1980.1666666666999</c:v>
                </c:pt>
                <c:pt idx="242">
                  <c:v>1980.25000000004</c:v>
                </c:pt>
                <c:pt idx="243">
                  <c:v>1980.3333333333701</c:v>
                </c:pt>
                <c:pt idx="244">
                  <c:v>1980.4166666666999</c:v>
                </c:pt>
                <c:pt idx="245">
                  <c:v>1980.50000000004</c:v>
                </c:pt>
                <c:pt idx="246">
                  <c:v>1980.5833333333701</c:v>
                </c:pt>
                <c:pt idx="247">
                  <c:v>1980.6666666666999</c:v>
                </c:pt>
                <c:pt idx="248">
                  <c:v>1980.75000000004</c:v>
                </c:pt>
                <c:pt idx="249">
                  <c:v>1980.8333333333701</c:v>
                </c:pt>
                <c:pt idx="250">
                  <c:v>1980.9166666666999</c:v>
                </c:pt>
                <c:pt idx="251">
                  <c:v>1981.00000000004</c:v>
                </c:pt>
                <c:pt idx="252">
                  <c:v>1981.0833333333701</c:v>
                </c:pt>
                <c:pt idx="253">
                  <c:v>1981.1666666666999</c:v>
                </c:pt>
                <c:pt idx="254">
                  <c:v>1981.25000000004</c:v>
                </c:pt>
                <c:pt idx="255">
                  <c:v>1981.3333333333701</c:v>
                </c:pt>
                <c:pt idx="256">
                  <c:v>1981.4166666667099</c:v>
                </c:pt>
                <c:pt idx="257">
                  <c:v>1981.50000000004</c:v>
                </c:pt>
                <c:pt idx="258">
                  <c:v>1981.5833333333701</c:v>
                </c:pt>
                <c:pt idx="259">
                  <c:v>1981.6666666667099</c:v>
                </c:pt>
                <c:pt idx="260">
                  <c:v>1981.75000000004</c:v>
                </c:pt>
                <c:pt idx="261">
                  <c:v>1981.8333333333701</c:v>
                </c:pt>
                <c:pt idx="262">
                  <c:v>1981.9166666667099</c:v>
                </c:pt>
                <c:pt idx="263">
                  <c:v>1982.00000000004</c:v>
                </c:pt>
                <c:pt idx="264">
                  <c:v>1982.0833333333701</c:v>
                </c:pt>
                <c:pt idx="265">
                  <c:v>1982.1666666667099</c:v>
                </c:pt>
                <c:pt idx="266">
                  <c:v>1982.25000000004</c:v>
                </c:pt>
                <c:pt idx="267">
                  <c:v>1982.3333333333701</c:v>
                </c:pt>
                <c:pt idx="268">
                  <c:v>1982.4166666667099</c:v>
                </c:pt>
                <c:pt idx="269">
                  <c:v>1982.50000000004</c:v>
                </c:pt>
                <c:pt idx="270">
                  <c:v>1982.5833333333701</c:v>
                </c:pt>
                <c:pt idx="271">
                  <c:v>1982.6666666667099</c:v>
                </c:pt>
                <c:pt idx="272">
                  <c:v>1982.75000000004</c:v>
                </c:pt>
                <c:pt idx="273">
                  <c:v>1982.8333333333701</c:v>
                </c:pt>
                <c:pt idx="274">
                  <c:v>1982.9166666667099</c:v>
                </c:pt>
                <c:pt idx="275">
                  <c:v>1983.00000000004</c:v>
                </c:pt>
                <c:pt idx="276">
                  <c:v>1983.0833333333801</c:v>
                </c:pt>
                <c:pt idx="277">
                  <c:v>1983.1666666667099</c:v>
                </c:pt>
                <c:pt idx="278">
                  <c:v>1983.25000000004</c:v>
                </c:pt>
                <c:pt idx="279">
                  <c:v>1983.3333333333801</c:v>
                </c:pt>
                <c:pt idx="280">
                  <c:v>1983.4166666667099</c:v>
                </c:pt>
                <c:pt idx="281">
                  <c:v>1983.50000000004</c:v>
                </c:pt>
                <c:pt idx="282">
                  <c:v>1983.5833333333801</c:v>
                </c:pt>
                <c:pt idx="283">
                  <c:v>1983.6666666667099</c:v>
                </c:pt>
                <c:pt idx="284">
                  <c:v>1983.75000000004</c:v>
                </c:pt>
                <c:pt idx="285">
                  <c:v>1983.8333333333801</c:v>
                </c:pt>
                <c:pt idx="286">
                  <c:v>1983.9166666667099</c:v>
                </c:pt>
                <c:pt idx="287">
                  <c:v>1984.00000000004</c:v>
                </c:pt>
                <c:pt idx="288">
                  <c:v>1984.0833333333801</c:v>
                </c:pt>
                <c:pt idx="289">
                  <c:v>1984.1666666667099</c:v>
                </c:pt>
                <c:pt idx="290">
                  <c:v>1984.25000000004</c:v>
                </c:pt>
                <c:pt idx="291">
                  <c:v>1984.3333333333801</c:v>
                </c:pt>
                <c:pt idx="292">
                  <c:v>1984.4166666667099</c:v>
                </c:pt>
                <c:pt idx="293">
                  <c:v>1984.50000000004</c:v>
                </c:pt>
                <c:pt idx="294">
                  <c:v>1984.5833333333801</c:v>
                </c:pt>
                <c:pt idx="295">
                  <c:v>1984.6666666667099</c:v>
                </c:pt>
                <c:pt idx="296">
                  <c:v>1984.75000000004</c:v>
                </c:pt>
                <c:pt idx="297">
                  <c:v>1984.8333333333801</c:v>
                </c:pt>
                <c:pt idx="298">
                  <c:v>1984.9166666667099</c:v>
                </c:pt>
                <c:pt idx="299">
                  <c:v>1985.00000000005</c:v>
                </c:pt>
                <c:pt idx="300">
                  <c:v>1985.0833333333801</c:v>
                </c:pt>
                <c:pt idx="301">
                  <c:v>1985.1666666667099</c:v>
                </c:pt>
                <c:pt idx="302">
                  <c:v>1985.25000000005</c:v>
                </c:pt>
                <c:pt idx="303">
                  <c:v>1985.3333333333801</c:v>
                </c:pt>
                <c:pt idx="304">
                  <c:v>1985.4166666667099</c:v>
                </c:pt>
                <c:pt idx="305">
                  <c:v>1985.50000000005</c:v>
                </c:pt>
                <c:pt idx="306">
                  <c:v>1985.5833333333801</c:v>
                </c:pt>
                <c:pt idx="307">
                  <c:v>1985.6666666667099</c:v>
                </c:pt>
                <c:pt idx="308">
                  <c:v>1985.75000000005</c:v>
                </c:pt>
                <c:pt idx="309">
                  <c:v>1985.8333333333801</c:v>
                </c:pt>
                <c:pt idx="310">
                  <c:v>1985.9166666667099</c:v>
                </c:pt>
                <c:pt idx="311">
                  <c:v>1986.00000000005</c:v>
                </c:pt>
                <c:pt idx="312">
                  <c:v>1986.0833333333801</c:v>
                </c:pt>
                <c:pt idx="313">
                  <c:v>1986.1666666667099</c:v>
                </c:pt>
                <c:pt idx="314">
                  <c:v>1986.25000000005</c:v>
                </c:pt>
                <c:pt idx="315">
                  <c:v>1986.3333333333801</c:v>
                </c:pt>
                <c:pt idx="316">
                  <c:v>1986.4166666667099</c:v>
                </c:pt>
                <c:pt idx="317">
                  <c:v>1986.50000000005</c:v>
                </c:pt>
                <c:pt idx="318">
                  <c:v>1986.5833333333801</c:v>
                </c:pt>
                <c:pt idx="319">
                  <c:v>1986.6666666667099</c:v>
                </c:pt>
                <c:pt idx="320">
                  <c:v>1986.75000000005</c:v>
                </c:pt>
                <c:pt idx="321">
                  <c:v>1986.8333333333801</c:v>
                </c:pt>
                <c:pt idx="322">
                  <c:v>1986.9166666667199</c:v>
                </c:pt>
                <c:pt idx="323">
                  <c:v>1987.00000000005</c:v>
                </c:pt>
                <c:pt idx="324">
                  <c:v>1987.0833333333801</c:v>
                </c:pt>
                <c:pt idx="325">
                  <c:v>1987.1666666667199</c:v>
                </c:pt>
                <c:pt idx="326">
                  <c:v>1987.25000000005</c:v>
                </c:pt>
                <c:pt idx="327">
                  <c:v>1987.3333333333801</c:v>
                </c:pt>
                <c:pt idx="328">
                  <c:v>1987.4166666667199</c:v>
                </c:pt>
                <c:pt idx="329">
                  <c:v>1987.50000000005</c:v>
                </c:pt>
                <c:pt idx="330">
                  <c:v>1987.5833333333801</c:v>
                </c:pt>
                <c:pt idx="331">
                  <c:v>1987.6666666667199</c:v>
                </c:pt>
                <c:pt idx="332">
                  <c:v>1987.75000000005</c:v>
                </c:pt>
                <c:pt idx="333">
                  <c:v>1987.8333333333801</c:v>
                </c:pt>
                <c:pt idx="334">
                  <c:v>1987.9166666667199</c:v>
                </c:pt>
                <c:pt idx="335">
                  <c:v>1988.00000000005</c:v>
                </c:pt>
                <c:pt idx="336">
                  <c:v>1988.0833333333801</c:v>
                </c:pt>
                <c:pt idx="337">
                  <c:v>1988.1666666667199</c:v>
                </c:pt>
                <c:pt idx="338">
                  <c:v>1988.25000000005</c:v>
                </c:pt>
                <c:pt idx="339">
                  <c:v>1988.3333333333801</c:v>
                </c:pt>
                <c:pt idx="340">
                  <c:v>1988.4166666667199</c:v>
                </c:pt>
                <c:pt idx="341">
                  <c:v>1988.50000000005</c:v>
                </c:pt>
                <c:pt idx="342">
                  <c:v>1988.5833333333901</c:v>
                </c:pt>
                <c:pt idx="343">
                  <c:v>1988.6666666667199</c:v>
                </c:pt>
                <c:pt idx="344">
                  <c:v>1988.75000000005</c:v>
                </c:pt>
                <c:pt idx="345">
                  <c:v>1988.8333333333901</c:v>
                </c:pt>
                <c:pt idx="346">
                  <c:v>1988.9166666667199</c:v>
                </c:pt>
                <c:pt idx="347">
                  <c:v>1989.00000000005</c:v>
                </c:pt>
                <c:pt idx="348">
                  <c:v>1989.0833333333901</c:v>
                </c:pt>
                <c:pt idx="349">
                  <c:v>1989.1666666667199</c:v>
                </c:pt>
                <c:pt idx="350">
                  <c:v>1989.25000000005</c:v>
                </c:pt>
                <c:pt idx="351">
                  <c:v>1989.3333333333901</c:v>
                </c:pt>
                <c:pt idx="352">
                  <c:v>1989.4166666667199</c:v>
                </c:pt>
                <c:pt idx="353">
                  <c:v>1989.50000000005</c:v>
                </c:pt>
                <c:pt idx="354">
                  <c:v>1989.5833333333901</c:v>
                </c:pt>
                <c:pt idx="355">
                  <c:v>1989.6666666667199</c:v>
                </c:pt>
                <c:pt idx="356">
                  <c:v>1989.75000000005</c:v>
                </c:pt>
                <c:pt idx="357">
                  <c:v>1989.8333333333901</c:v>
                </c:pt>
                <c:pt idx="358">
                  <c:v>1989.9166666667199</c:v>
                </c:pt>
                <c:pt idx="359">
                  <c:v>1990.00000000005</c:v>
                </c:pt>
                <c:pt idx="360">
                  <c:v>1990.0833333333901</c:v>
                </c:pt>
                <c:pt idx="361">
                  <c:v>1990.1666666667199</c:v>
                </c:pt>
                <c:pt idx="362">
                  <c:v>1990.25000000005</c:v>
                </c:pt>
                <c:pt idx="363">
                  <c:v>1990.3333333333901</c:v>
                </c:pt>
                <c:pt idx="364">
                  <c:v>1990.4166666667199</c:v>
                </c:pt>
                <c:pt idx="365">
                  <c:v>1990.50000000006</c:v>
                </c:pt>
                <c:pt idx="366">
                  <c:v>1990.5833333333901</c:v>
                </c:pt>
                <c:pt idx="367">
                  <c:v>1990.6666666667199</c:v>
                </c:pt>
                <c:pt idx="368">
                  <c:v>1990.75000000006</c:v>
                </c:pt>
                <c:pt idx="369">
                  <c:v>1990.8333333333901</c:v>
                </c:pt>
                <c:pt idx="370">
                  <c:v>1990.9166666667199</c:v>
                </c:pt>
                <c:pt idx="371">
                  <c:v>1991.00000000006</c:v>
                </c:pt>
                <c:pt idx="372">
                  <c:v>1991.0833333333901</c:v>
                </c:pt>
                <c:pt idx="373">
                  <c:v>1991.1666666667199</c:v>
                </c:pt>
                <c:pt idx="374">
                  <c:v>1991.25000000006</c:v>
                </c:pt>
                <c:pt idx="375">
                  <c:v>1991.3333333333901</c:v>
                </c:pt>
                <c:pt idx="376">
                  <c:v>1991.4166666667199</c:v>
                </c:pt>
                <c:pt idx="377">
                  <c:v>1991.50000000006</c:v>
                </c:pt>
                <c:pt idx="378">
                  <c:v>1991.5833333333901</c:v>
                </c:pt>
                <c:pt idx="379">
                  <c:v>1991.6666666667199</c:v>
                </c:pt>
                <c:pt idx="380">
                  <c:v>1991.75000000006</c:v>
                </c:pt>
                <c:pt idx="381">
                  <c:v>1991.8333333333901</c:v>
                </c:pt>
                <c:pt idx="382">
                  <c:v>1991.9166666667199</c:v>
                </c:pt>
                <c:pt idx="383">
                  <c:v>1992.00000000006</c:v>
                </c:pt>
                <c:pt idx="384">
                  <c:v>1992.0833333333901</c:v>
                </c:pt>
                <c:pt idx="385">
                  <c:v>1992.1666666667199</c:v>
                </c:pt>
                <c:pt idx="386">
                  <c:v>1992.25000000006</c:v>
                </c:pt>
                <c:pt idx="387">
                  <c:v>1992.3333333333901</c:v>
                </c:pt>
                <c:pt idx="388">
                  <c:v>1992.41666666673</c:v>
                </c:pt>
                <c:pt idx="389">
                  <c:v>1992.50000000006</c:v>
                </c:pt>
                <c:pt idx="390">
                  <c:v>1992.5833333333901</c:v>
                </c:pt>
                <c:pt idx="391">
                  <c:v>1992.66666666673</c:v>
                </c:pt>
                <c:pt idx="392">
                  <c:v>1992.75000000006</c:v>
                </c:pt>
                <c:pt idx="393">
                  <c:v>1992.8333333333901</c:v>
                </c:pt>
                <c:pt idx="394">
                  <c:v>1992.91666666673</c:v>
                </c:pt>
                <c:pt idx="395">
                  <c:v>1993.00000000006</c:v>
                </c:pt>
                <c:pt idx="396">
                  <c:v>1993.0833333333901</c:v>
                </c:pt>
                <c:pt idx="397">
                  <c:v>1993.16666666673</c:v>
                </c:pt>
                <c:pt idx="398">
                  <c:v>1993.25000000006</c:v>
                </c:pt>
                <c:pt idx="399">
                  <c:v>1993.3333333333901</c:v>
                </c:pt>
                <c:pt idx="400">
                  <c:v>1993.41666666673</c:v>
                </c:pt>
                <c:pt idx="401">
                  <c:v>1993.50000000006</c:v>
                </c:pt>
                <c:pt idx="402">
                  <c:v>1993.5833333333901</c:v>
                </c:pt>
                <c:pt idx="403">
                  <c:v>1993.66666666673</c:v>
                </c:pt>
                <c:pt idx="404">
                  <c:v>1993.75000000006</c:v>
                </c:pt>
                <c:pt idx="405">
                  <c:v>1993.8333333333901</c:v>
                </c:pt>
                <c:pt idx="406">
                  <c:v>1993.91666666673</c:v>
                </c:pt>
                <c:pt idx="407">
                  <c:v>1994.00000000006</c:v>
                </c:pt>
                <c:pt idx="408">
                  <c:v>1994.0833333334001</c:v>
                </c:pt>
                <c:pt idx="409">
                  <c:v>1994.16666666673</c:v>
                </c:pt>
                <c:pt idx="410">
                  <c:v>1994.25000000006</c:v>
                </c:pt>
                <c:pt idx="411">
                  <c:v>1994.3333333334001</c:v>
                </c:pt>
                <c:pt idx="412">
                  <c:v>1994.41666666673</c:v>
                </c:pt>
                <c:pt idx="413">
                  <c:v>1994.50000000006</c:v>
                </c:pt>
                <c:pt idx="414">
                  <c:v>1994.5833333334001</c:v>
                </c:pt>
                <c:pt idx="415">
                  <c:v>1994.66666666673</c:v>
                </c:pt>
                <c:pt idx="416">
                  <c:v>1994.75000000006</c:v>
                </c:pt>
                <c:pt idx="417">
                  <c:v>1994.8333333334001</c:v>
                </c:pt>
                <c:pt idx="418">
                  <c:v>1994.91666666673</c:v>
                </c:pt>
                <c:pt idx="419">
                  <c:v>1995.00000000006</c:v>
                </c:pt>
                <c:pt idx="420">
                  <c:v>1995.0833333334001</c:v>
                </c:pt>
                <c:pt idx="421">
                  <c:v>1995.16666666673</c:v>
                </c:pt>
                <c:pt idx="422">
                  <c:v>1995.25000000006</c:v>
                </c:pt>
                <c:pt idx="423">
                  <c:v>1995.3333333334001</c:v>
                </c:pt>
                <c:pt idx="424">
                  <c:v>1995.41666666673</c:v>
                </c:pt>
                <c:pt idx="425">
                  <c:v>1995.50000000006</c:v>
                </c:pt>
                <c:pt idx="426">
                  <c:v>1995.5833333334001</c:v>
                </c:pt>
                <c:pt idx="427">
                  <c:v>1995.66666666673</c:v>
                </c:pt>
                <c:pt idx="428">
                  <c:v>1995.75000000006</c:v>
                </c:pt>
                <c:pt idx="429">
                  <c:v>1995.8333333334001</c:v>
                </c:pt>
                <c:pt idx="430">
                  <c:v>1995.91666666673</c:v>
                </c:pt>
                <c:pt idx="431">
                  <c:v>1996.00000000007</c:v>
                </c:pt>
                <c:pt idx="432">
                  <c:v>1996.0833333334001</c:v>
                </c:pt>
                <c:pt idx="433">
                  <c:v>1996.16666666673</c:v>
                </c:pt>
                <c:pt idx="434">
                  <c:v>1996.25000000007</c:v>
                </c:pt>
                <c:pt idx="435">
                  <c:v>1996.3333333334001</c:v>
                </c:pt>
                <c:pt idx="436">
                  <c:v>1996.41666666673</c:v>
                </c:pt>
                <c:pt idx="437">
                  <c:v>1996.50000000007</c:v>
                </c:pt>
                <c:pt idx="438">
                  <c:v>1996.5833333334001</c:v>
                </c:pt>
                <c:pt idx="439">
                  <c:v>1996.66666666673</c:v>
                </c:pt>
                <c:pt idx="440">
                  <c:v>1996.75000000007</c:v>
                </c:pt>
                <c:pt idx="441">
                  <c:v>1996.8333333334001</c:v>
                </c:pt>
                <c:pt idx="442">
                  <c:v>1996.91666666673</c:v>
                </c:pt>
                <c:pt idx="443">
                  <c:v>1997.00000000007</c:v>
                </c:pt>
                <c:pt idx="444">
                  <c:v>1997.0833333334001</c:v>
                </c:pt>
                <c:pt idx="445">
                  <c:v>1997.16666666673</c:v>
                </c:pt>
                <c:pt idx="446">
                  <c:v>1997.25000000007</c:v>
                </c:pt>
                <c:pt idx="447">
                  <c:v>1997.3333333334001</c:v>
                </c:pt>
                <c:pt idx="448">
                  <c:v>1997.41666666673</c:v>
                </c:pt>
                <c:pt idx="449">
                  <c:v>1997.50000000007</c:v>
                </c:pt>
                <c:pt idx="450">
                  <c:v>1997.5833333334001</c:v>
                </c:pt>
                <c:pt idx="451">
                  <c:v>1997.66666666673</c:v>
                </c:pt>
                <c:pt idx="452">
                  <c:v>1997.75000000007</c:v>
                </c:pt>
                <c:pt idx="453">
                  <c:v>1997.8333333334001</c:v>
                </c:pt>
                <c:pt idx="454">
                  <c:v>1997.91666666674</c:v>
                </c:pt>
                <c:pt idx="455">
                  <c:v>1998.00000000007</c:v>
                </c:pt>
                <c:pt idx="456">
                  <c:v>1998.0833333334001</c:v>
                </c:pt>
                <c:pt idx="457">
                  <c:v>1998.16666666674</c:v>
                </c:pt>
                <c:pt idx="458">
                  <c:v>1998.25000000007</c:v>
                </c:pt>
                <c:pt idx="459">
                  <c:v>1998.3333333334001</c:v>
                </c:pt>
                <c:pt idx="460">
                  <c:v>1998.41666666674</c:v>
                </c:pt>
                <c:pt idx="461">
                  <c:v>1998.50000000007</c:v>
                </c:pt>
                <c:pt idx="462">
                  <c:v>1998.5833333334001</c:v>
                </c:pt>
                <c:pt idx="463">
                  <c:v>1998.66666666674</c:v>
                </c:pt>
                <c:pt idx="464">
                  <c:v>1998.75000000007</c:v>
                </c:pt>
                <c:pt idx="465">
                  <c:v>1998.8333333334001</c:v>
                </c:pt>
                <c:pt idx="466">
                  <c:v>1998.91666666674</c:v>
                </c:pt>
                <c:pt idx="467">
                  <c:v>1999.00000000007</c:v>
                </c:pt>
                <c:pt idx="468">
                  <c:v>1999.0833333334001</c:v>
                </c:pt>
                <c:pt idx="469">
                  <c:v>1999.16666666674</c:v>
                </c:pt>
                <c:pt idx="470">
                  <c:v>1999.25000000007</c:v>
                </c:pt>
                <c:pt idx="471">
                  <c:v>1999.3333333334001</c:v>
                </c:pt>
                <c:pt idx="472">
                  <c:v>1999.41666666674</c:v>
                </c:pt>
                <c:pt idx="473">
                  <c:v>1999.50000000007</c:v>
                </c:pt>
                <c:pt idx="474">
                  <c:v>1999.5833333334101</c:v>
                </c:pt>
                <c:pt idx="475">
                  <c:v>1999.66666666674</c:v>
                </c:pt>
                <c:pt idx="476">
                  <c:v>1999.75000000007</c:v>
                </c:pt>
                <c:pt idx="477">
                  <c:v>1999.8333333334101</c:v>
                </c:pt>
                <c:pt idx="478">
                  <c:v>1999.91666666674</c:v>
                </c:pt>
                <c:pt idx="479">
                  <c:v>2000.00000000007</c:v>
                </c:pt>
                <c:pt idx="480">
                  <c:v>2000.0833333334101</c:v>
                </c:pt>
                <c:pt idx="481">
                  <c:v>2000.16666666674</c:v>
                </c:pt>
                <c:pt idx="482">
                  <c:v>2000.25000000007</c:v>
                </c:pt>
                <c:pt idx="483">
                  <c:v>2000.3333333334101</c:v>
                </c:pt>
                <c:pt idx="484">
                  <c:v>2000.41666666674</c:v>
                </c:pt>
                <c:pt idx="485">
                  <c:v>2000.50000000007</c:v>
                </c:pt>
                <c:pt idx="486">
                  <c:v>2000.5833333334101</c:v>
                </c:pt>
                <c:pt idx="487">
                  <c:v>2000.66666666674</c:v>
                </c:pt>
                <c:pt idx="488">
                  <c:v>2000.75000000007</c:v>
                </c:pt>
                <c:pt idx="489">
                  <c:v>2000.8333333334101</c:v>
                </c:pt>
                <c:pt idx="490">
                  <c:v>2000.91666666674</c:v>
                </c:pt>
                <c:pt idx="491">
                  <c:v>2001.00000000007</c:v>
                </c:pt>
                <c:pt idx="492">
                  <c:v>2001.0833333334101</c:v>
                </c:pt>
                <c:pt idx="493">
                  <c:v>2001.16666666674</c:v>
                </c:pt>
                <c:pt idx="494">
                  <c:v>2001.25000000007</c:v>
                </c:pt>
                <c:pt idx="495">
                  <c:v>2001.3333333334101</c:v>
                </c:pt>
                <c:pt idx="496">
                  <c:v>2001.41666666674</c:v>
                </c:pt>
                <c:pt idx="497">
                  <c:v>2001.50000000008</c:v>
                </c:pt>
                <c:pt idx="498">
                  <c:v>2001.5833333334101</c:v>
                </c:pt>
                <c:pt idx="499">
                  <c:v>2001.66666666674</c:v>
                </c:pt>
                <c:pt idx="500">
                  <c:v>2001.75000000008</c:v>
                </c:pt>
                <c:pt idx="501">
                  <c:v>2001.8333333334101</c:v>
                </c:pt>
                <c:pt idx="502">
                  <c:v>2001.91666666674</c:v>
                </c:pt>
                <c:pt idx="503">
                  <c:v>2002.00000000008</c:v>
                </c:pt>
                <c:pt idx="504">
                  <c:v>2002.0833333334101</c:v>
                </c:pt>
                <c:pt idx="505">
                  <c:v>2002.16666666674</c:v>
                </c:pt>
                <c:pt idx="506">
                  <c:v>2002.25000000008</c:v>
                </c:pt>
                <c:pt idx="507">
                  <c:v>2002.3333333334101</c:v>
                </c:pt>
                <c:pt idx="508">
                  <c:v>2002.41666666674</c:v>
                </c:pt>
                <c:pt idx="509">
                  <c:v>2002.50000000008</c:v>
                </c:pt>
                <c:pt idx="510">
                  <c:v>2002.5833333334101</c:v>
                </c:pt>
                <c:pt idx="511">
                  <c:v>2002.66666666674</c:v>
                </c:pt>
                <c:pt idx="512">
                  <c:v>2002.75000000008</c:v>
                </c:pt>
                <c:pt idx="513">
                  <c:v>2002.8333333334101</c:v>
                </c:pt>
                <c:pt idx="514">
                  <c:v>2002.91666666674</c:v>
                </c:pt>
                <c:pt idx="515">
                  <c:v>2003.00000000008</c:v>
                </c:pt>
                <c:pt idx="516">
                  <c:v>2003.0833333334101</c:v>
                </c:pt>
                <c:pt idx="517">
                  <c:v>2003.16666666674</c:v>
                </c:pt>
                <c:pt idx="518">
                  <c:v>2003.25000000008</c:v>
                </c:pt>
                <c:pt idx="519">
                  <c:v>2003.3333333334101</c:v>
                </c:pt>
                <c:pt idx="520">
                  <c:v>2003.41666666675</c:v>
                </c:pt>
                <c:pt idx="521">
                  <c:v>2003.50000000008</c:v>
                </c:pt>
                <c:pt idx="522">
                  <c:v>2003.5833333334101</c:v>
                </c:pt>
                <c:pt idx="523">
                  <c:v>2003.66666666675</c:v>
                </c:pt>
                <c:pt idx="524">
                  <c:v>2003.75000000008</c:v>
                </c:pt>
                <c:pt idx="525">
                  <c:v>2003.8333333334101</c:v>
                </c:pt>
                <c:pt idx="526">
                  <c:v>2003.91666666675</c:v>
                </c:pt>
                <c:pt idx="527">
                  <c:v>2004.00000000008</c:v>
                </c:pt>
                <c:pt idx="528">
                  <c:v>2004.0833333334101</c:v>
                </c:pt>
                <c:pt idx="529">
                  <c:v>2004.16666666675</c:v>
                </c:pt>
                <c:pt idx="530">
                  <c:v>2004.25000000008</c:v>
                </c:pt>
                <c:pt idx="531">
                  <c:v>2004.3333333334101</c:v>
                </c:pt>
                <c:pt idx="532">
                  <c:v>2004.41666666675</c:v>
                </c:pt>
                <c:pt idx="533">
                  <c:v>2004.50000000008</c:v>
                </c:pt>
                <c:pt idx="534">
                  <c:v>2004.5833333334101</c:v>
                </c:pt>
                <c:pt idx="535">
                  <c:v>2004.66666666675</c:v>
                </c:pt>
                <c:pt idx="536">
                  <c:v>2004.75000000008</c:v>
                </c:pt>
                <c:pt idx="537">
                  <c:v>2004.8333333334101</c:v>
                </c:pt>
                <c:pt idx="538">
                  <c:v>2004.91666666675</c:v>
                </c:pt>
                <c:pt idx="539">
                  <c:v>2005.00000000008</c:v>
                </c:pt>
                <c:pt idx="540">
                  <c:v>2005.0833333334199</c:v>
                </c:pt>
                <c:pt idx="541">
                  <c:v>2005.16666666675</c:v>
                </c:pt>
                <c:pt idx="542">
                  <c:v>2005.25000000008</c:v>
                </c:pt>
                <c:pt idx="543">
                  <c:v>2005.3333333334199</c:v>
                </c:pt>
                <c:pt idx="544">
                  <c:v>2005.41666666675</c:v>
                </c:pt>
                <c:pt idx="545">
                  <c:v>2005.50000000008</c:v>
                </c:pt>
                <c:pt idx="546">
                  <c:v>2005.5833333334199</c:v>
                </c:pt>
                <c:pt idx="547">
                  <c:v>2005.66666666675</c:v>
                </c:pt>
                <c:pt idx="548">
                  <c:v>2005.75000000008</c:v>
                </c:pt>
                <c:pt idx="549">
                  <c:v>2005.8333333334199</c:v>
                </c:pt>
                <c:pt idx="550">
                  <c:v>2005.91666666675</c:v>
                </c:pt>
                <c:pt idx="551">
                  <c:v>2006.00000000008</c:v>
                </c:pt>
                <c:pt idx="552">
                  <c:v>2006.0833333334199</c:v>
                </c:pt>
                <c:pt idx="553">
                  <c:v>2006.16666666675</c:v>
                </c:pt>
                <c:pt idx="554">
                  <c:v>2006.25000000008</c:v>
                </c:pt>
                <c:pt idx="555">
                  <c:v>2006.3333333334199</c:v>
                </c:pt>
                <c:pt idx="556">
                  <c:v>2006.41666666675</c:v>
                </c:pt>
                <c:pt idx="557">
                  <c:v>2006.50000000008</c:v>
                </c:pt>
                <c:pt idx="558">
                  <c:v>2006.5833333334199</c:v>
                </c:pt>
                <c:pt idx="559">
                  <c:v>2006.66666666675</c:v>
                </c:pt>
                <c:pt idx="560">
                  <c:v>2006.75000000008</c:v>
                </c:pt>
                <c:pt idx="561">
                  <c:v>2006.8333333334199</c:v>
                </c:pt>
                <c:pt idx="562">
                  <c:v>2006.91666666675</c:v>
                </c:pt>
                <c:pt idx="563">
                  <c:v>2007.00000000009</c:v>
                </c:pt>
                <c:pt idx="564">
                  <c:v>2007.0833333334199</c:v>
                </c:pt>
                <c:pt idx="565">
                  <c:v>2007.16666666675</c:v>
                </c:pt>
                <c:pt idx="566">
                  <c:v>2007.25000000009</c:v>
                </c:pt>
                <c:pt idx="567">
                  <c:v>2007.3333333334199</c:v>
                </c:pt>
                <c:pt idx="568">
                  <c:v>2007.41666666675</c:v>
                </c:pt>
                <c:pt idx="569">
                  <c:v>2007.50000000009</c:v>
                </c:pt>
                <c:pt idx="570">
                  <c:v>2007.5833333334199</c:v>
                </c:pt>
                <c:pt idx="571">
                  <c:v>2007.66666666675</c:v>
                </c:pt>
                <c:pt idx="572">
                  <c:v>2007.75000000009</c:v>
                </c:pt>
                <c:pt idx="573">
                  <c:v>2007.8333333334199</c:v>
                </c:pt>
                <c:pt idx="574">
                  <c:v>2007.91666666675</c:v>
                </c:pt>
                <c:pt idx="575">
                  <c:v>2008.00000000009</c:v>
                </c:pt>
                <c:pt idx="576">
                  <c:v>2008.0833333334199</c:v>
                </c:pt>
                <c:pt idx="577">
                  <c:v>2008.16666666675</c:v>
                </c:pt>
                <c:pt idx="578">
                  <c:v>2008.25000000009</c:v>
                </c:pt>
                <c:pt idx="579">
                  <c:v>2008.3333333334199</c:v>
                </c:pt>
                <c:pt idx="580">
                  <c:v>2008.41666666675</c:v>
                </c:pt>
                <c:pt idx="581">
                  <c:v>2008.50000000009</c:v>
                </c:pt>
                <c:pt idx="582">
                  <c:v>2008.5833333334199</c:v>
                </c:pt>
                <c:pt idx="583">
                  <c:v>2008.66666666675</c:v>
                </c:pt>
                <c:pt idx="584">
                  <c:v>2008.75000000009</c:v>
                </c:pt>
                <c:pt idx="585">
                  <c:v>2008.8333333334199</c:v>
                </c:pt>
                <c:pt idx="586">
                  <c:v>2008.91666666676</c:v>
                </c:pt>
                <c:pt idx="587">
                  <c:v>2009.00000000009</c:v>
                </c:pt>
                <c:pt idx="588">
                  <c:v>2009.0833333334199</c:v>
                </c:pt>
                <c:pt idx="589">
                  <c:v>2009.16666666676</c:v>
                </c:pt>
                <c:pt idx="590">
                  <c:v>2009.25000000009</c:v>
                </c:pt>
                <c:pt idx="591">
                  <c:v>2009.3333333334199</c:v>
                </c:pt>
                <c:pt idx="592">
                  <c:v>2009.41666666676</c:v>
                </c:pt>
                <c:pt idx="593">
                  <c:v>2009.50000000009</c:v>
                </c:pt>
                <c:pt idx="594">
                  <c:v>2009.5833333334199</c:v>
                </c:pt>
                <c:pt idx="595">
                  <c:v>2009.66666666676</c:v>
                </c:pt>
                <c:pt idx="596">
                  <c:v>2009.75000000009</c:v>
                </c:pt>
                <c:pt idx="597">
                  <c:v>2009.8333333334199</c:v>
                </c:pt>
                <c:pt idx="598">
                  <c:v>2009.91666666676</c:v>
                </c:pt>
                <c:pt idx="599">
                  <c:v>2010.00000000009</c:v>
                </c:pt>
                <c:pt idx="600">
                  <c:v>2010.0833333334199</c:v>
                </c:pt>
                <c:pt idx="601">
                  <c:v>2010.16666666676</c:v>
                </c:pt>
                <c:pt idx="602">
                  <c:v>2010.25000000009</c:v>
                </c:pt>
                <c:pt idx="603">
                  <c:v>2010.3333333334199</c:v>
                </c:pt>
                <c:pt idx="604">
                  <c:v>2010.41666666676</c:v>
                </c:pt>
                <c:pt idx="605">
                  <c:v>2010.50000000009</c:v>
                </c:pt>
                <c:pt idx="606">
                  <c:v>2010.5833333334299</c:v>
                </c:pt>
                <c:pt idx="607">
                  <c:v>2010.66666666676</c:v>
                </c:pt>
                <c:pt idx="608">
                  <c:v>2010.75000000009</c:v>
                </c:pt>
                <c:pt idx="609">
                  <c:v>2010.8333333334299</c:v>
                </c:pt>
                <c:pt idx="610">
                  <c:v>2010.91666666676</c:v>
                </c:pt>
                <c:pt idx="611">
                  <c:v>2011.00000000009</c:v>
                </c:pt>
                <c:pt idx="612">
                  <c:v>2011.0833333334299</c:v>
                </c:pt>
                <c:pt idx="613">
                  <c:v>2011.16666666676</c:v>
                </c:pt>
                <c:pt idx="614">
                  <c:v>2011.25000000009</c:v>
                </c:pt>
                <c:pt idx="615">
                  <c:v>2011.3333333334299</c:v>
                </c:pt>
                <c:pt idx="616">
                  <c:v>2011.41666666676</c:v>
                </c:pt>
                <c:pt idx="617">
                  <c:v>2011.50000000009</c:v>
                </c:pt>
                <c:pt idx="618">
                  <c:v>2011.5833333334299</c:v>
                </c:pt>
                <c:pt idx="619">
                  <c:v>2011.66666666676</c:v>
                </c:pt>
                <c:pt idx="620">
                  <c:v>2011.75000000009</c:v>
                </c:pt>
                <c:pt idx="621">
                  <c:v>2011.8333333334299</c:v>
                </c:pt>
                <c:pt idx="622">
                  <c:v>2011.91666666676</c:v>
                </c:pt>
                <c:pt idx="623">
                  <c:v>2012.00000000009</c:v>
                </c:pt>
                <c:pt idx="624">
                  <c:v>2012.0833333334299</c:v>
                </c:pt>
                <c:pt idx="625">
                  <c:v>2012.16666666676</c:v>
                </c:pt>
                <c:pt idx="626">
                  <c:v>2012.25000000009</c:v>
                </c:pt>
                <c:pt idx="627">
                  <c:v>2012.3333333334299</c:v>
                </c:pt>
                <c:pt idx="628">
                  <c:v>2012.41666666676</c:v>
                </c:pt>
                <c:pt idx="629">
                  <c:v>2012.5000000001</c:v>
                </c:pt>
                <c:pt idx="630">
                  <c:v>2012.5833333334299</c:v>
                </c:pt>
                <c:pt idx="631">
                  <c:v>2012.66666666676</c:v>
                </c:pt>
                <c:pt idx="632">
                  <c:v>2012.7500000001</c:v>
                </c:pt>
                <c:pt idx="633">
                  <c:v>2012.8333333334299</c:v>
                </c:pt>
                <c:pt idx="634">
                  <c:v>2012.91666666676</c:v>
                </c:pt>
                <c:pt idx="635">
                  <c:v>2013.0000000001</c:v>
                </c:pt>
                <c:pt idx="636">
                  <c:v>2013.0833333334299</c:v>
                </c:pt>
                <c:pt idx="637">
                  <c:v>2013.16666666676</c:v>
                </c:pt>
              </c:numCache>
            </c:numRef>
          </c:xVal>
          <c:yVal>
            <c:numRef>
              <c:f>Sheet1!$H$12:$H$649</c:f>
              <c:numCache>
                <c:formatCode>0.00</c:formatCode>
                <c:ptCount val="638"/>
                <c:pt idx="0">
                  <c:v>4.3499999999999996</c:v>
                </c:pt>
                <c:pt idx="1">
                  <c:v>3.96</c:v>
                </c:pt>
                <c:pt idx="2">
                  <c:v>3.31</c:v>
                </c:pt>
                <c:pt idx="3">
                  <c:v>3.23</c:v>
                </c:pt>
                <c:pt idx="4">
                  <c:v>3.29</c:v>
                </c:pt>
                <c:pt idx="5">
                  <c:v>2.46</c:v>
                </c:pt>
                <c:pt idx="6">
                  <c:v>2.2999999999999998</c:v>
                </c:pt>
                <c:pt idx="7">
                  <c:v>2.2999999999999998</c:v>
                </c:pt>
                <c:pt idx="8">
                  <c:v>2.48</c:v>
                </c:pt>
                <c:pt idx="9">
                  <c:v>2.2999999999999998</c:v>
                </c:pt>
                <c:pt idx="10">
                  <c:v>2.37</c:v>
                </c:pt>
                <c:pt idx="11">
                  <c:v>2.25</c:v>
                </c:pt>
                <c:pt idx="12">
                  <c:v>2.2400000000000002</c:v>
                </c:pt>
                <c:pt idx="13">
                  <c:v>2.42</c:v>
                </c:pt>
                <c:pt idx="14">
                  <c:v>2.39</c:v>
                </c:pt>
                <c:pt idx="15">
                  <c:v>2.29</c:v>
                </c:pt>
                <c:pt idx="16">
                  <c:v>2.29</c:v>
                </c:pt>
                <c:pt idx="17">
                  <c:v>2.33</c:v>
                </c:pt>
                <c:pt idx="18">
                  <c:v>2.2400000000000002</c:v>
                </c:pt>
                <c:pt idx="19">
                  <c:v>2.39</c:v>
                </c:pt>
                <c:pt idx="20">
                  <c:v>2.2799999999999998</c:v>
                </c:pt>
                <c:pt idx="21">
                  <c:v>2.2999999999999998</c:v>
                </c:pt>
                <c:pt idx="22">
                  <c:v>2.48</c:v>
                </c:pt>
                <c:pt idx="23">
                  <c:v>2.6</c:v>
                </c:pt>
                <c:pt idx="24">
                  <c:v>2.72</c:v>
                </c:pt>
                <c:pt idx="25">
                  <c:v>2.73</c:v>
                </c:pt>
                <c:pt idx="26">
                  <c:v>2.72</c:v>
                </c:pt>
                <c:pt idx="27">
                  <c:v>2.73</c:v>
                </c:pt>
                <c:pt idx="28">
                  <c:v>2.69</c:v>
                </c:pt>
                <c:pt idx="29">
                  <c:v>2.73</c:v>
                </c:pt>
                <c:pt idx="30">
                  <c:v>2.92</c:v>
                </c:pt>
                <c:pt idx="31">
                  <c:v>2.82</c:v>
                </c:pt>
                <c:pt idx="32">
                  <c:v>2.78</c:v>
                </c:pt>
                <c:pt idx="33">
                  <c:v>2.74</c:v>
                </c:pt>
                <c:pt idx="34">
                  <c:v>2.83</c:v>
                </c:pt>
                <c:pt idx="35">
                  <c:v>2.87</c:v>
                </c:pt>
                <c:pt idx="36">
                  <c:v>2.91</c:v>
                </c:pt>
                <c:pt idx="37">
                  <c:v>2.92</c:v>
                </c:pt>
                <c:pt idx="38">
                  <c:v>2.89</c:v>
                </c:pt>
                <c:pt idx="39">
                  <c:v>2.9</c:v>
                </c:pt>
                <c:pt idx="40">
                  <c:v>2.93</c:v>
                </c:pt>
                <c:pt idx="41">
                  <c:v>2.99</c:v>
                </c:pt>
                <c:pt idx="42">
                  <c:v>3.18</c:v>
                </c:pt>
                <c:pt idx="43">
                  <c:v>3.32</c:v>
                </c:pt>
                <c:pt idx="44">
                  <c:v>3.38</c:v>
                </c:pt>
                <c:pt idx="45">
                  <c:v>3.45</c:v>
                </c:pt>
                <c:pt idx="46">
                  <c:v>3.52</c:v>
                </c:pt>
                <c:pt idx="47">
                  <c:v>3.52</c:v>
                </c:pt>
                <c:pt idx="48">
                  <c:v>3.52</c:v>
                </c:pt>
                <c:pt idx="49">
                  <c:v>3.53</c:v>
                </c:pt>
                <c:pt idx="50">
                  <c:v>3.54</c:v>
                </c:pt>
                <c:pt idx="51">
                  <c:v>3.47</c:v>
                </c:pt>
                <c:pt idx="52">
                  <c:v>3.48</c:v>
                </c:pt>
                <c:pt idx="53">
                  <c:v>3.48</c:v>
                </c:pt>
                <c:pt idx="54">
                  <c:v>3.46</c:v>
                </c:pt>
                <c:pt idx="55">
                  <c:v>3.5</c:v>
                </c:pt>
                <c:pt idx="56">
                  <c:v>3.53</c:v>
                </c:pt>
                <c:pt idx="57">
                  <c:v>3.57</c:v>
                </c:pt>
                <c:pt idx="58">
                  <c:v>3.64</c:v>
                </c:pt>
                <c:pt idx="59">
                  <c:v>3.84</c:v>
                </c:pt>
                <c:pt idx="60">
                  <c:v>3.81</c:v>
                </c:pt>
                <c:pt idx="61">
                  <c:v>3.93</c:v>
                </c:pt>
                <c:pt idx="62">
                  <c:v>3.93</c:v>
                </c:pt>
                <c:pt idx="63">
                  <c:v>3.93</c:v>
                </c:pt>
                <c:pt idx="64">
                  <c:v>3.89</c:v>
                </c:pt>
                <c:pt idx="65">
                  <c:v>3.8</c:v>
                </c:pt>
                <c:pt idx="66">
                  <c:v>3.84</c:v>
                </c:pt>
                <c:pt idx="67">
                  <c:v>3.84</c:v>
                </c:pt>
                <c:pt idx="68">
                  <c:v>3.92</c:v>
                </c:pt>
                <c:pt idx="69">
                  <c:v>4.03</c:v>
                </c:pt>
                <c:pt idx="70">
                  <c:v>4.09</c:v>
                </c:pt>
                <c:pt idx="71">
                  <c:v>4.38</c:v>
                </c:pt>
                <c:pt idx="72">
                  <c:v>4.59</c:v>
                </c:pt>
                <c:pt idx="73">
                  <c:v>4.6500000000000004</c:v>
                </c:pt>
                <c:pt idx="74">
                  <c:v>4.59</c:v>
                </c:pt>
                <c:pt idx="75">
                  <c:v>4.62</c:v>
                </c:pt>
                <c:pt idx="76">
                  <c:v>4.6399999999999997</c:v>
                </c:pt>
                <c:pt idx="77">
                  <c:v>4.5</c:v>
                </c:pt>
                <c:pt idx="78">
                  <c:v>4.8</c:v>
                </c:pt>
                <c:pt idx="79">
                  <c:v>4.96</c:v>
                </c:pt>
                <c:pt idx="80">
                  <c:v>5.37</c:v>
                </c:pt>
                <c:pt idx="81">
                  <c:v>5.35</c:v>
                </c:pt>
                <c:pt idx="82">
                  <c:v>5.32</c:v>
                </c:pt>
                <c:pt idx="83">
                  <c:v>4.96</c:v>
                </c:pt>
                <c:pt idx="84">
                  <c:v>4.72</c:v>
                </c:pt>
                <c:pt idx="85">
                  <c:v>4.5599999999999996</c:v>
                </c:pt>
                <c:pt idx="86">
                  <c:v>4.26</c:v>
                </c:pt>
                <c:pt idx="87">
                  <c:v>3.84</c:v>
                </c:pt>
                <c:pt idx="88">
                  <c:v>3.6</c:v>
                </c:pt>
                <c:pt idx="89">
                  <c:v>3.54</c:v>
                </c:pt>
                <c:pt idx="90">
                  <c:v>4.21</c:v>
                </c:pt>
                <c:pt idx="91">
                  <c:v>4.2699999999999996</c:v>
                </c:pt>
                <c:pt idx="92">
                  <c:v>4.42</c:v>
                </c:pt>
                <c:pt idx="93">
                  <c:v>4.5599999999999996</c:v>
                </c:pt>
                <c:pt idx="94">
                  <c:v>4.7300000000000004</c:v>
                </c:pt>
                <c:pt idx="95">
                  <c:v>4.97</c:v>
                </c:pt>
                <c:pt idx="96">
                  <c:v>5</c:v>
                </c:pt>
                <c:pt idx="97">
                  <c:v>4.9800000000000004</c:v>
                </c:pt>
                <c:pt idx="98">
                  <c:v>5.17</c:v>
                </c:pt>
                <c:pt idx="99">
                  <c:v>5.38</c:v>
                </c:pt>
                <c:pt idx="100">
                  <c:v>5.66</c:v>
                </c:pt>
                <c:pt idx="101">
                  <c:v>5.52</c:v>
                </c:pt>
                <c:pt idx="102">
                  <c:v>5.31</c:v>
                </c:pt>
                <c:pt idx="103">
                  <c:v>5.09</c:v>
                </c:pt>
                <c:pt idx="104">
                  <c:v>5.19</c:v>
                </c:pt>
                <c:pt idx="105">
                  <c:v>5.35</c:v>
                </c:pt>
                <c:pt idx="106">
                  <c:v>5.45</c:v>
                </c:pt>
                <c:pt idx="107">
                  <c:v>5.96</c:v>
                </c:pt>
                <c:pt idx="108">
                  <c:v>6.14</c:v>
                </c:pt>
                <c:pt idx="109">
                  <c:v>6.12</c:v>
                </c:pt>
                <c:pt idx="110">
                  <c:v>6.02</c:v>
                </c:pt>
                <c:pt idx="111">
                  <c:v>6.11</c:v>
                </c:pt>
                <c:pt idx="112">
                  <c:v>6.04</c:v>
                </c:pt>
                <c:pt idx="113">
                  <c:v>6.44</c:v>
                </c:pt>
                <c:pt idx="114">
                  <c:v>7</c:v>
                </c:pt>
                <c:pt idx="115">
                  <c:v>6.98</c:v>
                </c:pt>
                <c:pt idx="116">
                  <c:v>7.09</c:v>
                </c:pt>
                <c:pt idx="117">
                  <c:v>7</c:v>
                </c:pt>
                <c:pt idx="118">
                  <c:v>7.24</c:v>
                </c:pt>
                <c:pt idx="119">
                  <c:v>7.82</c:v>
                </c:pt>
                <c:pt idx="120">
                  <c:v>7.87</c:v>
                </c:pt>
                <c:pt idx="121">
                  <c:v>7.13</c:v>
                </c:pt>
                <c:pt idx="122">
                  <c:v>6.63</c:v>
                </c:pt>
                <c:pt idx="123">
                  <c:v>6.51</c:v>
                </c:pt>
                <c:pt idx="124">
                  <c:v>6.84</c:v>
                </c:pt>
                <c:pt idx="125">
                  <c:v>6.68</c:v>
                </c:pt>
                <c:pt idx="126">
                  <c:v>6.45</c:v>
                </c:pt>
                <c:pt idx="127">
                  <c:v>6.41</c:v>
                </c:pt>
                <c:pt idx="128">
                  <c:v>6.12</c:v>
                </c:pt>
                <c:pt idx="129">
                  <c:v>5.91</c:v>
                </c:pt>
                <c:pt idx="130">
                  <c:v>5.28</c:v>
                </c:pt>
                <c:pt idx="131">
                  <c:v>4.87</c:v>
                </c:pt>
                <c:pt idx="132">
                  <c:v>4.4400000000000004</c:v>
                </c:pt>
                <c:pt idx="133">
                  <c:v>3.7</c:v>
                </c:pt>
                <c:pt idx="134">
                  <c:v>3.38</c:v>
                </c:pt>
                <c:pt idx="135">
                  <c:v>3.86</c:v>
                </c:pt>
                <c:pt idx="136">
                  <c:v>4.1399999999999997</c:v>
                </c:pt>
                <c:pt idx="137">
                  <c:v>4.75</c:v>
                </c:pt>
                <c:pt idx="138">
                  <c:v>5.4</c:v>
                </c:pt>
                <c:pt idx="139">
                  <c:v>4.9400000000000004</c:v>
                </c:pt>
                <c:pt idx="140">
                  <c:v>4.6900000000000004</c:v>
                </c:pt>
                <c:pt idx="141">
                  <c:v>4.46</c:v>
                </c:pt>
                <c:pt idx="142">
                  <c:v>4.22</c:v>
                </c:pt>
                <c:pt idx="143">
                  <c:v>4.01</c:v>
                </c:pt>
                <c:pt idx="144">
                  <c:v>3.38</c:v>
                </c:pt>
                <c:pt idx="145">
                  <c:v>3.2</c:v>
                </c:pt>
                <c:pt idx="146">
                  <c:v>3.73</c:v>
                </c:pt>
                <c:pt idx="147">
                  <c:v>3.71</c:v>
                </c:pt>
                <c:pt idx="148">
                  <c:v>3.69</c:v>
                </c:pt>
                <c:pt idx="149">
                  <c:v>3.91</c:v>
                </c:pt>
                <c:pt idx="150">
                  <c:v>3.98</c:v>
                </c:pt>
                <c:pt idx="151">
                  <c:v>4.0199999999999996</c:v>
                </c:pt>
                <c:pt idx="152">
                  <c:v>4.66</c:v>
                </c:pt>
                <c:pt idx="153">
                  <c:v>4.74</c:v>
                </c:pt>
                <c:pt idx="154">
                  <c:v>4.78</c:v>
                </c:pt>
                <c:pt idx="155">
                  <c:v>5.07</c:v>
                </c:pt>
                <c:pt idx="156">
                  <c:v>5.41</c:v>
                </c:pt>
                <c:pt idx="157">
                  <c:v>5.6</c:v>
                </c:pt>
                <c:pt idx="158">
                  <c:v>6.09</c:v>
                </c:pt>
                <c:pt idx="159">
                  <c:v>6.26</c:v>
                </c:pt>
                <c:pt idx="160">
                  <c:v>6.36</c:v>
                </c:pt>
                <c:pt idx="161">
                  <c:v>7.19</c:v>
                </c:pt>
                <c:pt idx="162">
                  <c:v>8.01</c:v>
                </c:pt>
                <c:pt idx="163">
                  <c:v>8.67</c:v>
                </c:pt>
                <c:pt idx="164">
                  <c:v>8.2899999999999991</c:v>
                </c:pt>
                <c:pt idx="165">
                  <c:v>7.22</c:v>
                </c:pt>
                <c:pt idx="166">
                  <c:v>7.83</c:v>
                </c:pt>
                <c:pt idx="167">
                  <c:v>7.45</c:v>
                </c:pt>
                <c:pt idx="168">
                  <c:v>7.77</c:v>
                </c:pt>
                <c:pt idx="169">
                  <c:v>7.12</c:v>
                </c:pt>
                <c:pt idx="170">
                  <c:v>7.96</c:v>
                </c:pt>
                <c:pt idx="171">
                  <c:v>8.33</c:v>
                </c:pt>
                <c:pt idx="172">
                  <c:v>8.23</c:v>
                </c:pt>
                <c:pt idx="173">
                  <c:v>7.9</c:v>
                </c:pt>
                <c:pt idx="174">
                  <c:v>7.55</c:v>
                </c:pt>
                <c:pt idx="175">
                  <c:v>8.9600000000000009</c:v>
                </c:pt>
                <c:pt idx="176">
                  <c:v>8.06</c:v>
                </c:pt>
                <c:pt idx="177">
                  <c:v>7.46</c:v>
                </c:pt>
                <c:pt idx="178">
                  <c:v>7.47</c:v>
                </c:pt>
                <c:pt idx="179">
                  <c:v>7.15</c:v>
                </c:pt>
                <c:pt idx="180">
                  <c:v>6.26</c:v>
                </c:pt>
                <c:pt idx="181">
                  <c:v>5.5</c:v>
                </c:pt>
                <c:pt idx="182">
                  <c:v>5.49</c:v>
                </c:pt>
                <c:pt idx="183">
                  <c:v>5.61</c:v>
                </c:pt>
                <c:pt idx="184">
                  <c:v>5.23</c:v>
                </c:pt>
                <c:pt idx="185">
                  <c:v>5.34</c:v>
                </c:pt>
                <c:pt idx="186">
                  <c:v>6.13</c:v>
                </c:pt>
                <c:pt idx="187">
                  <c:v>6.44</c:v>
                </c:pt>
                <c:pt idx="188">
                  <c:v>6.42</c:v>
                </c:pt>
                <c:pt idx="189">
                  <c:v>5.96</c:v>
                </c:pt>
                <c:pt idx="190">
                  <c:v>5.48</c:v>
                </c:pt>
                <c:pt idx="191">
                  <c:v>5.44</c:v>
                </c:pt>
                <c:pt idx="192">
                  <c:v>4.87</c:v>
                </c:pt>
                <c:pt idx="193">
                  <c:v>4.88</c:v>
                </c:pt>
                <c:pt idx="194">
                  <c:v>5</c:v>
                </c:pt>
                <c:pt idx="195">
                  <c:v>4.8600000000000003</c:v>
                </c:pt>
                <c:pt idx="196">
                  <c:v>5.2</c:v>
                </c:pt>
                <c:pt idx="197">
                  <c:v>5.41</c:v>
                </c:pt>
                <c:pt idx="198">
                  <c:v>5.23</c:v>
                </c:pt>
                <c:pt idx="199">
                  <c:v>5.14</c:v>
                </c:pt>
                <c:pt idx="200">
                  <c:v>5.08</c:v>
                </c:pt>
                <c:pt idx="201">
                  <c:v>4.92</c:v>
                </c:pt>
                <c:pt idx="202">
                  <c:v>4.75</c:v>
                </c:pt>
                <c:pt idx="203">
                  <c:v>4.3499999999999996</c:v>
                </c:pt>
                <c:pt idx="204">
                  <c:v>4.62</c:v>
                </c:pt>
                <c:pt idx="205">
                  <c:v>4.67</c:v>
                </c:pt>
                <c:pt idx="206">
                  <c:v>4.5999999999999996</c:v>
                </c:pt>
                <c:pt idx="207">
                  <c:v>4.54</c:v>
                </c:pt>
                <c:pt idx="208">
                  <c:v>4.96</c:v>
                </c:pt>
                <c:pt idx="209">
                  <c:v>5.0199999999999996</c:v>
                </c:pt>
                <c:pt idx="210">
                  <c:v>5.19</c:v>
                </c:pt>
                <c:pt idx="211">
                  <c:v>5.49</c:v>
                </c:pt>
                <c:pt idx="212">
                  <c:v>5.81</c:v>
                </c:pt>
                <c:pt idx="213">
                  <c:v>6.16</c:v>
                </c:pt>
                <c:pt idx="214">
                  <c:v>6.1</c:v>
                </c:pt>
                <c:pt idx="215">
                  <c:v>6.07</c:v>
                </c:pt>
                <c:pt idx="216">
                  <c:v>6.44</c:v>
                </c:pt>
                <c:pt idx="217">
                  <c:v>6.45</c:v>
                </c:pt>
                <c:pt idx="218">
                  <c:v>6.29</c:v>
                </c:pt>
                <c:pt idx="219">
                  <c:v>6.29</c:v>
                </c:pt>
                <c:pt idx="220">
                  <c:v>6.41</c:v>
                </c:pt>
                <c:pt idx="221">
                  <c:v>6.73</c:v>
                </c:pt>
                <c:pt idx="222">
                  <c:v>7.01</c:v>
                </c:pt>
                <c:pt idx="223">
                  <c:v>7.08</c:v>
                </c:pt>
                <c:pt idx="224">
                  <c:v>7.85</c:v>
                </c:pt>
                <c:pt idx="225">
                  <c:v>7.99</c:v>
                </c:pt>
                <c:pt idx="226">
                  <c:v>8.64</c:v>
                </c:pt>
                <c:pt idx="227">
                  <c:v>9.08</c:v>
                </c:pt>
                <c:pt idx="228">
                  <c:v>9.35</c:v>
                </c:pt>
                <c:pt idx="229">
                  <c:v>9.32</c:v>
                </c:pt>
                <c:pt idx="230">
                  <c:v>9.48</c:v>
                </c:pt>
                <c:pt idx="231">
                  <c:v>9.4600000000000009</c:v>
                </c:pt>
                <c:pt idx="232">
                  <c:v>9.61</c:v>
                </c:pt>
                <c:pt idx="233">
                  <c:v>9.06</c:v>
                </c:pt>
                <c:pt idx="234">
                  <c:v>9.24</c:v>
                </c:pt>
                <c:pt idx="235">
                  <c:v>9.52</c:v>
                </c:pt>
                <c:pt idx="236">
                  <c:v>10.26</c:v>
                </c:pt>
                <c:pt idx="237">
                  <c:v>11.7</c:v>
                </c:pt>
                <c:pt idx="238">
                  <c:v>11.79</c:v>
                </c:pt>
                <c:pt idx="239">
                  <c:v>12.04</c:v>
                </c:pt>
                <c:pt idx="240">
                  <c:v>12</c:v>
                </c:pt>
                <c:pt idx="241">
                  <c:v>12.86</c:v>
                </c:pt>
                <c:pt idx="242">
                  <c:v>15.2</c:v>
                </c:pt>
                <c:pt idx="243">
                  <c:v>13.2</c:v>
                </c:pt>
                <c:pt idx="244">
                  <c:v>8.58</c:v>
                </c:pt>
                <c:pt idx="245">
                  <c:v>7.07</c:v>
                </c:pt>
                <c:pt idx="246">
                  <c:v>8.06</c:v>
                </c:pt>
                <c:pt idx="247">
                  <c:v>9.1300000000000008</c:v>
                </c:pt>
                <c:pt idx="248">
                  <c:v>10.27</c:v>
                </c:pt>
                <c:pt idx="249">
                  <c:v>11.62</c:v>
                </c:pt>
                <c:pt idx="250">
                  <c:v>13.73</c:v>
                </c:pt>
                <c:pt idx="251">
                  <c:v>15.49</c:v>
                </c:pt>
                <c:pt idx="252">
                  <c:v>15.02</c:v>
                </c:pt>
                <c:pt idx="253">
                  <c:v>14.79</c:v>
                </c:pt>
                <c:pt idx="254">
                  <c:v>13.36</c:v>
                </c:pt>
                <c:pt idx="255">
                  <c:v>13.69</c:v>
                </c:pt>
                <c:pt idx="256">
                  <c:v>16.3</c:v>
                </c:pt>
                <c:pt idx="257">
                  <c:v>14.73</c:v>
                </c:pt>
                <c:pt idx="258">
                  <c:v>14.95</c:v>
                </c:pt>
                <c:pt idx="259">
                  <c:v>15.51</c:v>
                </c:pt>
                <c:pt idx="260">
                  <c:v>14.7</c:v>
                </c:pt>
                <c:pt idx="261">
                  <c:v>13.54</c:v>
                </c:pt>
                <c:pt idx="262">
                  <c:v>10.86</c:v>
                </c:pt>
                <c:pt idx="263">
                  <c:v>10.85</c:v>
                </c:pt>
                <c:pt idx="264">
                  <c:v>12.28</c:v>
                </c:pt>
                <c:pt idx="265">
                  <c:v>13.48</c:v>
                </c:pt>
                <c:pt idx="266">
                  <c:v>12.68</c:v>
                </c:pt>
                <c:pt idx="267">
                  <c:v>12.7</c:v>
                </c:pt>
                <c:pt idx="268">
                  <c:v>12.09</c:v>
                </c:pt>
                <c:pt idx="269">
                  <c:v>12.47</c:v>
                </c:pt>
                <c:pt idx="270">
                  <c:v>11.35</c:v>
                </c:pt>
                <c:pt idx="271">
                  <c:v>8.68</c:v>
                </c:pt>
                <c:pt idx="272">
                  <c:v>7.92</c:v>
                </c:pt>
                <c:pt idx="273">
                  <c:v>7.71</c:v>
                </c:pt>
                <c:pt idx="274">
                  <c:v>8.07</c:v>
                </c:pt>
                <c:pt idx="275">
                  <c:v>7.94</c:v>
                </c:pt>
                <c:pt idx="276">
                  <c:v>7.86</c:v>
                </c:pt>
                <c:pt idx="277">
                  <c:v>8.11</c:v>
                </c:pt>
                <c:pt idx="278">
                  <c:v>8.35</c:v>
                </c:pt>
                <c:pt idx="279">
                  <c:v>8.2100000000000009</c:v>
                </c:pt>
                <c:pt idx="280">
                  <c:v>8.19</c:v>
                </c:pt>
                <c:pt idx="281">
                  <c:v>8.7899999999999991</c:v>
                </c:pt>
                <c:pt idx="282">
                  <c:v>9.08</c:v>
                </c:pt>
                <c:pt idx="283">
                  <c:v>9.34</c:v>
                </c:pt>
                <c:pt idx="284">
                  <c:v>9</c:v>
                </c:pt>
                <c:pt idx="285">
                  <c:v>8.64</c:v>
                </c:pt>
                <c:pt idx="286">
                  <c:v>8.76</c:v>
                </c:pt>
                <c:pt idx="287">
                  <c:v>9</c:v>
                </c:pt>
                <c:pt idx="288">
                  <c:v>8.9</c:v>
                </c:pt>
                <c:pt idx="289">
                  <c:v>9.09</c:v>
                </c:pt>
                <c:pt idx="290">
                  <c:v>9.52</c:v>
                </c:pt>
                <c:pt idx="291">
                  <c:v>9.69</c:v>
                </c:pt>
                <c:pt idx="292">
                  <c:v>9.83</c:v>
                </c:pt>
                <c:pt idx="293">
                  <c:v>9.8699999999999992</c:v>
                </c:pt>
                <c:pt idx="294">
                  <c:v>10.119999999999999</c:v>
                </c:pt>
                <c:pt idx="295">
                  <c:v>10.47</c:v>
                </c:pt>
                <c:pt idx="296">
                  <c:v>10.37</c:v>
                </c:pt>
                <c:pt idx="297">
                  <c:v>9.74</c:v>
                </c:pt>
                <c:pt idx="298">
                  <c:v>8.61</c:v>
                </c:pt>
                <c:pt idx="299">
                  <c:v>8.06</c:v>
                </c:pt>
                <c:pt idx="300">
                  <c:v>7.76</c:v>
                </c:pt>
                <c:pt idx="301">
                  <c:v>8.27</c:v>
                </c:pt>
                <c:pt idx="302">
                  <c:v>8.52</c:v>
                </c:pt>
                <c:pt idx="303">
                  <c:v>7.95</c:v>
                </c:pt>
                <c:pt idx="304">
                  <c:v>7.48</c:v>
                </c:pt>
                <c:pt idx="305">
                  <c:v>6.95</c:v>
                </c:pt>
                <c:pt idx="306">
                  <c:v>7.08</c:v>
                </c:pt>
                <c:pt idx="307">
                  <c:v>7.14</c:v>
                </c:pt>
                <c:pt idx="308">
                  <c:v>7.1</c:v>
                </c:pt>
                <c:pt idx="309">
                  <c:v>7.16</c:v>
                </c:pt>
                <c:pt idx="310">
                  <c:v>7.24</c:v>
                </c:pt>
                <c:pt idx="311">
                  <c:v>7.1</c:v>
                </c:pt>
                <c:pt idx="312">
                  <c:v>7.07</c:v>
                </c:pt>
                <c:pt idx="313">
                  <c:v>7.06</c:v>
                </c:pt>
                <c:pt idx="314">
                  <c:v>6.56</c:v>
                </c:pt>
                <c:pt idx="315">
                  <c:v>6.06</c:v>
                </c:pt>
                <c:pt idx="316">
                  <c:v>6.15</c:v>
                </c:pt>
                <c:pt idx="317">
                  <c:v>6.21</c:v>
                </c:pt>
                <c:pt idx="318">
                  <c:v>5.83</c:v>
                </c:pt>
                <c:pt idx="319">
                  <c:v>5.53</c:v>
                </c:pt>
                <c:pt idx="320">
                  <c:v>5.21</c:v>
                </c:pt>
                <c:pt idx="321">
                  <c:v>5.18</c:v>
                </c:pt>
                <c:pt idx="322">
                  <c:v>5.35</c:v>
                </c:pt>
                <c:pt idx="323">
                  <c:v>5.53</c:v>
                </c:pt>
                <c:pt idx="324">
                  <c:v>5.43</c:v>
                </c:pt>
                <c:pt idx="325">
                  <c:v>5.59</c:v>
                </c:pt>
                <c:pt idx="326">
                  <c:v>5.59</c:v>
                </c:pt>
                <c:pt idx="327">
                  <c:v>5.64</c:v>
                </c:pt>
                <c:pt idx="328">
                  <c:v>5.66</c:v>
                </c:pt>
                <c:pt idx="329">
                  <c:v>5.67</c:v>
                </c:pt>
                <c:pt idx="330">
                  <c:v>5.69</c:v>
                </c:pt>
                <c:pt idx="331">
                  <c:v>6.04</c:v>
                </c:pt>
                <c:pt idx="332">
                  <c:v>6.4</c:v>
                </c:pt>
                <c:pt idx="333">
                  <c:v>6.13</c:v>
                </c:pt>
                <c:pt idx="334">
                  <c:v>5.69</c:v>
                </c:pt>
                <c:pt idx="335">
                  <c:v>5.77</c:v>
                </c:pt>
                <c:pt idx="336">
                  <c:v>5.81</c:v>
                </c:pt>
                <c:pt idx="337">
                  <c:v>5.66</c:v>
                </c:pt>
                <c:pt idx="338">
                  <c:v>5.7</c:v>
                </c:pt>
                <c:pt idx="339">
                  <c:v>5.91</c:v>
                </c:pt>
                <c:pt idx="340">
                  <c:v>6.26</c:v>
                </c:pt>
                <c:pt idx="341">
                  <c:v>6.46</c:v>
                </c:pt>
                <c:pt idx="342">
                  <c:v>6.73</c:v>
                </c:pt>
                <c:pt idx="343">
                  <c:v>7.06</c:v>
                </c:pt>
                <c:pt idx="344">
                  <c:v>7.24</c:v>
                </c:pt>
                <c:pt idx="345">
                  <c:v>7.35</c:v>
                </c:pt>
                <c:pt idx="346">
                  <c:v>7.76</c:v>
                </c:pt>
                <c:pt idx="347">
                  <c:v>8.07</c:v>
                </c:pt>
                <c:pt idx="348">
                  <c:v>8.27</c:v>
                </c:pt>
                <c:pt idx="349">
                  <c:v>8.5299999999999994</c:v>
                </c:pt>
                <c:pt idx="350">
                  <c:v>8.82</c:v>
                </c:pt>
                <c:pt idx="351">
                  <c:v>8.65</c:v>
                </c:pt>
                <c:pt idx="352">
                  <c:v>8.43</c:v>
                </c:pt>
                <c:pt idx="353">
                  <c:v>8.15</c:v>
                </c:pt>
                <c:pt idx="354">
                  <c:v>7.88</c:v>
                </c:pt>
                <c:pt idx="355">
                  <c:v>7.9</c:v>
                </c:pt>
                <c:pt idx="356">
                  <c:v>7.75</c:v>
                </c:pt>
                <c:pt idx="357">
                  <c:v>7.64</c:v>
                </c:pt>
                <c:pt idx="358">
                  <c:v>7.69</c:v>
                </c:pt>
                <c:pt idx="359">
                  <c:v>7.63</c:v>
                </c:pt>
                <c:pt idx="360">
                  <c:v>7.64</c:v>
                </c:pt>
                <c:pt idx="361">
                  <c:v>7.74</c:v>
                </c:pt>
                <c:pt idx="362">
                  <c:v>7.9</c:v>
                </c:pt>
                <c:pt idx="363">
                  <c:v>7.77</c:v>
                </c:pt>
                <c:pt idx="364">
                  <c:v>7.74</c:v>
                </c:pt>
                <c:pt idx="365">
                  <c:v>7.73</c:v>
                </c:pt>
                <c:pt idx="366">
                  <c:v>7.62</c:v>
                </c:pt>
                <c:pt idx="367">
                  <c:v>7.45</c:v>
                </c:pt>
                <c:pt idx="368">
                  <c:v>7.36</c:v>
                </c:pt>
                <c:pt idx="369">
                  <c:v>7.17</c:v>
                </c:pt>
                <c:pt idx="370">
                  <c:v>7.06</c:v>
                </c:pt>
                <c:pt idx="371">
                  <c:v>6.74</c:v>
                </c:pt>
                <c:pt idx="372">
                  <c:v>6.22</c:v>
                </c:pt>
                <c:pt idx="373">
                  <c:v>5.94</c:v>
                </c:pt>
                <c:pt idx="374">
                  <c:v>5.91</c:v>
                </c:pt>
                <c:pt idx="375">
                  <c:v>5.65</c:v>
                </c:pt>
                <c:pt idx="376">
                  <c:v>5.46</c:v>
                </c:pt>
                <c:pt idx="377">
                  <c:v>5.57</c:v>
                </c:pt>
                <c:pt idx="378">
                  <c:v>5.58</c:v>
                </c:pt>
                <c:pt idx="379">
                  <c:v>5.33</c:v>
                </c:pt>
                <c:pt idx="380">
                  <c:v>5.22</c:v>
                </c:pt>
                <c:pt idx="381">
                  <c:v>4.99</c:v>
                </c:pt>
                <c:pt idx="382">
                  <c:v>4.5599999999999996</c:v>
                </c:pt>
                <c:pt idx="383">
                  <c:v>4.07</c:v>
                </c:pt>
                <c:pt idx="384">
                  <c:v>3.8</c:v>
                </c:pt>
                <c:pt idx="385">
                  <c:v>3.84</c:v>
                </c:pt>
                <c:pt idx="386">
                  <c:v>4.04</c:v>
                </c:pt>
                <c:pt idx="387">
                  <c:v>3.75</c:v>
                </c:pt>
                <c:pt idx="388">
                  <c:v>3.63</c:v>
                </c:pt>
                <c:pt idx="389">
                  <c:v>3.66</c:v>
                </c:pt>
                <c:pt idx="390">
                  <c:v>3.21</c:v>
                </c:pt>
                <c:pt idx="391">
                  <c:v>3.13</c:v>
                </c:pt>
                <c:pt idx="392">
                  <c:v>2.91</c:v>
                </c:pt>
                <c:pt idx="393">
                  <c:v>2.86</c:v>
                </c:pt>
                <c:pt idx="394">
                  <c:v>3.13</c:v>
                </c:pt>
                <c:pt idx="395">
                  <c:v>3.22</c:v>
                </c:pt>
                <c:pt idx="396">
                  <c:v>3</c:v>
                </c:pt>
                <c:pt idx="397">
                  <c:v>2.93</c:v>
                </c:pt>
                <c:pt idx="398">
                  <c:v>2.95</c:v>
                </c:pt>
                <c:pt idx="399">
                  <c:v>2.87</c:v>
                </c:pt>
                <c:pt idx="400">
                  <c:v>2.96</c:v>
                </c:pt>
                <c:pt idx="401">
                  <c:v>3.07</c:v>
                </c:pt>
                <c:pt idx="402">
                  <c:v>3.04</c:v>
                </c:pt>
                <c:pt idx="403">
                  <c:v>3.02</c:v>
                </c:pt>
                <c:pt idx="404">
                  <c:v>2.95</c:v>
                </c:pt>
                <c:pt idx="405">
                  <c:v>3.02</c:v>
                </c:pt>
                <c:pt idx="406">
                  <c:v>3.1</c:v>
                </c:pt>
                <c:pt idx="407">
                  <c:v>3.06</c:v>
                </c:pt>
                <c:pt idx="408">
                  <c:v>2.98</c:v>
                </c:pt>
                <c:pt idx="409">
                  <c:v>3.25</c:v>
                </c:pt>
                <c:pt idx="410">
                  <c:v>3.5</c:v>
                </c:pt>
                <c:pt idx="411">
                  <c:v>3.68</c:v>
                </c:pt>
                <c:pt idx="412">
                  <c:v>4.1399999999999997</c:v>
                </c:pt>
                <c:pt idx="413">
                  <c:v>4.1399999999999997</c:v>
                </c:pt>
                <c:pt idx="414">
                  <c:v>4.33</c:v>
                </c:pt>
                <c:pt idx="415">
                  <c:v>4.4800000000000004</c:v>
                </c:pt>
                <c:pt idx="416">
                  <c:v>4.62</c:v>
                </c:pt>
                <c:pt idx="417">
                  <c:v>4.95</c:v>
                </c:pt>
                <c:pt idx="418">
                  <c:v>5.29</c:v>
                </c:pt>
                <c:pt idx="419">
                  <c:v>5.6</c:v>
                </c:pt>
                <c:pt idx="420">
                  <c:v>5.71</c:v>
                </c:pt>
                <c:pt idx="421">
                  <c:v>5.77</c:v>
                </c:pt>
                <c:pt idx="422">
                  <c:v>5.73</c:v>
                </c:pt>
                <c:pt idx="423">
                  <c:v>5.65</c:v>
                </c:pt>
                <c:pt idx="424">
                  <c:v>5.67</c:v>
                </c:pt>
                <c:pt idx="425">
                  <c:v>5.47</c:v>
                </c:pt>
                <c:pt idx="426">
                  <c:v>5.42</c:v>
                </c:pt>
                <c:pt idx="427">
                  <c:v>5.4</c:v>
                </c:pt>
                <c:pt idx="428">
                  <c:v>5.28</c:v>
                </c:pt>
                <c:pt idx="429">
                  <c:v>5.28</c:v>
                </c:pt>
                <c:pt idx="430">
                  <c:v>5.36</c:v>
                </c:pt>
                <c:pt idx="431">
                  <c:v>5.14</c:v>
                </c:pt>
                <c:pt idx="432">
                  <c:v>5</c:v>
                </c:pt>
                <c:pt idx="433">
                  <c:v>4.83</c:v>
                </c:pt>
                <c:pt idx="434">
                  <c:v>4.96</c:v>
                </c:pt>
                <c:pt idx="435">
                  <c:v>4.95</c:v>
                </c:pt>
                <c:pt idx="436">
                  <c:v>5.0199999999999996</c:v>
                </c:pt>
                <c:pt idx="437">
                  <c:v>5.09</c:v>
                </c:pt>
                <c:pt idx="438">
                  <c:v>5.15</c:v>
                </c:pt>
                <c:pt idx="439">
                  <c:v>5.05</c:v>
                </c:pt>
                <c:pt idx="440">
                  <c:v>5.09</c:v>
                </c:pt>
                <c:pt idx="441">
                  <c:v>4.99</c:v>
                </c:pt>
                <c:pt idx="442">
                  <c:v>5.03</c:v>
                </c:pt>
                <c:pt idx="443">
                  <c:v>4.91</c:v>
                </c:pt>
                <c:pt idx="444">
                  <c:v>5.03</c:v>
                </c:pt>
                <c:pt idx="445">
                  <c:v>5.01</c:v>
                </c:pt>
                <c:pt idx="446">
                  <c:v>5.14</c:v>
                </c:pt>
                <c:pt idx="447">
                  <c:v>5.16</c:v>
                </c:pt>
                <c:pt idx="448">
                  <c:v>5.05</c:v>
                </c:pt>
                <c:pt idx="449">
                  <c:v>4.93</c:v>
                </c:pt>
                <c:pt idx="450">
                  <c:v>5.05</c:v>
                </c:pt>
                <c:pt idx="451">
                  <c:v>5.14</c:v>
                </c:pt>
                <c:pt idx="452">
                  <c:v>4.95</c:v>
                </c:pt>
                <c:pt idx="453">
                  <c:v>4.97</c:v>
                </c:pt>
                <c:pt idx="454">
                  <c:v>5.14</c:v>
                </c:pt>
                <c:pt idx="455">
                  <c:v>5.16</c:v>
                </c:pt>
                <c:pt idx="456">
                  <c:v>5.04</c:v>
                </c:pt>
                <c:pt idx="457">
                  <c:v>5.09</c:v>
                </c:pt>
                <c:pt idx="458">
                  <c:v>5.03</c:v>
                </c:pt>
                <c:pt idx="459">
                  <c:v>4.95</c:v>
                </c:pt>
                <c:pt idx="460">
                  <c:v>5</c:v>
                </c:pt>
                <c:pt idx="461">
                  <c:v>4.9800000000000004</c:v>
                </c:pt>
                <c:pt idx="462">
                  <c:v>4.96</c:v>
                </c:pt>
                <c:pt idx="463">
                  <c:v>4.9000000000000004</c:v>
                </c:pt>
                <c:pt idx="464">
                  <c:v>4.6100000000000003</c:v>
                </c:pt>
                <c:pt idx="465">
                  <c:v>3.96</c:v>
                </c:pt>
                <c:pt idx="466">
                  <c:v>4.41</c:v>
                </c:pt>
                <c:pt idx="467">
                  <c:v>4.3899999999999997</c:v>
                </c:pt>
                <c:pt idx="468">
                  <c:v>4.34</c:v>
                </c:pt>
                <c:pt idx="469">
                  <c:v>4.4400000000000004</c:v>
                </c:pt>
                <c:pt idx="470">
                  <c:v>4.4400000000000004</c:v>
                </c:pt>
                <c:pt idx="471">
                  <c:v>4.29</c:v>
                </c:pt>
                <c:pt idx="472">
                  <c:v>4.5</c:v>
                </c:pt>
                <c:pt idx="473">
                  <c:v>4.57</c:v>
                </c:pt>
                <c:pt idx="474">
                  <c:v>4.55</c:v>
                </c:pt>
                <c:pt idx="475">
                  <c:v>4.72</c:v>
                </c:pt>
                <c:pt idx="476">
                  <c:v>4.68</c:v>
                </c:pt>
                <c:pt idx="477">
                  <c:v>4.8600000000000003</c:v>
                </c:pt>
                <c:pt idx="478">
                  <c:v>5.07</c:v>
                </c:pt>
                <c:pt idx="479">
                  <c:v>5.2</c:v>
                </c:pt>
                <c:pt idx="480">
                  <c:v>5.32</c:v>
                </c:pt>
                <c:pt idx="481">
                  <c:v>5.55</c:v>
                </c:pt>
                <c:pt idx="482">
                  <c:v>5.69</c:v>
                </c:pt>
                <c:pt idx="483">
                  <c:v>5.66</c:v>
                </c:pt>
                <c:pt idx="484">
                  <c:v>5.79</c:v>
                </c:pt>
                <c:pt idx="485">
                  <c:v>5.69</c:v>
                </c:pt>
                <c:pt idx="486">
                  <c:v>5.96</c:v>
                </c:pt>
                <c:pt idx="487">
                  <c:v>6.09</c:v>
                </c:pt>
                <c:pt idx="488">
                  <c:v>6</c:v>
                </c:pt>
                <c:pt idx="489">
                  <c:v>6.11</c:v>
                </c:pt>
                <c:pt idx="490">
                  <c:v>6.17</c:v>
                </c:pt>
                <c:pt idx="491">
                  <c:v>5.77</c:v>
                </c:pt>
                <c:pt idx="492">
                  <c:v>5.15</c:v>
                </c:pt>
                <c:pt idx="493">
                  <c:v>4.88</c:v>
                </c:pt>
                <c:pt idx="494">
                  <c:v>4.42</c:v>
                </c:pt>
                <c:pt idx="495">
                  <c:v>3.87</c:v>
                </c:pt>
                <c:pt idx="496">
                  <c:v>3.62</c:v>
                </c:pt>
                <c:pt idx="497">
                  <c:v>3.49</c:v>
                </c:pt>
                <c:pt idx="498">
                  <c:v>3.51</c:v>
                </c:pt>
                <c:pt idx="499">
                  <c:v>3.36</c:v>
                </c:pt>
                <c:pt idx="500">
                  <c:v>2.64</c:v>
                </c:pt>
                <c:pt idx="501">
                  <c:v>2.16</c:v>
                </c:pt>
                <c:pt idx="502">
                  <c:v>1.87</c:v>
                </c:pt>
                <c:pt idx="503">
                  <c:v>1.69</c:v>
                </c:pt>
                <c:pt idx="504">
                  <c:v>1.65</c:v>
                </c:pt>
                <c:pt idx="505">
                  <c:v>1.73</c:v>
                </c:pt>
                <c:pt idx="506">
                  <c:v>1.79</c:v>
                </c:pt>
                <c:pt idx="507">
                  <c:v>1.72</c:v>
                </c:pt>
                <c:pt idx="508">
                  <c:v>1.73</c:v>
                </c:pt>
                <c:pt idx="509">
                  <c:v>1.7</c:v>
                </c:pt>
                <c:pt idx="510">
                  <c:v>1.68</c:v>
                </c:pt>
                <c:pt idx="511">
                  <c:v>1.62</c:v>
                </c:pt>
                <c:pt idx="512">
                  <c:v>1.63</c:v>
                </c:pt>
                <c:pt idx="513">
                  <c:v>1.58</c:v>
                </c:pt>
                <c:pt idx="514">
                  <c:v>1.23</c:v>
                </c:pt>
                <c:pt idx="515">
                  <c:v>1.19</c:v>
                </c:pt>
                <c:pt idx="516">
                  <c:v>1.17</c:v>
                </c:pt>
                <c:pt idx="517">
                  <c:v>1.17</c:v>
                </c:pt>
                <c:pt idx="518">
                  <c:v>1.1299999999999999</c:v>
                </c:pt>
                <c:pt idx="519">
                  <c:v>1.1299999999999999</c:v>
                </c:pt>
                <c:pt idx="520">
                  <c:v>1.07</c:v>
                </c:pt>
                <c:pt idx="521">
                  <c:v>0.92</c:v>
                </c:pt>
                <c:pt idx="522">
                  <c:v>0.9</c:v>
                </c:pt>
                <c:pt idx="523">
                  <c:v>0.95</c:v>
                </c:pt>
                <c:pt idx="524">
                  <c:v>0.94</c:v>
                </c:pt>
                <c:pt idx="525">
                  <c:v>0.92</c:v>
                </c:pt>
                <c:pt idx="526">
                  <c:v>0.93</c:v>
                </c:pt>
                <c:pt idx="527">
                  <c:v>0.9</c:v>
                </c:pt>
                <c:pt idx="528">
                  <c:v>0.88</c:v>
                </c:pt>
                <c:pt idx="529">
                  <c:v>0.93</c:v>
                </c:pt>
                <c:pt idx="530">
                  <c:v>0.94</c:v>
                </c:pt>
                <c:pt idx="531">
                  <c:v>0.94</c:v>
                </c:pt>
                <c:pt idx="532">
                  <c:v>1.02</c:v>
                </c:pt>
                <c:pt idx="533">
                  <c:v>1.27</c:v>
                </c:pt>
                <c:pt idx="534">
                  <c:v>1.33</c:v>
                </c:pt>
                <c:pt idx="535">
                  <c:v>1.48</c:v>
                </c:pt>
                <c:pt idx="536">
                  <c:v>1.65</c:v>
                </c:pt>
                <c:pt idx="537">
                  <c:v>1.76</c:v>
                </c:pt>
                <c:pt idx="538">
                  <c:v>2.0699999999999998</c:v>
                </c:pt>
                <c:pt idx="539">
                  <c:v>2.19</c:v>
                </c:pt>
                <c:pt idx="540">
                  <c:v>2.33</c:v>
                </c:pt>
                <c:pt idx="541">
                  <c:v>2.54</c:v>
                </c:pt>
                <c:pt idx="542">
                  <c:v>2.74</c:v>
                </c:pt>
                <c:pt idx="543">
                  <c:v>2.78</c:v>
                </c:pt>
                <c:pt idx="544">
                  <c:v>2.84</c:v>
                </c:pt>
                <c:pt idx="545">
                  <c:v>2.97</c:v>
                </c:pt>
                <c:pt idx="546">
                  <c:v>3.22</c:v>
                </c:pt>
                <c:pt idx="547">
                  <c:v>3.44</c:v>
                </c:pt>
                <c:pt idx="548">
                  <c:v>3.42</c:v>
                </c:pt>
                <c:pt idx="549">
                  <c:v>3.71</c:v>
                </c:pt>
                <c:pt idx="550">
                  <c:v>3.88</c:v>
                </c:pt>
                <c:pt idx="551">
                  <c:v>3.89</c:v>
                </c:pt>
                <c:pt idx="552">
                  <c:v>4.24</c:v>
                </c:pt>
                <c:pt idx="553">
                  <c:v>4.43</c:v>
                </c:pt>
                <c:pt idx="554">
                  <c:v>4.51</c:v>
                </c:pt>
                <c:pt idx="555">
                  <c:v>4.5999999999999996</c:v>
                </c:pt>
                <c:pt idx="556">
                  <c:v>4.72</c:v>
                </c:pt>
                <c:pt idx="557">
                  <c:v>4.79</c:v>
                </c:pt>
                <c:pt idx="558">
                  <c:v>4.95</c:v>
                </c:pt>
                <c:pt idx="559">
                  <c:v>4.96</c:v>
                </c:pt>
                <c:pt idx="560">
                  <c:v>4.8099999999999996</c:v>
                </c:pt>
                <c:pt idx="561">
                  <c:v>4.92</c:v>
                </c:pt>
                <c:pt idx="562">
                  <c:v>4.9400000000000004</c:v>
                </c:pt>
                <c:pt idx="563">
                  <c:v>4.8499999999999996</c:v>
                </c:pt>
                <c:pt idx="564">
                  <c:v>4.9800000000000004</c:v>
                </c:pt>
                <c:pt idx="565">
                  <c:v>5.03</c:v>
                </c:pt>
                <c:pt idx="566">
                  <c:v>4.9400000000000004</c:v>
                </c:pt>
                <c:pt idx="567">
                  <c:v>4.87</c:v>
                </c:pt>
                <c:pt idx="568">
                  <c:v>4.7300000000000004</c:v>
                </c:pt>
                <c:pt idx="569">
                  <c:v>4.6100000000000003</c:v>
                </c:pt>
                <c:pt idx="570">
                  <c:v>4.82</c:v>
                </c:pt>
                <c:pt idx="571">
                  <c:v>4.2</c:v>
                </c:pt>
                <c:pt idx="572">
                  <c:v>3.89</c:v>
                </c:pt>
                <c:pt idx="573">
                  <c:v>3.9</c:v>
                </c:pt>
                <c:pt idx="574">
                  <c:v>3.27</c:v>
                </c:pt>
                <c:pt idx="575">
                  <c:v>3</c:v>
                </c:pt>
                <c:pt idx="576">
                  <c:v>2.75</c:v>
                </c:pt>
                <c:pt idx="577">
                  <c:v>2.12</c:v>
                </c:pt>
                <c:pt idx="578">
                  <c:v>1.26</c:v>
                </c:pt>
                <c:pt idx="579">
                  <c:v>1.29</c:v>
                </c:pt>
                <c:pt idx="580">
                  <c:v>1.73</c:v>
                </c:pt>
                <c:pt idx="581">
                  <c:v>1.86</c:v>
                </c:pt>
                <c:pt idx="582">
                  <c:v>1.63</c:v>
                </c:pt>
                <c:pt idx="583">
                  <c:v>1.72</c:v>
                </c:pt>
                <c:pt idx="584">
                  <c:v>1.1299999999999999</c:v>
                </c:pt>
                <c:pt idx="585">
                  <c:v>0.67</c:v>
                </c:pt>
                <c:pt idx="586">
                  <c:v>0.19</c:v>
                </c:pt>
                <c:pt idx="587">
                  <c:v>0.03</c:v>
                </c:pt>
                <c:pt idx="588">
                  <c:v>0.13</c:v>
                </c:pt>
                <c:pt idx="589">
                  <c:v>0.3</c:v>
                </c:pt>
                <c:pt idx="590">
                  <c:v>0.21</c:v>
                </c:pt>
                <c:pt idx="591">
                  <c:v>0.16</c:v>
                </c:pt>
                <c:pt idx="592">
                  <c:v>0.18</c:v>
                </c:pt>
                <c:pt idx="593">
                  <c:v>0.18</c:v>
                </c:pt>
                <c:pt idx="594">
                  <c:v>0.18</c:v>
                </c:pt>
                <c:pt idx="595">
                  <c:v>0.17</c:v>
                </c:pt>
                <c:pt idx="596">
                  <c:v>0.12</c:v>
                </c:pt>
                <c:pt idx="597">
                  <c:v>7.0000000000000007E-2</c:v>
                </c:pt>
                <c:pt idx="598">
                  <c:v>0.05</c:v>
                </c:pt>
                <c:pt idx="599">
                  <c:v>0.05</c:v>
                </c:pt>
                <c:pt idx="600">
                  <c:v>0.06</c:v>
                </c:pt>
                <c:pt idx="601">
                  <c:v>0.11</c:v>
                </c:pt>
                <c:pt idx="602">
                  <c:v>0.15</c:v>
                </c:pt>
                <c:pt idx="603">
                  <c:v>0.16</c:v>
                </c:pt>
                <c:pt idx="604">
                  <c:v>0.16</c:v>
                </c:pt>
                <c:pt idx="605">
                  <c:v>0.12</c:v>
                </c:pt>
                <c:pt idx="606">
                  <c:v>0.16</c:v>
                </c:pt>
                <c:pt idx="607">
                  <c:v>0.16</c:v>
                </c:pt>
                <c:pt idx="608">
                  <c:v>0.15</c:v>
                </c:pt>
                <c:pt idx="609">
                  <c:v>0.13</c:v>
                </c:pt>
                <c:pt idx="610">
                  <c:v>0.14000000000000001</c:v>
                </c:pt>
                <c:pt idx="611">
                  <c:v>0.14000000000000001</c:v>
                </c:pt>
                <c:pt idx="612">
                  <c:v>0.15</c:v>
                </c:pt>
                <c:pt idx="613">
                  <c:v>0.13</c:v>
                </c:pt>
                <c:pt idx="614">
                  <c:v>0.1</c:v>
                </c:pt>
                <c:pt idx="615">
                  <c:v>0.06</c:v>
                </c:pt>
                <c:pt idx="616">
                  <c:v>0.04</c:v>
                </c:pt>
                <c:pt idx="617">
                  <c:v>0.04</c:v>
                </c:pt>
                <c:pt idx="618">
                  <c:v>0.04</c:v>
                </c:pt>
                <c:pt idx="619">
                  <c:v>0.02</c:v>
                </c:pt>
                <c:pt idx="620">
                  <c:v>0.01</c:v>
                </c:pt>
                <c:pt idx="621">
                  <c:v>0.02</c:v>
                </c:pt>
                <c:pt idx="622">
                  <c:v>0.01</c:v>
                </c:pt>
                <c:pt idx="623">
                  <c:v>0.01</c:v>
                </c:pt>
                <c:pt idx="624">
                  <c:v>0.03</c:v>
                </c:pt>
                <c:pt idx="625">
                  <c:v>0.09</c:v>
                </c:pt>
                <c:pt idx="626">
                  <c:v>0.08</c:v>
                </c:pt>
                <c:pt idx="627">
                  <c:v>0.08</c:v>
                </c:pt>
                <c:pt idx="628">
                  <c:v>0.09</c:v>
                </c:pt>
                <c:pt idx="629">
                  <c:v>0.09</c:v>
                </c:pt>
                <c:pt idx="630">
                  <c:v>0.1</c:v>
                </c:pt>
                <c:pt idx="631">
                  <c:v>0.1</c:v>
                </c:pt>
                <c:pt idx="632">
                  <c:v>0.11</c:v>
                </c:pt>
                <c:pt idx="633">
                  <c:v>0.1</c:v>
                </c:pt>
                <c:pt idx="634">
                  <c:v>0.09</c:v>
                </c:pt>
                <c:pt idx="635">
                  <c:v>7.0000000000000007E-2</c:v>
                </c:pt>
                <c:pt idx="636">
                  <c:v>7.0000000000000007E-2</c:v>
                </c:pt>
                <c:pt idx="637">
                  <c:v>0.1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EAE-4CD4-98FB-477559AC31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40282496"/>
        <c:axId val="440300672"/>
      </c:scatterChart>
      <c:valAx>
        <c:axId val="440282496"/>
        <c:scaling>
          <c:orientation val="minMax"/>
          <c:max val="2014"/>
          <c:min val="1960"/>
        </c:scaling>
        <c:delete val="0"/>
        <c:axPos val="b"/>
        <c:numFmt formatCode="0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  <c:crossAx val="440300672"/>
        <c:crossesAt val="-1000"/>
        <c:crossBetween val="midCat"/>
        <c:majorUnit val="5"/>
      </c:valAx>
      <c:valAx>
        <c:axId val="440300672"/>
        <c:scaling>
          <c:orientation val="minMax"/>
          <c:max val="18"/>
          <c:min val="-3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  <c:crossAx val="440282496"/>
        <c:crosses val="autoZero"/>
        <c:crossBetween val="midCat"/>
        <c:majorUnit val="3"/>
      </c:valAx>
      <c:spPr>
        <a:solidFill>
          <a:schemeClr val="tx2">
            <a:lumMod val="40000"/>
            <a:lumOff val="60000"/>
          </a:schemeClr>
        </a:solidFill>
        <a:ln>
          <a:solidFill>
            <a:schemeClr val="tx1"/>
          </a:solidFill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421563cb-7c38-4780-ba9b-9bd9841cbed4}"/>
      </c:ext>
    </c:extLst>
  </c:chart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Sheet4!$B$1</c:f>
              <c:strCache>
                <c:ptCount val="1"/>
                <c:pt idx="0">
                  <c:v>名义利率</c:v>
                </c:pt>
              </c:strCache>
            </c:strRef>
          </c:tx>
          <c:spPr>
            <a:ln w="44450" cap="rnd">
              <a:solidFill>
                <a:schemeClr val="accent1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Sheet4!$A$2:$A$35</c:f>
              <c:numCache>
                <c:formatCode>General</c:formatCode>
                <c:ptCount val="34"/>
                <c:pt idx="3">
                  <c:v>1990</c:v>
                </c:pt>
                <c:pt idx="8">
                  <c:v>1995</c:v>
                </c:pt>
                <c:pt idx="13">
                  <c:v>2000</c:v>
                </c:pt>
                <c:pt idx="18">
                  <c:v>2005</c:v>
                </c:pt>
                <c:pt idx="23">
                  <c:v>2010</c:v>
                </c:pt>
                <c:pt idx="28">
                  <c:v>2015</c:v>
                </c:pt>
                <c:pt idx="33">
                  <c:v>2020</c:v>
                </c:pt>
              </c:numCache>
            </c:numRef>
          </c:cat>
          <c:val>
            <c:numRef>
              <c:f>Sheet4!$B$2:$B$35</c:f>
              <c:numCache>
                <c:formatCode>0_);[Red]\(0\)</c:formatCode>
                <c:ptCount val="34"/>
                <c:pt idx="0">
                  <c:v>9.9340790000000005</c:v>
                </c:pt>
                <c:pt idx="1">
                  <c:v>16.039784999999998</c:v>
                </c:pt>
                <c:pt idx="2">
                  <c:v>20.766331000000001</c:v>
                </c:pt>
                <c:pt idx="3">
                  <c:v>6.5039350000000002</c:v>
                </c:pt>
                <c:pt idx="4">
                  <c:v>5.3609980000000004</c:v>
                </c:pt>
                <c:pt idx="5">
                  <c:v>6.7696160000000001</c:v>
                </c:pt>
                <c:pt idx="6">
                  <c:v>10.958707</c:v>
                </c:pt>
                <c:pt idx="7">
                  <c:v>16.267246</c:v>
                </c:pt>
                <c:pt idx="8">
                  <c:v>15.378577</c:v>
                </c:pt>
                <c:pt idx="9">
                  <c:v>11.66813</c:v>
                </c:pt>
                <c:pt idx="10">
                  <c:v>9.6981640000000002</c:v>
                </c:pt>
                <c:pt idx="11">
                  <c:v>6.5832920000000001</c:v>
                </c:pt>
                <c:pt idx="12">
                  <c:v>5.8025770000000003</c:v>
                </c:pt>
                <c:pt idx="13">
                  <c:v>4.0584749999999996</c:v>
                </c:pt>
                <c:pt idx="14">
                  <c:v>4.4457899999999997</c:v>
                </c:pt>
                <c:pt idx="15">
                  <c:v>3.9477530000000001</c:v>
                </c:pt>
                <c:pt idx="16">
                  <c:v>3.7657500000000002</c:v>
                </c:pt>
                <c:pt idx="17">
                  <c:v>2.5418249999999998</c:v>
                </c:pt>
                <c:pt idx="18">
                  <c:v>3.3896920000000001</c:v>
                </c:pt>
                <c:pt idx="19">
                  <c:v>3.7600090000000002</c:v>
                </c:pt>
                <c:pt idx="20">
                  <c:v>4.5571970000000004</c:v>
                </c:pt>
                <c:pt idx="21">
                  <c:v>3.6196359999999999</c:v>
                </c:pt>
                <c:pt idx="22">
                  <c:v>4.8029580000000003</c:v>
                </c:pt>
                <c:pt idx="23">
                  <c:v>2.1729240000000001</c:v>
                </c:pt>
                <c:pt idx="24">
                  <c:v>4.1514699999999998</c:v>
                </c:pt>
                <c:pt idx="25">
                  <c:v>6.2047280000000002</c:v>
                </c:pt>
                <c:pt idx="26">
                  <c:v>6.3764370000000001</c:v>
                </c:pt>
                <c:pt idx="27">
                  <c:v>6.4439500000000001</c:v>
                </c:pt>
                <c:pt idx="28">
                  <c:v>5.7900960000000001</c:v>
                </c:pt>
                <c:pt idx="29">
                  <c:v>4.9018170000000003</c:v>
                </c:pt>
                <c:pt idx="30">
                  <c:v>1.7056899999999999</c:v>
                </c:pt>
                <c:pt idx="31">
                  <c:v>2.8962919999999999</c:v>
                </c:pt>
                <c:pt idx="32">
                  <c:v>5.9228540000000001</c:v>
                </c:pt>
                <c:pt idx="33">
                  <c:v>6.0729430000000004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0CD-401A-914F-C41B237E5D84}"/>
            </c:ext>
          </c:extLst>
        </c:ser>
        <c:ser>
          <c:idx val="2"/>
          <c:order val="1"/>
          <c:tx>
            <c:strRef>
              <c:f>Sheet4!$C$1</c:f>
              <c:strCache>
                <c:ptCount val="1"/>
                <c:pt idx="0">
                  <c:v>通货膨胀率</c:v>
                </c:pt>
              </c:strCache>
            </c:strRef>
          </c:tx>
          <c:spPr>
            <a:ln w="4445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Sheet4!$A$2:$A$35</c:f>
              <c:numCache>
                <c:formatCode>General</c:formatCode>
                <c:ptCount val="34"/>
                <c:pt idx="3">
                  <c:v>1990</c:v>
                </c:pt>
                <c:pt idx="8">
                  <c:v>1995</c:v>
                </c:pt>
                <c:pt idx="13">
                  <c:v>2000</c:v>
                </c:pt>
                <c:pt idx="18">
                  <c:v>2005</c:v>
                </c:pt>
                <c:pt idx="23">
                  <c:v>2010</c:v>
                </c:pt>
                <c:pt idx="28">
                  <c:v>2015</c:v>
                </c:pt>
                <c:pt idx="33">
                  <c:v>2020</c:v>
                </c:pt>
              </c:numCache>
            </c:numRef>
          </c:cat>
          <c:val>
            <c:numRef>
              <c:f>Sheet4!$C$2:$C$35</c:f>
              <c:numCache>
                <c:formatCode>0_ </c:formatCode>
                <c:ptCount val="34"/>
                <c:pt idx="0">
                  <c:v>7.2338360000000002</c:v>
                </c:pt>
                <c:pt idx="1">
                  <c:v>18.811817999999999</c:v>
                </c:pt>
                <c:pt idx="2">
                  <c:v>18.245638</c:v>
                </c:pt>
                <c:pt idx="3">
                  <c:v>3.0522900000000002</c:v>
                </c:pt>
                <c:pt idx="4">
                  <c:v>3.556686</c:v>
                </c:pt>
                <c:pt idx="5">
                  <c:v>6.3539810000000001</c:v>
                </c:pt>
                <c:pt idx="6">
                  <c:v>14.610079000000001</c:v>
                </c:pt>
                <c:pt idx="7">
                  <c:v>24.256989999999998</c:v>
                </c:pt>
                <c:pt idx="8">
                  <c:v>16.791225000000001</c:v>
                </c:pt>
                <c:pt idx="9">
                  <c:v>8.3131599999999999</c:v>
                </c:pt>
                <c:pt idx="10">
                  <c:v>2.7864650000000002</c:v>
                </c:pt>
                <c:pt idx="11">
                  <c:v>-0.77318600000000004</c:v>
                </c:pt>
                <c:pt idx="12">
                  <c:v>-1.401473</c:v>
                </c:pt>
                <c:pt idx="13">
                  <c:v>0.34781099999999998</c:v>
                </c:pt>
                <c:pt idx="14">
                  <c:v>0.71912600000000004</c:v>
                </c:pt>
                <c:pt idx="15">
                  <c:v>-0.73197100000000004</c:v>
                </c:pt>
                <c:pt idx="16">
                  <c:v>1.1276029999999999</c:v>
                </c:pt>
                <c:pt idx="17">
                  <c:v>3.8246370000000001</c:v>
                </c:pt>
                <c:pt idx="18">
                  <c:v>1.7764139999999999</c:v>
                </c:pt>
                <c:pt idx="19">
                  <c:v>1.6494310000000001</c:v>
                </c:pt>
                <c:pt idx="20">
                  <c:v>4.8167679999999997</c:v>
                </c:pt>
                <c:pt idx="21">
                  <c:v>5.9252510000000003</c:v>
                </c:pt>
                <c:pt idx="22">
                  <c:v>-0.72816499999999995</c:v>
                </c:pt>
                <c:pt idx="23">
                  <c:v>3.175325</c:v>
                </c:pt>
                <c:pt idx="24">
                  <c:v>5.5538990000000004</c:v>
                </c:pt>
                <c:pt idx="25">
                  <c:v>2.6195240000000002</c:v>
                </c:pt>
                <c:pt idx="26">
                  <c:v>2.6210499999999999</c:v>
                </c:pt>
                <c:pt idx="27">
                  <c:v>1.9216420000000001</c:v>
                </c:pt>
                <c:pt idx="28">
                  <c:v>1.4370240000000001</c:v>
                </c:pt>
                <c:pt idx="29">
                  <c:v>2.0000019999999998</c:v>
                </c:pt>
                <c:pt idx="30">
                  <c:v>1.5931360000000001</c:v>
                </c:pt>
                <c:pt idx="31">
                  <c:v>2.0747900000000001</c:v>
                </c:pt>
                <c:pt idx="32">
                  <c:v>2.8992339999999999</c:v>
                </c:pt>
                <c:pt idx="33">
                  <c:v>2.419422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0CD-401A-914F-C41B237E5D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66103424"/>
        <c:axId val="266117504"/>
      </c:lineChart>
      <c:catAx>
        <c:axId val="266103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  <c:crossAx val="266117504"/>
        <c:crossesAt val="-5"/>
        <c:auto val="1"/>
        <c:lblAlgn val="ctr"/>
        <c:lblOffset val="100"/>
        <c:noMultiLvlLbl val="0"/>
      </c:catAx>
      <c:valAx>
        <c:axId val="2661175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out"/>
        <c:minorTickMark val="none"/>
        <c:tickLblPos val="nextTo"/>
        <c:spPr>
          <a:noFill/>
          <a:ln>
            <a:solidFill>
              <a:schemeClr val="tx1">
                <a:lumMod val="15000"/>
                <a:lumOff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  <c:crossAx val="266103424"/>
        <c:crosses val="autoZero"/>
        <c:crossBetween val="between"/>
      </c:valAx>
      <c:spPr>
        <a:solidFill>
          <a:schemeClr val="tx2">
            <a:lumMod val="40000"/>
            <a:lumOff val="60000"/>
          </a:schemeClr>
        </a:solidFill>
        <a:ln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fb570c09-5dbd-4190-8271-3cbf946cba15}"/>
      </c:ext>
    </c:extLst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0733969172062894E-2"/>
          <c:y val="2.3402329512144701E-2"/>
          <c:w val="0.90527141934974598"/>
          <c:h val="0.90101836666587898"/>
        </c:manualLayout>
      </c:layout>
      <c:lineChart>
        <c:grouping val="standard"/>
        <c:varyColors val="0"/>
        <c:ser>
          <c:idx val="0"/>
          <c:order val="0"/>
          <c:tx>
            <c:strRef>
              <c:f>Sheet1!$I$14</c:f>
              <c:strCache>
                <c:ptCount val="1"/>
                <c:pt idx="0">
                  <c:v>CPI (1965 = 100)</c:v>
                </c:pt>
              </c:strCache>
            </c:strRef>
          </c:tx>
          <c:spPr>
            <a:ln w="47625" cap="rnd" cmpd="sng" algn="ctr">
              <a:solidFill>
                <a:srgbClr val="FF0000"/>
              </a:solidFill>
              <a:prstDash val="solid"/>
              <a:round/>
            </a:ln>
          </c:spPr>
          <c:marker>
            <c:symbol val="none"/>
          </c:marker>
          <c:cat>
            <c:numRef>
              <c:f>Sheet1!$A$15:$A$583</c:f>
              <c:numCache>
                <c:formatCode>yyyy\-mm\-dd</c:formatCode>
                <c:ptCount val="569"/>
                <c:pt idx="0">
                  <c:v>23743</c:v>
                </c:pt>
                <c:pt idx="1">
                  <c:v>23774</c:v>
                </c:pt>
                <c:pt idx="2">
                  <c:v>23802</c:v>
                </c:pt>
                <c:pt idx="3">
                  <c:v>23833</c:v>
                </c:pt>
                <c:pt idx="4">
                  <c:v>23863</c:v>
                </c:pt>
                <c:pt idx="5">
                  <c:v>23894</c:v>
                </c:pt>
                <c:pt idx="6">
                  <c:v>23924</c:v>
                </c:pt>
                <c:pt idx="7">
                  <c:v>23955</c:v>
                </c:pt>
                <c:pt idx="8">
                  <c:v>23986</c:v>
                </c:pt>
                <c:pt idx="9">
                  <c:v>24016</c:v>
                </c:pt>
                <c:pt idx="10">
                  <c:v>24047</c:v>
                </c:pt>
                <c:pt idx="11">
                  <c:v>24077</c:v>
                </c:pt>
                <c:pt idx="12">
                  <c:v>24108</c:v>
                </c:pt>
                <c:pt idx="13">
                  <c:v>24139</c:v>
                </c:pt>
                <c:pt idx="14">
                  <c:v>24167</c:v>
                </c:pt>
                <c:pt idx="15">
                  <c:v>24198</c:v>
                </c:pt>
                <c:pt idx="16">
                  <c:v>24228</c:v>
                </c:pt>
                <c:pt idx="17">
                  <c:v>24259</c:v>
                </c:pt>
                <c:pt idx="18">
                  <c:v>24289</c:v>
                </c:pt>
                <c:pt idx="19">
                  <c:v>24320</c:v>
                </c:pt>
                <c:pt idx="20">
                  <c:v>24351</c:v>
                </c:pt>
                <c:pt idx="21">
                  <c:v>24381</c:v>
                </c:pt>
                <c:pt idx="22">
                  <c:v>24412</c:v>
                </c:pt>
                <c:pt idx="23">
                  <c:v>24442</c:v>
                </c:pt>
                <c:pt idx="24">
                  <c:v>24473</c:v>
                </c:pt>
                <c:pt idx="25">
                  <c:v>24504</c:v>
                </c:pt>
                <c:pt idx="26">
                  <c:v>24532</c:v>
                </c:pt>
                <c:pt idx="27">
                  <c:v>24563</c:v>
                </c:pt>
                <c:pt idx="28">
                  <c:v>24593</c:v>
                </c:pt>
                <c:pt idx="29">
                  <c:v>24624</c:v>
                </c:pt>
                <c:pt idx="30">
                  <c:v>24654</c:v>
                </c:pt>
                <c:pt idx="31">
                  <c:v>24685</c:v>
                </c:pt>
                <c:pt idx="32">
                  <c:v>24716</c:v>
                </c:pt>
                <c:pt idx="33">
                  <c:v>24746</c:v>
                </c:pt>
                <c:pt idx="34">
                  <c:v>24777</c:v>
                </c:pt>
                <c:pt idx="35">
                  <c:v>24807</c:v>
                </c:pt>
                <c:pt idx="36">
                  <c:v>24838</c:v>
                </c:pt>
                <c:pt idx="37">
                  <c:v>24869</c:v>
                </c:pt>
                <c:pt idx="38">
                  <c:v>24898</c:v>
                </c:pt>
                <c:pt idx="39">
                  <c:v>24929</c:v>
                </c:pt>
                <c:pt idx="40">
                  <c:v>24959</c:v>
                </c:pt>
                <c:pt idx="41">
                  <c:v>24990</c:v>
                </c:pt>
                <c:pt idx="42">
                  <c:v>25020</c:v>
                </c:pt>
                <c:pt idx="43">
                  <c:v>25051</c:v>
                </c:pt>
                <c:pt idx="44">
                  <c:v>25082</c:v>
                </c:pt>
                <c:pt idx="45">
                  <c:v>25112</c:v>
                </c:pt>
                <c:pt idx="46">
                  <c:v>25143</c:v>
                </c:pt>
                <c:pt idx="47">
                  <c:v>25173</c:v>
                </c:pt>
                <c:pt idx="48">
                  <c:v>25204</c:v>
                </c:pt>
                <c:pt idx="49">
                  <c:v>25235</c:v>
                </c:pt>
                <c:pt idx="50">
                  <c:v>25263</c:v>
                </c:pt>
                <c:pt idx="51">
                  <c:v>25294</c:v>
                </c:pt>
                <c:pt idx="52">
                  <c:v>25324</c:v>
                </c:pt>
                <c:pt idx="53">
                  <c:v>25355</c:v>
                </c:pt>
                <c:pt idx="54">
                  <c:v>25385</c:v>
                </c:pt>
                <c:pt idx="55">
                  <c:v>25416</c:v>
                </c:pt>
                <c:pt idx="56">
                  <c:v>25447</c:v>
                </c:pt>
                <c:pt idx="57">
                  <c:v>25477</c:v>
                </c:pt>
                <c:pt idx="58">
                  <c:v>25508</c:v>
                </c:pt>
                <c:pt idx="59">
                  <c:v>25538</c:v>
                </c:pt>
                <c:pt idx="60">
                  <c:v>25569</c:v>
                </c:pt>
                <c:pt idx="61">
                  <c:v>25600</c:v>
                </c:pt>
                <c:pt idx="62">
                  <c:v>25628</c:v>
                </c:pt>
                <c:pt idx="63">
                  <c:v>25659</c:v>
                </c:pt>
                <c:pt idx="64">
                  <c:v>25689</c:v>
                </c:pt>
                <c:pt idx="65">
                  <c:v>25720</c:v>
                </c:pt>
                <c:pt idx="66">
                  <c:v>25750</c:v>
                </c:pt>
                <c:pt idx="67">
                  <c:v>25781</c:v>
                </c:pt>
                <c:pt idx="68">
                  <c:v>25812</c:v>
                </c:pt>
                <c:pt idx="69">
                  <c:v>25842</c:v>
                </c:pt>
                <c:pt idx="70">
                  <c:v>25873</c:v>
                </c:pt>
                <c:pt idx="71">
                  <c:v>25903</c:v>
                </c:pt>
                <c:pt idx="72">
                  <c:v>25934</c:v>
                </c:pt>
                <c:pt idx="73">
                  <c:v>25965</c:v>
                </c:pt>
                <c:pt idx="74">
                  <c:v>25993</c:v>
                </c:pt>
                <c:pt idx="75">
                  <c:v>26024</c:v>
                </c:pt>
                <c:pt idx="76">
                  <c:v>26054</c:v>
                </c:pt>
                <c:pt idx="77">
                  <c:v>26085</c:v>
                </c:pt>
                <c:pt idx="78">
                  <c:v>26115</c:v>
                </c:pt>
                <c:pt idx="79">
                  <c:v>26146</c:v>
                </c:pt>
                <c:pt idx="80">
                  <c:v>26177</c:v>
                </c:pt>
                <c:pt idx="81">
                  <c:v>26207</c:v>
                </c:pt>
                <c:pt idx="82">
                  <c:v>26238</c:v>
                </c:pt>
                <c:pt idx="83">
                  <c:v>26268</c:v>
                </c:pt>
                <c:pt idx="84">
                  <c:v>26299</c:v>
                </c:pt>
                <c:pt idx="85">
                  <c:v>26330</c:v>
                </c:pt>
                <c:pt idx="86">
                  <c:v>26359</c:v>
                </c:pt>
                <c:pt idx="87">
                  <c:v>26390</c:v>
                </c:pt>
                <c:pt idx="88">
                  <c:v>26420</c:v>
                </c:pt>
                <c:pt idx="89">
                  <c:v>26451</c:v>
                </c:pt>
                <c:pt idx="90">
                  <c:v>26481</c:v>
                </c:pt>
                <c:pt idx="91">
                  <c:v>26512</c:v>
                </c:pt>
                <c:pt idx="92">
                  <c:v>26543</c:v>
                </c:pt>
                <c:pt idx="93">
                  <c:v>26573</c:v>
                </c:pt>
                <c:pt idx="94">
                  <c:v>26604</c:v>
                </c:pt>
                <c:pt idx="95">
                  <c:v>26634</c:v>
                </c:pt>
                <c:pt idx="96">
                  <c:v>26665</c:v>
                </c:pt>
                <c:pt idx="97">
                  <c:v>26696</c:v>
                </c:pt>
                <c:pt idx="98">
                  <c:v>26724</c:v>
                </c:pt>
                <c:pt idx="99">
                  <c:v>26755</c:v>
                </c:pt>
                <c:pt idx="100">
                  <c:v>26785</c:v>
                </c:pt>
                <c:pt idx="101">
                  <c:v>26816</c:v>
                </c:pt>
                <c:pt idx="102">
                  <c:v>26846</c:v>
                </c:pt>
                <c:pt idx="103">
                  <c:v>26877</c:v>
                </c:pt>
                <c:pt idx="104">
                  <c:v>26908</c:v>
                </c:pt>
                <c:pt idx="105">
                  <c:v>26938</c:v>
                </c:pt>
                <c:pt idx="106">
                  <c:v>26969</c:v>
                </c:pt>
                <c:pt idx="107">
                  <c:v>26999</c:v>
                </c:pt>
                <c:pt idx="108">
                  <c:v>27030</c:v>
                </c:pt>
                <c:pt idx="109">
                  <c:v>27061</c:v>
                </c:pt>
                <c:pt idx="110">
                  <c:v>27089</c:v>
                </c:pt>
                <c:pt idx="111">
                  <c:v>27120</c:v>
                </c:pt>
                <c:pt idx="112">
                  <c:v>27150</c:v>
                </c:pt>
                <c:pt idx="113">
                  <c:v>27181</c:v>
                </c:pt>
                <c:pt idx="114">
                  <c:v>27211</c:v>
                </c:pt>
                <c:pt idx="115">
                  <c:v>27242</c:v>
                </c:pt>
                <c:pt idx="116">
                  <c:v>27273</c:v>
                </c:pt>
                <c:pt idx="117">
                  <c:v>27303</c:v>
                </c:pt>
                <c:pt idx="118">
                  <c:v>27334</c:v>
                </c:pt>
                <c:pt idx="119">
                  <c:v>27364</c:v>
                </c:pt>
                <c:pt idx="120">
                  <c:v>27395</c:v>
                </c:pt>
                <c:pt idx="121">
                  <c:v>27426</c:v>
                </c:pt>
                <c:pt idx="122">
                  <c:v>27454</c:v>
                </c:pt>
                <c:pt idx="123">
                  <c:v>27485</c:v>
                </c:pt>
                <c:pt idx="124">
                  <c:v>27515</c:v>
                </c:pt>
                <c:pt idx="125">
                  <c:v>27546</c:v>
                </c:pt>
                <c:pt idx="126">
                  <c:v>27576</c:v>
                </c:pt>
                <c:pt idx="127">
                  <c:v>27607</c:v>
                </c:pt>
                <c:pt idx="128">
                  <c:v>27638</c:v>
                </c:pt>
                <c:pt idx="129">
                  <c:v>27668</c:v>
                </c:pt>
                <c:pt idx="130">
                  <c:v>27699</c:v>
                </c:pt>
                <c:pt idx="131">
                  <c:v>27729</c:v>
                </c:pt>
                <c:pt idx="132">
                  <c:v>27760</c:v>
                </c:pt>
                <c:pt idx="133">
                  <c:v>27791</c:v>
                </c:pt>
                <c:pt idx="134">
                  <c:v>27820</c:v>
                </c:pt>
                <c:pt idx="135">
                  <c:v>27851</c:v>
                </c:pt>
                <c:pt idx="136">
                  <c:v>27881</c:v>
                </c:pt>
                <c:pt idx="137">
                  <c:v>27912</c:v>
                </c:pt>
                <c:pt idx="138">
                  <c:v>27942</c:v>
                </c:pt>
                <c:pt idx="139">
                  <c:v>27973</c:v>
                </c:pt>
                <c:pt idx="140">
                  <c:v>28004</c:v>
                </c:pt>
                <c:pt idx="141">
                  <c:v>28034</c:v>
                </c:pt>
                <c:pt idx="142">
                  <c:v>28065</c:v>
                </c:pt>
                <c:pt idx="143">
                  <c:v>28095</c:v>
                </c:pt>
                <c:pt idx="144">
                  <c:v>28126</c:v>
                </c:pt>
                <c:pt idx="145">
                  <c:v>28157</c:v>
                </c:pt>
                <c:pt idx="146">
                  <c:v>28185</c:v>
                </c:pt>
                <c:pt idx="147">
                  <c:v>28216</c:v>
                </c:pt>
                <c:pt idx="148">
                  <c:v>28246</c:v>
                </c:pt>
                <c:pt idx="149">
                  <c:v>28277</c:v>
                </c:pt>
                <c:pt idx="150">
                  <c:v>28307</c:v>
                </c:pt>
                <c:pt idx="151">
                  <c:v>28338</c:v>
                </c:pt>
                <c:pt idx="152">
                  <c:v>28369</c:v>
                </c:pt>
                <c:pt idx="153">
                  <c:v>28399</c:v>
                </c:pt>
                <c:pt idx="154">
                  <c:v>28430</c:v>
                </c:pt>
                <c:pt idx="155">
                  <c:v>28460</c:v>
                </c:pt>
                <c:pt idx="156">
                  <c:v>28491</c:v>
                </c:pt>
                <c:pt idx="157">
                  <c:v>28522</c:v>
                </c:pt>
                <c:pt idx="158">
                  <c:v>28550</c:v>
                </c:pt>
                <c:pt idx="159">
                  <c:v>28581</c:v>
                </c:pt>
                <c:pt idx="160">
                  <c:v>28611</c:v>
                </c:pt>
                <c:pt idx="161">
                  <c:v>28642</c:v>
                </c:pt>
                <c:pt idx="162">
                  <c:v>28672</c:v>
                </c:pt>
                <c:pt idx="163">
                  <c:v>28703</c:v>
                </c:pt>
                <c:pt idx="164">
                  <c:v>28734</c:v>
                </c:pt>
                <c:pt idx="165">
                  <c:v>28764</c:v>
                </c:pt>
                <c:pt idx="166">
                  <c:v>28795</c:v>
                </c:pt>
                <c:pt idx="167">
                  <c:v>28825</c:v>
                </c:pt>
                <c:pt idx="168">
                  <c:v>28856</c:v>
                </c:pt>
                <c:pt idx="169">
                  <c:v>28887</c:v>
                </c:pt>
                <c:pt idx="170">
                  <c:v>28915</c:v>
                </c:pt>
                <c:pt idx="171">
                  <c:v>28946</c:v>
                </c:pt>
                <c:pt idx="172">
                  <c:v>28976</c:v>
                </c:pt>
                <c:pt idx="173">
                  <c:v>29007</c:v>
                </c:pt>
                <c:pt idx="174">
                  <c:v>29037</c:v>
                </c:pt>
                <c:pt idx="175">
                  <c:v>29068</c:v>
                </c:pt>
                <c:pt idx="176">
                  <c:v>29099</c:v>
                </c:pt>
                <c:pt idx="177">
                  <c:v>29129</c:v>
                </c:pt>
                <c:pt idx="178">
                  <c:v>29160</c:v>
                </c:pt>
                <c:pt idx="179">
                  <c:v>29190</c:v>
                </c:pt>
                <c:pt idx="180">
                  <c:v>29221</c:v>
                </c:pt>
                <c:pt idx="181">
                  <c:v>29252</c:v>
                </c:pt>
                <c:pt idx="182">
                  <c:v>29281</c:v>
                </c:pt>
                <c:pt idx="183">
                  <c:v>29312</c:v>
                </c:pt>
                <c:pt idx="184">
                  <c:v>29342</c:v>
                </c:pt>
                <c:pt idx="185">
                  <c:v>29373</c:v>
                </c:pt>
                <c:pt idx="186">
                  <c:v>29403</c:v>
                </c:pt>
                <c:pt idx="187">
                  <c:v>29434</c:v>
                </c:pt>
                <c:pt idx="188">
                  <c:v>29465</c:v>
                </c:pt>
                <c:pt idx="189">
                  <c:v>29495</c:v>
                </c:pt>
                <c:pt idx="190">
                  <c:v>29526</c:v>
                </c:pt>
                <c:pt idx="191">
                  <c:v>29556</c:v>
                </c:pt>
                <c:pt idx="192">
                  <c:v>29587</c:v>
                </c:pt>
                <c:pt idx="193">
                  <c:v>29618</c:v>
                </c:pt>
                <c:pt idx="194">
                  <c:v>29646</c:v>
                </c:pt>
                <c:pt idx="195">
                  <c:v>29677</c:v>
                </c:pt>
                <c:pt idx="196">
                  <c:v>29707</c:v>
                </c:pt>
                <c:pt idx="197">
                  <c:v>29738</c:v>
                </c:pt>
                <c:pt idx="198">
                  <c:v>29768</c:v>
                </c:pt>
                <c:pt idx="199">
                  <c:v>29799</c:v>
                </c:pt>
                <c:pt idx="200">
                  <c:v>29830</c:v>
                </c:pt>
                <c:pt idx="201">
                  <c:v>29860</c:v>
                </c:pt>
                <c:pt idx="202">
                  <c:v>29891</c:v>
                </c:pt>
                <c:pt idx="203">
                  <c:v>29921</c:v>
                </c:pt>
                <c:pt idx="204">
                  <c:v>29952</c:v>
                </c:pt>
                <c:pt idx="205">
                  <c:v>29983</c:v>
                </c:pt>
                <c:pt idx="206">
                  <c:v>30011</c:v>
                </c:pt>
                <c:pt idx="207">
                  <c:v>30042</c:v>
                </c:pt>
                <c:pt idx="208">
                  <c:v>30072</c:v>
                </c:pt>
                <c:pt idx="209">
                  <c:v>30103</c:v>
                </c:pt>
                <c:pt idx="210">
                  <c:v>30133</c:v>
                </c:pt>
                <c:pt idx="211">
                  <c:v>30164</c:v>
                </c:pt>
                <c:pt idx="212">
                  <c:v>30195</c:v>
                </c:pt>
                <c:pt idx="213">
                  <c:v>30225</c:v>
                </c:pt>
                <c:pt idx="214">
                  <c:v>30256</c:v>
                </c:pt>
                <c:pt idx="215">
                  <c:v>30286</c:v>
                </c:pt>
                <c:pt idx="216">
                  <c:v>30317</c:v>
                </c:pt>
                <c:pt idx="217">
                  <c:v>30348</c:v>
                </c:pt>
                <c:pt idx="218">
                  <c:v>30376</c:v>
                </c:pt>
                <c:pt idx="219">
                  <c:v>30407</c:v>
                </c:pt>
                <c:pt idx="220">
                  <c:v>30437</c:v>
                </c:pt>
                <c:pt idx="221">
                  <c:v>30468</c:v>
                </c:pt>
                <c:pt idx="222">
                  <c:v>30498</c:v>
                </c:pt>
                <c:pt idx="223">
                  <c:v>30529</c:v>
                </c:pt>
                <c:pt idx="224">
                  <c:v>30560</c:v>
                </c:pt>
                <c:pt idx="225">
                  <c:v>30590</c:v>
                </c:pt>
                <c:pt idx="226">
                  <c:v>30621</c:v>
                </c:pt>
                <c:pt idx="227">
                  <c:v>30651</c:v>
                </c:pt>
                <c:pt idx="228">
                  <c:v>30682</c:v>
                </c:pt>
                <c:pt idx="229">
                  <c:v>30713</c:v>
                </c:pt>
                <c:pt idx="230">
                  <c:v>30742</c:v>
                </c:pt>
                <c:pt idx="231">
                  <c:v>30773</c:v>
                </c:pt>
                <c:pt idx="232">
                  <c:v>30803</c:v>
                </c:pt>
                <c:pt idx="233">
                  <c:v>30834</c:v>
                </c:pt>
                <c:pt idx="234">
                  <c:v>30864</c:v>
                </c:pt>
                <c:pt idx="235">
                  <c:v>30895</c:v>
                </c:pt>
                <c:pt idx="236">
                  <c:v>30926</c:v>
                </c:pt>
                <c:pt idx="237">
                  <c:v>30956</c:v>
                </c:pt>
                <c:pt idx="238">
                  <c:v>30987</c:v>
                </c:pt>
                <c:pt idx="239">
                  <c:v>31017</c:v>
                </c:pt>
                <c:pt idx="240">
                  <c:v>31048</c:v>
                </c:pt>
                <c:pt idx="241">
                  <c:v>31079</c:v>
                </c:pt>
                <c:pt idx="242">
                  <c:v>31107</c:v>
                </c:pt>
                <c:pt idx="243">
                  <c:v>31138</c:v>
                </c:pt>
                <c:pt idx="244">
                  <c:v>31168</c:v>
                </c:pt>
                <c:pt idx="245">
                  <c:v>31199</c:v>
                </c:pt>
                <c:pt idx="246">
                  <c:v>31229</c:v>
                </c:pt>
                <c:pt idx="247">
                  <c:v>31260</c:v>
                </c:pt>
                <c:pt idx="248">
                  <c:v>31291</c:v>
                </c:pt>
                <c:pt idx="249">
                  <c:v>31321</c:v>
                </c:pt>
                <c:pt idx="250">
                  <c:v>31352</c:v>
                </c:pt>
                <c:pt idx="251">
                  <c:v>31382</c:v>
                </c:pt>
                <c:pt idx="252">
                  <c:v>31413</c:v>
                </c:pt>
                <c:pt idx="253">
                  <c:v>31444</c:v>
                </c:pt>
                <c:pt idx="254">
                  <c:v>31472</c:v>
                </c:pt>
                <c:pt idx="255">
                  <c:v>31503</c:v>
                </c:pt>
                <c:pt idx="256">
                  <c:v>31533</c:v>
                </c:pt>
                <c:pt idx="257">
                  <c:v>31564</c:v>
                </c:pt>
                <c:pt idx="258">
                  <c:v>31594</c:v>
                </c:pt>
                <c:pt idx="259">
                  <c:v>31625</c:v>
                </c:pt>
                <c:pt idx="260">
                  <c:v>31656</c:v>
                </c:pt>
                <c:pt idx="261">
                  <c:v>31686</c:v>
                </c:pt>
                <c:pt idx="262">
                  <c:v>31717</c:v>
                </c:pt>
                <c:pt idx="263">
                  <c:v>31747</c:v>
                </c:pt>
                <c:pt idx="264">
                  <c:v>31778</c:v>
                </c:pt>
                <c:pt idx="265">
                  <c:v>31809</c:v>
                </c:pt>
                <c:pt idx="266">
                  <c:v>31837</c:v>
                </c:pt>
                <c:pt idx="267">
                  <c:v>31868</c:v>
                </c:pt>
                <c:pt idx="268">
                  <c:v>31898</c:v>
                </c:pt>
                <c:pt idx="269">
                  <c:v>31929</c:v>
                </c:pt>
                <c:pt idx="270">
                  <c:v>31959</c:v>
                </c:pt>
                <c:pt idx="271">
                  <c:v>31990</c:v>
                </c:pt>
                <c:pt idx="272">
                  <c:v>32021</c:v>
                </c:pt>
                <c:pt idx="273">
                  <c:v>32051</c:v>
                </c:pt>
                <c:pt idx="274">
                  <c:v>32082</c:v>
                </c:pt>
                <c:pt idx="275">
                  <c:v>32112</c:v>
                </c:pt>
                <c:pt idx="276">
                  <c:v>32143</c:v>
                </c:pt>
                <c:pt idx="277">
                  <c:v>32174</c:v>
                </c:pt>
                <c:pt idx="278">
                  <c:v>32203</c:v>
                </c:pt>
                <c:pt idx="279">
                  <c:v>32234</c:v>
                </c:pt>
                <c:pt idx="280">
                  <c:v>32264</c:v>
                </c:pt>
                <c:pt idx="281">
                  <c:v>32295</c:v>
                </c:pt>
                <c:pt idx="282">
                  <c:v>32325</c:v>
                </c:pt>
                <c:pt idx="283">
                  <c:v>32356</c:v>
                </c:pt>
                <c:pt idx="284">
                  <c:v>32387</c:v>
                </c:pt>
                <c:pt idx="285">
                  <c:v>32417</c:v>
                </c:pt>
                <c:pt idx="286">
                  <c:v>32448</c:v>
                </c:pt>
                <c:pt idx="287">
                  <c:v>32478</c:v>
                </c:pt>
                <c:pt idx="288">
                  <c:v>32509</c:v>
                </c:pt>
                <c:pt idx="289">
                  <c:v>32540</c:v>
                </c:pt>
                <c:pt idx="290">
                  <c:v>32568</c:v>
                </c:pt>
                <c:pt idx="291">
                  <c:v>32599</c:v>
                </c:pt>
                <c:pt idx="292">
                  <c:v>32629</c:v>
                </c:pt>
                <c:pt idx="293">
                  <c:v>32660</c:v>
                </c:pt>
                <c:pt idx="294">
                  <c:v>32690</c:v>
                </c:pt>
                <c:pt idx="295">
                  <c:v>32721</c:v>
                </c:pt>
                <c:pt idx="296">
                  <c:v>32752</c:v>
                </c:pt>
                <c:pt idx="297">
                  <c:v>32782</c:v>
                </c:pt>
                <c:pt idx="298">
                  <c:v>32813</c:v>
                </c:pt>
                <c:pt idx="299">
                  <c:v>32843</c:v>
                </c:pt>
                <c:pt idx="300">
                  <c:v>32874</c:v>
                </c:pt>
                <c:pt idx="301">
                  <c:v>32905</c:v>
                </c:pt>
                <c:pt idx="302">
                  <c:v>32933</c:v>
                </c:pt>
                <c:pt idx="303">
                  <c:v>32964</c:v>
                </c:pt>
                <c:pt idx="304">
                  <c:v>32994</c:v>
                </c:pt>
                <c:pt idx="305">
                  <c:v>33025</c:v>
                </c:pt>
                <c:pt idx="306">
                  <c:v>33055</c:v>
                </c:pt>
                <c:pt idx="307">
                  <c:v>33086</c:v>
                </c:pt>
                <c:pt idx="308">
                  <c:v>33117</c:v>
                </c:pt>
                <c:pt idx="309">
                  <c:v>33147</c:v>
                </c:pt>
                <c:pt idx="310">
                  <c:v>33178</c:v>
                </c:pt>
                <c:pt idx="311">
                  <c:v>33208</c:v>
                </c:pt>
                <c:pt idx="312">
                  <c:v>33239</c:v>
                </c:pt>
                <c:pt idx="313">
                  <c:v>33270</c:v>
                </c:pt>
                <c:pt idx="314">
                  <c:v>33298</c:v>
                </c:pt>
                <c:pt idx="315">
                  <c:v>33329</c:v>
                </c:pt>
                <c:pt idx="316">
                  <c:v>33359</c:v>
                </c:pt>
                <c:pt idx="317">
                  <c:v>33390</c:v>
                </c:pt>
                <c:pt idx="318">
                  <c:v>33420</c:v>
                </c:pt>
                <c:pt idx="319">
                  <c:v>33451</c:v>
                </c:pt>
                <c:pt idx="320">
                  <c:v>33482</c:v>
                </c:pt>
                <c:pt idx="321">
                  <c:v>33512</c:v>
                </c:pt>
                <c:pt idx="322">
                  <c:v>33543</c:v>
                </c:pt>
                <c:pt idx="323">
                  <c:v>33573</c:v>
                </c:pt>
                <c:pt idx="324">
                  <c:v>33604</c:v>
                </c:pt>
                <c:pt idx="325">
                  <c:v>33635</c:v>
                </c:pt>
                <c:pt idx="326">
                  <c:v>33664</c:v>
                </c:pt>
                <c:pt idx="327">
                  <c:v>33695</c:v>
                </c:pt>
                <c:pt idx="328">
                  <c:v>33725</c:v>
                </c:pt>
                <c:pt idx="329">
                  <c:v>33756</c:v>
                </c:pt>
                <c:pt idx="330">
                  <c:v>33786</c:v>
                </c:pt>
                <c:pt idx="331">
                  <c:v>33817</c:v>
                </c:pt>
                <c:pt idx="332">
                  <c:v>33848</c:v>
                </c:pt>
                <c:pt idx="333">
                  <c:v>33878</c:v>
                </c:pt>
                <c:pt idx="334">
                  <c:v>33909</c:v>
                </c:pt>
                <c:pt idx="335">
                  <c:v>33939</c:v>
                </c:pt>
                <c:pt idx="336">
                  <c:v>33970</c:v>
                </c:pt>
                <c:pt idx="337">
                  <c:v>34001</c:v>
                </c:pt>
                <c:pt idx="338">
                  <c:v>34029</c:v>
                </c:pt>
                <c:pt idx="339">
                  <c:v>34060</c:v>
                </c:pt>
                <c:pt idx="340">
                  <c:v>34090</c:v>
                </c:pt>
                <c:pt idx="341">
                  <c:v>34121</c:v>
                </c:pt>
                <c:pt idx="342">
                  <c:v>34151</c:v>
                </c:pt>
                <c:pt idx="343">
                  <c:v>34182</c:v>
                </c:pt>
                <c:pt idx="344">
                  <c:v>34213</c:v>
                </c:pt>
                <c:pt idx="345">
                  <c:v>34243</c:v>
                </c:pt>
                <c:pt idx="346">
                  <c:v>34274</c:v>
                </c:pt>
                <c:pt idx="347">
                  <c:v>34304</c:v>
                </c:pt>
                <c:pt idx="348">
                  <c:v>34335</c:v>
                </c:pt>
                <c:pt idx="349">
                  <c:v>34366</c:v>
                </c:pt>
                <c:pt idx="350">
                  <c:v>34394</c:v>
                </c:pt>
                <c:pt idx="351">
                  <c:v>34425</c:v>
                </c:pt>
                <c:pt idx="352">
                  <c:v>34455</c:v>
                </c:pt>
                <c:pt idx="353">
                  <c:v>34486</c:v>
                </c:pt>
                <c:pt idx="354">
                  <c:v>34516</c:v>
                </c:pt>
                <c:pt idx="355">
                  <c:v>34547</c:v>
                </c:pt>
                <c:pt idx="356">
                  <c:v>34578</c:v>
                </c:pt>
                <c:pt idx="357">
                  <c:v>34608</c:v>
                </c:pt>
                <c:pt idx="358">
                  <c:v>34639</c:v>
                </c:pt>
                <c:pt idx="359">
                  <c:v>34669</c:v>
                </c:pt>
                <c:pt idx="360">
                  <c:v>34700</c:v>
                </c:pt>
                <c:pt idx="361">
                  <c:v>34731</c:v>
                </c:pt>
                <c:pt idx="362">
                  <c:v>34759</c:v>
                </c:pt>
                <c:pt idx="363">
                  <c:v>34790</c:v>
                </c:pt>
                <c:pt idx="364">
                  <c:v>34820</c:v>
                </c:pt>
                <c:pt idx="365">
                  <c:v>34851</c:v>
                </c:pt>
                <c:pt idx="366">
                  <c:v>34881</c:v>
                </c:pt>
                <c:pt idx="367">
                  <c:v>34912</c:v>
                </c:pt>
                <c:pt idx="368">
                  <c:v>34943</c:v>
                </c:pt>
                <c:pt idx="369">
                  <c:v>34973</c:v>
                </c:pt>
                <c:pt idx="370">
                  <c:v>35004</c:v>
                </c:pt>
                <c:pt idx="371">
                  <c:v>35034</c:v>
                </c:pt>
                <c:pt idx="372">
                  <c:v>35065</c:v>
                </c:pt>
                <c:pt idx="373">
                  <c:v>35096</c:v>
                </c:pt>
                <c:pt idx="374">
                  <c:v>35125</c:v>
                </c:pt>
                <c:pt idx="375">
                  <c:v>35156</c:v>
                </c:pt>
                <c:pt idx="376">
                  <c:v>35186</c:v>
                </c:pt>
                <c:pt idx="377">
                  <c:v>35217</c:v>
                </c:pt>
                <c:pt idx="378">
                  <c:v>35247</c:v>
                </c:pt>
                <c:pt idx="379">
                  <c:v>35278</c:v>
                </c:pt>
                <c:pt idx="380">
                  <c:v>35309</c:v>
                </c:pt>
                <c:pt idx="381">
                  <c:v>35339</c:v>
                </c:pt>
                <c:pt idx="382">
                  <c:v>35370</c:v>
                </c:pt>
                <c:pt idx="383">
                  <c:v>35400</c:v>
                </c:pt>
                <c:pt idx="384">
                  <c:v>35431</c:v>
                </c:pt>
                <c:pt idx="385">
                  <c:v>35462</c:v>
                </c:pt>
                <c:pt idx="386">
                  <c:v>35490</c:v>
                </c:pt>
                <c:pt idx="387">
                  <c:v>35521</c:v>
                </c:pt>
                <c:pt idx="388">
                  <c:v>35551</c:v>
                </c:pt>
                <c:pt idx="389">
                  <c:v>35582</c:v>
                </c:pt>
                <c:pt idx="390">
                  <c:v>35612</c:v>
                </c:pt>
                <c:pt idx="391">
                  <c:v>35643</c:v>
                </c:pt>
                <c:pt idx="392">
                  <c:v>35674</c:v>
                </c:pt>
                <c:pt idx="393">
                  <c:v>35704</c:v>
                </c:pt>
                <c:pt idx="394">
                  <c:v>35735</c:v>
                </c:pt>
                <c:pt idx="395">
                  <c:v>35765</c:v>
                </c:pt>
                <c:pt idx="396">
                  <c:v>35796</c:v>
                </c:pt>
                <c:pt idx="397">
                  <c:v>35827</c:v>
                </c:pt>
                <c:pt idx="398">
                  <c:v>35855</c:v>
                </c:pt>
                <c:pt idx="399">
                  <c:v>35886</c:v>
                </c:pt>
                <c:pt idx="400">
                  <c:v>35916</c:v>
                </c:pt>
                <c:pt idx="401">
                  <c:v>35947</c:v>
                </c:pt>
                <c:pt idx="402">
                  <c:v>35977</c:v>
                </c:pt>
                <c:pt idx="403">
                  <c:v>36008</c:v>
                </c:pt>
                <c:pt idx="404">
                  <c:v>36039</c:v>
                </c:pt>
                <c:pt idx="405">
                  <c:v>36069</c:v>
                </c:pt>
                <c:pt idx="406">
                  <c:v>36100</c:v>
                </c:pt>
                <c:pt idx="407">
                  <c:v>36130</c:v>
                </c:pt>
                <c:pt idx="408">
                  <c:v>36161</c:v>
                </c:pt>
                <c:pt idx="409">
                  <c:v>36192</c:v>
                </c:pt>
                <c:pt idx="410">
                  <c:v>36220</c:v>
                </c:pt>
                <c:pt idx="411">
                  <c:v>36251</c:v>
                </c:pt>
                <c:pt idx="412">
                  <c:v>36281</c:v>
                </c:pt>
                <c:pt idx="413">
                  <c:v>36312</c:v>
                </c:pt>
                <c:pt idx="414">
                  <c:v>36342</c:v>
                </c:pt>
                <c:pt idx="415">
                  <c:v>36373</c:v>
                </c:pt>
                <c:pt idx="416">
                  <c:v>36404</c:v>
                </c:pt>
                <c:pt idx="417">
                  <c:v>36434</c:v>
                </c:pt>
                <c:pt idx="418">
                  <c:v>36465</c:v>
                </c:pt>
                <c:pt idx="419">
                  <c:v>36495</c:v>
                </c:pt>
                <c:pt idx="420">
                  <c:v>36526</c:v>
                </c:pt>
                <c:pt idx="421">
                  <c:v>36557</c:v>
                </c:pt>
                <c:pt idx="422">
                  <c:v>36586</c:v>
                </c:pt>
                <c:pt idx="423">
                  <c:v>36617</c:v>
                </c:pt>
                <c:pt idx="424">
                  <c:v>36647</c:v>
                </c:pt>
                <c:pt idx="425">
                  <c:v>36678</c:v>
                </c:pt>
                <c:pt idx="426">
                  <c:v>36708</c:v>
                </c:pt>
                <c:pt idx="427">
                  <c:v>36739</c:v>
                </c:pt>
                <c:pt idx="428">
                  <c:v>36770</c:v>
                </c:pt>
                <c:pt idx="429">
                  <c:v>36800</c:v>
                </c:pt>
                <c:pt idx="430">
                  <c:v>36831</c:v>
                </c:pt>
                <c:pt idx="431">
                  <c:v>36861</c:v>
                </c:pt>
                <c:pt idx="432">
                  <c:v>36892</c:v>
                </c:pt>
                <c:pt idx="433">
                  <c:v>36923</c:v>
                </c:pt>
                <c:pt idx="434">
                  <c:v>36951</c:v>
                </c:pt>
                <c:pt idx="435">
                  <c:v>36982</c:v>
                </c:pt>
                <c:pt idx="436">
                  <c:v>37012</c:v>
                </c:pt>
                <c:pt idx="437">
                  <c:v>37043</c:v>
                </c:pt>
                <c:pt idx="438">
                  <c:v>37073</c:v>
                </c:pt>
                <c:pt idx="439">
                  <c:v>37104</c:v>
                </c:pt>
                <c:pt idx="440">
                  <c:v>37135</c:v>
                </c:pt>
                <c:pt idx="441">
                  <c:v>37165</c:v>
                </c:pt>
                <c:pt idx="442">
                  <c:v>37196</c:v>
                </c:pt>
                <c:pt idx="443">
                  <c:v>37226</c:v>
                </c:pt>
                <c:pt idx="444">
                  <c:v>37257</c:v>
                </c:pt>
                <c:pt idx="445">
                  <c:v>37288</c:v>
                </c:pt>
                <c:pt idx="446">
                  <c:v>37316</c:v>
                </c:pt>
                <c:pt idx="447">
                  <c:v>37347</c:v>
                </c:pt>
                <c:pt idx="448">
                  <c:v>37377</c:v>
                </c:pt>
                <c:pt idx="449">
                  <c:v>37408</c:v>
                </c:pt>
                <c:pt idx="450">
                  <c:v>37438</c:v>
                </c:pt>
                <c:pt idx="451">
                  <c:v>37469</c:v>
                </c:pt>
                <c:pt idx="452">
                  <c:v>37500</c:v>
                </c:pt>
                <c:pt idx="453">
                  <c:v>37530</c:v>
                </c:pt>
                <c:pt idx="454">
                  <c:v>37561</c:v>
                </c:pt>
                <c:pt idx="455">
                  <c:v>37591</c:v>
                </c:pt>
                <c:pt idx="456">
                  <c:v>37622</c:v>
                </c:pt>
                <c:pt idx="457">
                  <c:v>37653</c:v>
                </c:pt>
                <c:pt idx="458">
                  <c:v>37681</c:v>
                </c:pt>
                <c:pt idx="459">
                  <c:v>37712</c:v>
                </c:pt>
                <c:pt idx="460">
                  <c:v>37742</c:v>
                </c:pt>
                <c:pt idx="461">
                  <c:v>37773</c:v>
                </c:pt>
                <c:pt idx="462">
                  <c:v>37803</c:v>
                </c:pt>
                <c:pt idx="463">
                  <c:v>37834</c:v>
                </c:pt>
                <c:pt idx="464">
                  <c:v>37865</c:v>
                </c:pt>
                <c:pt idx="465">
                  <c:v>37895</c:v>
                </c:pt>
                <c:pt idx="466">
                  <c:v>37926</c:v>
                </c:pt>
                <c:pt idx="467">
                  <c:v>37956</c:v>
                </c:pt>
                <c:pt idx="468">
                  <c:v>37987</c:v>
                </c:pt>
                <c:pt idx="469">
                  <c:v>38018</c:v>
                </c:pt>
                <c:pt idx="470">
                  <c:v>38047</c:v>
                </c:pt>
                <c:pt idx="471">
                  <c:v>38078</c:v>
                </c:pt>
                <c:pt idx="472">
                  <c:v>38108</c:v>
                </c:pt>
                <c:pt idx="473">
                  <c:v>38139</c:v>
                </c:pt>
                <c:pt idx="474">
                  <c:v>38169</c:v>
                </c:pt>
                <c:pt idx="475">
                  <c:v>38200</c:v>
                </c:pt>
                <c:pt idx="476">
                  <c:v>38231</c:v>
                </c:pt>
                <c:pt idx="477">
                  <c:v>38261</c:v>
                </c:pt>
                <c:pt idx="478">
                  <c:v>38292</c:v>
                </c:pt>
                <c:pt idx="479">
                  <c:v>38322</c:v>
                </c:pt>
                <c:pt idx="480">
                  <c:v>38353</c:v>
                </c:pt>
                <c:pt idx="481">
                  <c:v>38384</c:v>
                </c:pt>
                <c:pt idx="482">
                  <c:v>38412</c:v>
                </c:pt>
                <c:pt idx="483">
                  <c:v>38443</c:v>
                </c:pt>
                <c:pt idx="484">
                  <c:v>38473</c:v>
                </c:pt>
                <c:pt idx="485">
                  <c:v>38504</c:v>
                </c:pt>
                <c:pt idx="486">
                  <c:v>38534</c:v>
                </c:pt>
                <c:pt idx="487">
                  <c:v>38565</c:v>
                </c:pt>
                <c:pt idx="488">
                  <c:v>38596</c:v>
                </c:pt>
                <c:pt idx="489">
                  <c:v>38626</c:v>
                </c:pt>
                <c:pt idx="490">
                  <c:v>38657</c:v>
                </c:pt>
                <c:pt idx="491">
                  <c:v>38687</c:v>
                </c:pt>
                <c:pt idx="492">
                  <c:v>38718</c:v>
                </c:pt>
                <c:pt idx="493">
                  <c:v>38749</c:v>
                </c:pt>
                <c:pt idx="494">
                  <c:v>38777</c:v>
                </c:pt>
                <c:pt idx="495">
                  <c:v>38808</c:v>
                </c:pt>
                <c:pt idx="496">
                  <c:v>38838</c:v>
                </c:pt>
                <c:pt idx="497">
                  <c:v>38869</c:v>
                </c:pt>
                <c:pt idx="498">
                  <c:v>38899</c:v>
                </c:pt>
                <c:pt idx="499">
                  <c:v>38930</c:v>
                </c:pt>
                <c:pt idx="500">
                  <c:v>38961</c:v>
                </c:pt>
                <c:pt idx="501">
                  <c:v>38991</c:v>
                </c:pt>
                <c:pt idx="502">
                  <c:v>39022</c:v>
                </c:pt>
                <c:pt idx="503">
                  <c:v>39052</c:v>
                </c:pt>
                <c:pt idx="504">
                  <c:v>39083</c:v>
                </c:pt>
                <c:pt idx="505">
                  <c:v>39114</c:v>
                </c:pt>
                <c:pt idx="506">
                  <c:v>39142</c:v>
                </c:pt>
                <c:pt idx="507">
                  <c:v>39173</c:v>
                </c:pt>
                <c:pt idx="508">
                  <c:v>39203</c:v>
                </c:pt>
                <c:pt idx="509">
                  <c:v>39234</c:v>
                </c:pt>
                <c:pt idx="510">
                  <c:v>39264</c:v>
                </c:pt>
                <c:pt idx="511">
                  <c:v>39295</c:v>
                </c:pt>
                <c:pt idx="512">
                  <c:v>39326</c:v>
                </c:pt>
                <c:pt idx="513">
                  <c:v>39356</c:v>
                </c:pt>
                <c:pt idx="514">
                  <c:v>39387</c:v>
                </c:pt>
                <c:pt idx="515">
                  <c:v>39417</c:v>
                </c:pt>
                <c:pt idx="516">
                  <c:v>39448</c:v>
                </c:pt>
                <c:pt idx="517">
                  <c:v>39479</c:v>
                </c:pt>
                <c:pt idx="518">
                  <c:v>39508</c:v>
                </c:pt>
                <c:pt idx="519">
                  <c:v>39539</c:v>
                </c:pt>
                <c:pt idx="520">
                  <c:v>39569</c:v>
                </c:pt>
                <c:pt idx="521">
                  <c:v>39600</c:v>
                </c:pt>
                <c:pt idx="522">
                  <c:v>39630</c:v>
                </c:pt>
                <c:pt idx="523">
                  <c:v>39661</c:v>
                </c:pt>
                <c:pt idx="524">
                  <c:v>39692</c:v>
                </c:pt>
                <c:pt idx="525">
                  <c:v>39722</c:v>
                </c:pt>
                <c:pt idx="526">
                  <c:v>39753</c:v>
                </c:pt>
                <c:pt idx="527">
                  <c:v>39783</c:v>
                </c:pt>
                <c:pt idx="528">
                  <c:v>39814</c:v>
                </c:pt>
                <c:pt idx="529">
                  <c:v>39845</c:v>
                </c:pt>
                <c:pt idx="530">
                  <c:v>39873</c:v>
                </c:pt>
                <c:pt idx="531">
                  <c:v>39904</c:v>
                </c:pt>
                <c:pt idx="532">
                  <c:v>39934</c:v>
                </c:pt>
                <c:pt idx="533">
                  <c:v>39965</c:v>
                </c:pt>
                <c:pt idx="534">
                  <c:v>39995</c:v>
                </c:pt>
                <c:pt idx="535">
                  <c:v>40026</c:v>
                </c:pt>
                <c:pt idx="536">
                  <c:v>40057</c:v>
                </c:pt>
                <c:pt idx="537">
                  <c:v>40087</c:v>
                </c:pt>
                <c:pt idx="538">
                  <c:v>40118</c:v>
                </c:pt>
                <c:pt idx="539">
                  <c:v>40148</c:v>
                </c:pt>
                <c:pt idx="540">
                  <c:v>40179</c:v>
                </c:pt>
                <c:pt idx="541">
                  <c:v>40210</c:v>
                </c:pt>
                <c:pt idx="542">
                  <c:v>40238</c:v>
                </c:pt>
                <c:pt idx="543">
                  <c:v>40269</c:v>
                </c:pt>
                <c:pt idx="544">
                  <c:v>40299</c:v>
                </c:pt>
                <c:pt idx="545">
                  <c:v>40330</c:v>
                </c:pt>
                <c:pt idx="546">
                  <c:v>40360</c:v>
                </c:pt>
                <c:pt idx="547">
                  <c:v>40391</c:v>
                </c:pt>
                <c:pt idx="548">
                  <c:v>40422</c:v>
                </c:pt>
                <c:pt idx="549">
                  <c:v>40452</c:v>
                </c:pt>
                <c:pt idx="550">
                  <c:v>40483</c:v>
                </c:pt>
                <c:pt idx="551">
                  <c:v>40513</c:v>
                </c:pt>
                <c:pt idx="552">
                  <c:v>40544</c:v>
                </c:pt>
                <c:pt idx="553">
                  <c:v>40575</c:v>
                </c:pt>
                <c:pt idx="554">
                  <c:v>40603</c:v>
                </c:pt>
                <c:pt idx="555">
                  <c:v>40634</c:v>
                </c:pt>
                <c:pt idx="556">
                  <c:v>40664</c:v>
                </c:pt>
                <c:pt idx="557">
                  <c:v>40695</c:v>
                </c:pt>
                <c:pt idx="558">
                  <c:v>40725</c:v>
                </c:pt>
                <c:pt idx="559">
                  <c:v>40756</c:v>
                </c:pt>
                <c:pt idx="560">
                  <c:v>40787</c:v>
                </c:pt>
                <c:pt idx="561">
                  <c:v>40817</c:v>
                </c:pt>
                <c:pt idx="562">
                  <c:v>40848</c:v>
                </c:pt>
                <c:pt idx="563">
                  <c:v>40878</c:v>
                </c:pt>
                <c:pt idx="564">
                  <c:v>40909</c:v>
                </c:pt>
                <c:pt idx="565">
                  <c:v>40940</c:v>
                </c:pt>
                <c:pt idx="566">
                  <c:v>40969</c:v>
                </c:pt>
                <c:pt idx="567">
                  <c:v>41000</c:v>
                </c:pt>
                <c:pt idx="568">
                  <c:v>41030</c:v>
                </c:pt>
              </c:numCache>
            </c:numRef>
          </c:cat>
          <c:val>
            <c:numRef>
              <c:f>Sheet1!$I$15:$I$583</c:f>
              <c:numCache>
                <c:formatCode>0.00</c:formatCode>
                <c:ptCount val="569"/>
                <c:pt idx="0">
                  <c:v>100</c:v>
                </c:pt>
                <c:pt idx="1">
                  <c:v>100</c:v>
                </c:pt>
                <c:pt idx="2">
                  <c:v>100.095907928389</c:v>
                </c:pt>
                <c:pt idx="3">
                  <c:v>100.319693094629</c:v>
                </c:pt>
                <c:pt idx="4">
                  <c:v>100.639386189258</c:v>
                </c:pt>
                <c:pt idx="5">
                  <c:v>101.054987212276</c:v>
                </c:pt>
                <c:pt idx="6">
                  <c:v>100.959079283888</c:v>
                </c:pt>
                <c:pt idx="7">
                  <c:v>100.86317135549901</c:v>
                </c:pt>
                <c:pt idx="8">
                  <c:v>101.086956521739</c:v>
                </c:pt>
                <c:pt idx="9">
                  <c:v>101.18286445012799</c:v>
                </c:pt>
                <c:pt idx="10">
                  <c:v>101.502557544757</c:v>
                </c:pt>
                <c:pt idx="11">
                  <c:v>101.822250639386</c:v>
                </c:pt>
                <c:pt idx="12">
                  <c:v>101.918158567775</c:v>
                </c:pt>
                <c:pt idx="13">
                  <c:v>102.557544757033</c:v>
                </c:pt>
                <c:pt idx="14">
                  <c:v>102.877237851662</c:v>
                </c:pt>
                <c:pt idx="15">
                  <c:v>103.196930946292</c:v>
                </c:pt>
                <c:pt idx="16">
                  <c:v>103.42071611253201</c:v>
                </c:pt>
                <c:pt idx="17">
                  <c:v>103.516624040921</c:v>
                </c:pt>
                <c:pt idx="18">
                  <c:v>103.74040920716099</c:v>
                </c:pt>
                <c:pt idx="19">
                  <c:v>104.379795396419</c:v>
                </c:pt>
                <c:pt idx="20">
                  <c:v>104.699488491049</c:v>
                </c:pt>
                <c:pt idx="21">
                  <c:v>105.019181585678</c:v>
                </c:pt>
                <c:pt idx="22">
                  <c:v>105.115089514066</c:v>
                </c:pt>
                <c:pt idx="23">
                  <c:v>105.242966751918</c:v>
                </c:pt>
                <c:pt idx="24">
                  <c:v>105.179028132992</c:v>
                </c:pt>
                <c:pt idx="25">
                  <c:v>105.498721227622</c:v>
                </c:pt>
                <c:pt idx="26">
                  <c:v>105.498721227622</c:v>
                </c:pt>
                <c:pt idx="27">
                  <c:v>105.818414322251</c:v>
                </c:pt>
                <c:pt idx="28">
                  <c:v>105.818414322251</c:v>
                </c:pt>
                <c:pt idx="29">
                  <c:v>106.45780051150901</c:v>
                </c:pt>
                <c:pt idx="30">
                  <c:v>106.77749360613799</c:v>
                </c:pt>
                <c:pt idx="31">
                  <c:v>107.097186700767</c:v>
                </c:pt>
                <c:pt idx="32">
                  <c:v>107.416879795396</c:v>
                </c:pt>
                <c:pt idx="33">
                  <c:v>107.736572890026</c:v>
                </c:pt>
                <c:pt idx="34">
                  <c:v>108.375959079284</c:v>
                </c:pt>
                <c:pt idx="35">
                  <c:v>108.695652173913</c:v>
                </c:pt>
                <c:pt idx="36">
                  <c:v>109.01534526854201</c:v>
                </c:pt>
                <c:pt idx="37">
                  <c:v>109.33503836317099</c:v>
                </c:pt>
                <c:pt idx="38">
                  <c:v>109.6547314578</c:v>
                </c:pt>
                <c:pt idx="39">
                  <c:v>109.97442455242999</c:v>
                </c:pt>
                <c:pt idx="40">
                  <c:v>110.294117647059</c:v>
                </c:pt>
                <c:pt idx="41">
                  <c:v>110.933503836317</c:v>
                </c:pt>
                <c:pt idx="42">
                  <c:v>111.57289002557501</c:v>
                </c:pt>
                <c:pt idx="43">
                  <c:v>111.892583120205</c:v>
                </c:pt>
                <c:pt idx="44">
                  <c:v>112.21227621483401</c:v>
                </c:pt>
                <c:pt idx="45">
                  <c:v>112.851662404092</c:v>
                </c:pt>
                <c:pt idx="46">
                  <c:v>113.171355498721</c:v>
                </c:pt>
                <c:pt idx="47">
                  <c:v>113.81074168798</c:v>
                </c:pt>
                <c:pt idx="48">
                  <c:v>114.130434782609</c:v>
                </c:pt>
                <c:pt idx="49">
                  <c:v>114.450127877238</c:v>
                </c:pt>
                <c:pt idx="50">
                  <c:v>115.409207161125</c:v>
                </c:pt>
                <c:pt idx="51">
                  <c:v>116.048593350384</c:v>
                </c:pt>
                <c:pt idx="52">
                  <c:v>116.368286445013</c:v>
                </c:pt>
                <c:pt idx="53">
                  <c:v>117.007672634271</c:v>
                </c:pt>
                <c:pt idx="54">
                  <c:v>117.64705882352899</c:v>
                </c:pt>
                <c:pt idx="55">
                  <c:v>117.96675191815901</c:v>
                </c:pt>
                <c:pt idx="56">
                  <c:v>118.606138107417</c:v>
                </c:pt>
                <c:pt idx="57">
                  <c:v>119.245524296675</c:v>
                </c:pt>
                <c:pt idx="58">
                  <c:v>119.884910485934</c:v>
                </c:pt>
                <c:pt idx="59">
                  <c:v>120.52429667519201</c:v>
                </c:pt>
                <c:pt idx="60">
                  <c:v>121.16368286445</c:v>
                </c:pt>
                <c:pt idx="61">
                  <c:v>121.803069053708</c:v>
                </c:pt>
                <c:pt idx="62">
                  <c:v>122.442455242967</c:v>
                </c:pt>
                <c:pt idx="63">
                  <c:v>123.081841432225</c:v>
                </c:pt>
                <c:pt idx="64">
                  <c:v>123.40153452685399</c:v>
                </c:pt>
                <c:pt idx="65">
                  <c:v>124.040920716112</c:v>
                </c:pt>
                <c:pt idx="66">
                  <c:v>124.360613810742</c:v>
                </c:pt>
                <c:pt idx="67">
                  <c:v>124.680306905371</c:v>
                </c:pt>
                <c:pt idx="68">
                  <c:v>125.319693094629</c:v>
                </c:pt>
                <c:pt idx="69">
                  <c:v>125.959079283888</c:v>
                </c:pt>
                <c:pt idx="70">
                  <c:v>126.59846547314601</c:v>
                </c:pt>
                <c:pt idx="71">
                  <c:v>127.237851662404</c:v>
                </c:pt>
                <c:pt idx="72">
                  <c:v>127.557544757033</c:v>
                </c:pt>
                <c:pt idx="73">
                  <c:v>127.557544757033</c:v>
                </c:pt>
                <c:pt idx="74">
                  <c:v>127.877237851662</c:v>
                </c:pt>
                <c:pt idx="75">
                  <c:v>128.19693094629201</c:v>
                </c:pt>
                <c:pt idx="76">
                  <c:v>128.83631713554999</c:v>
                </c:pt>
                <c:pt idx="77">
                  <c:v>129.47570332480799</c:v>
                </c:pt>
                <c:pt idx="78">
                  <c:v>129.795396419437</c:v>
                </c:pt>
                <c:pt idx="79">
                  <c:v>130.11508951406699</c:v>
                </c:pt>
                <c:pt idx="80">
                  <c:v>130.434782608696</c:v>
                </c:pt>
                <c:pt idx="81">
                  <c:v>130.754475703325</c:v>
                </c:pt>
                <c:pt idx="82">
                  <c:v>131.074168797954</c:v>
                </c:pt>
                <c:pt idx="83">
                  <c:v>131.393861892583</c:v>
                </c:pt>
                <c:pt idx="84">
                  <c:v>131.71355498721201</c:v>
                </c:pt>
                <c:pt idx="85">
                  <c:v>132.35294117647101</c:v>
                </c:pt>
                <c:pt idx="86">
                  <c:v>132.35294117647101</c:v>
                </c:pt>
                <c:pt idx="87">
                  <c:v>132.67263427110001</c:v>
                </c:pt>
                <c:pt idx="88">
                  <c:v>132.99232736572901</c:v>
                </c:pt>
                <c:pt idx="89">
                  <c:v>133.31202046035801</c:v>
                </c:pt>
                <c:pt idx="90">
                  <c:v>133.63171355498699</c:v>
                </c:pt>
                <c:pt idx="91">
                  <c:v>133.95140664961599</c:v>
                </c:pt>
                <c:pt idx="92">
                  <c:v>134.59079283887499</c:v>
                </c:pt>
                <c:pt idx="93">
                  <c:v>134.91048593350399</c:v>
                </c:pt>
                <c:pt idx="94">
                  <c:v>135.549872122762</c:v>
                </c:pt>
                <c:pt idx="95">
                  <c:v>135.869565217391</c:v>
                </c:pt>
                <c:pt idx="96">
                  <c:v>136.50895140665</c:v>
                </c:pt>
                <c:pt idx="97">
                  <c:v>137.46803069053701</c:v>
                </c:pt>
                <c:pt idx="98">
                  <c:v>138.74680306905401</c:v>
                </c:pt>
                <c:pt idx="99">
                  <c:v>139.70588235294099</c:v>
                </c:pt>
                <c:pt idx="100">
                  <c:v>140.34526854219999</c:v>
                </c:pt>
                <c:pt idx="101">
                  <c:v>141.304347826087</c:v>
                </c:pt>
                <c:pt idx="102">
                  <c:v>141.304347826087</c:v>
                </c:pt>
                <c:pt idx="103">
                  <c:v>143.86189258312001</c:v>
                </c:pt>
                <c:pt idx="104">
                  <c:v>144.50127877237799</c:v>
                </c:pt>
                <c:pt idx="105">
                  <c:v>145.78005115089499</c:v>
                </c:pt>
                <c:pt idx="106">
                  <c:v>146.73913043478299</c:v>
                </c:pt>
                <c:pt idx="107">
                  <c:v>148.017902813299</c:v>
                </c:pt>
                <c:pt idx="108">
                  <c:v>149.61636828644501</c:v>
                </c:pt>
                <c:pt idx="109">
                  <c:v>151.21483375959099</c:v>
                </c:pt>
                <c:pt idx="110">
                  <c:v>152.81329923273699</c:v>
                </c:pt>
                <c:pt idx="111">
                  <c:v>153.772378516624</c:v>
                </c:pt>
                <c:pt idx="112">
                  <c:v>155.37084398977001</c:v>
                </c:pt>
                <c:pt idx="113">
                  <c:v>156.64961636828599</c:v>
                </c:pt>
                <c:pt idx="114">
                  <c:v>157.60869565217399</c:v>
                </c:pt>
                <c:pt idx="115">
                  <c:v>159.526854219949</c:v>
                </c:pt>
                <c:pt idx="116">
                  <c:v>161.76470588235301</c:v>
                </c:pt>
                <c:pt idx="117">
                  <c:v>163.04347826086999</c:v>
                </c:pt>
                <c:pt idx="118">
                  <c:v>164.641943734015</c:v>
                </c:pt>
                <c:pt idx="119">
                  <c:v>165.92071611253201</c:v>
                </c:pt>
                <c:pt idx="120">
                  <c:v>167.19948849104901</c:v>
                </c:pt>
                <c:pt idx="121">
                  <c:v>168.15856777493599</c:v>
                </c:pt>
                <c:pt idx="122">
                  <c:v>168.79795396419399</c:v>
                </c:pt>
                <c:pt idx="123">
                  <c:v>169.43734015345299</c:v>
                </c:pt>
                <c:pt idx="124">
                  <c:v>169.757033248082</c:v>
                </c:pt>
                <c:pt idx="125">
                  <c:v>171.03580562659801</c:v>
                </c:pt>
                <c:pt idx="126">
                  <c:v>172.63427109974401</c:v>
                </c:pt>
                <c:pt idx="127">
                  <c:v>173.27365728900199</c:v>
                </c:pt>
                <c:pt idx="128">
                  <c:v>174.55242966751899</c:v>
                </c:pt>
                <c:pt idx="129">
                  <c:v>175.511508951407</c:v>
                </c:pt>
                <c:pt idx="130">
                  <c:v>176.790281329923</c:v>
                </c:pt>
                <c:pt idx="131">
                  <c:v>177.74936061381101</c:v>
                </c:pt>
                <c:pt idx="132">
                  <c:v>178.38874680306901</c:v>
                </c:pt>
                <c:pt idx="133">
                  <c:v>178.70843989769801</c:v>
                </c:pt>
                <c:pt idx="134">
                  <c:v>179.02813299232699</c:v>
                </c:pt>
                <c:pt idx="135">
                  <c:v>179.34782608695701</c:v>
                </c:pt>
                <c:pt idx="136">
                  <c:v>180.30690537084399</c:v>
                </c:pt>
                <c:pt idx="137">
                  <c:v>181.265984654731</c:v>
                </c:pt>
                <c:pt idx="138">
                  <c:v>182.225063938619</c:v>
                </c:pt>
                <c:pt idx="139">
                  <c:v>183.18414322250601</c:v>
                </c:pt>
                <c:pt idx="140">
                  <c:v>184.14322250639401</c:v>
                </c:pt>
                <c:pt idx="141">
                  <c:v>185.10230179028099</c:v>
                </c:pt>
                <c:pt idx="142">
                  <c:v>185.74168797953999</c:v>
                </c:pt>
                <c:pt idx="143">
                  <c:v>186.700767263427</c:v>
                </c:pt>
                <c:pt idx="144">
                  <c:v>187.659846547315</c:v>
                </c:pt>
                <c:pt idx="145">
                  <c:v>189.57800511508901</c:v>
                </c:pt>
                <c:pt idx="146">
                  <c:v>190.53708439897699</c:v>
                </c:pt>
                <c:pt idx="147">
                  <c:v>191.81585677749399</c:v>
                </c:pt>
                <c:pt idx="148">
                  <c:v>192.455242966752</c:v>
                </c:pt>
                <c:pt idx="149">
                  <c:v>193.414322250639</c:v>
                </c:pt>
                <c:pt idx="150">
                  <c:v>194.37340153452701</c:v>
                </c:pt>
                <c:pt idx="151">
                  <c:v>195.33248081841401</c:v>
                </c:pt>
                <c:pt idx="152">
                  <c:v>195.97186700767301</c:v>
                </c:pt>
                <c:pt idx="153">
                  <c:v>196.93094629155999</c:v>
                </c:pt>
                <c:pt idx="154">
                  <c:v>198.209718670077</c:v>
                </c:pt>
                <c:pt idx="155">
                  <c:v>199.168797953964</c:v>
                </c:pt>
                <c:pt idx="156">
                  <c:v>200.44757033248101</c:v>
                </c:pt>
                <c:pt idx="157">
                  <c:v>201.40664961636799</c:v>
                </c:pt>
                <c:pt idx="158">
                  <c:v>202.68542199488499</c:v>
                </c:pt>
                <c:pt idx="159">
                  <c:v>204.283887468031</c:v>
                </c:pt>
                <c:pt idx="160">
                  <c:v>206.20204603580601</c:v>
                </c:pt>
                <c:pt idx="161">
                  <c:v>207.80051150895099</c:v>
                </c:pt>
                <c:pt idx="162">
                  <c:v>209.398976982097</c:v>
                </c:pt>
                <c:pt idx="163">
                  <c:v>210.677749360614</c:v>
                </c:pt>
                <c:pt idx="164">
                  <c:v>212.59590792838901</c:v>
                </c:pt>
                <c:pt idx="165">
                  <c:v>214.51406649616399</c:v>
                </c:pt>
                <c:pt idx="166">
                  <c:v>215.79283887468</c:v>
                </c:pt>
                <c:pt idx="167">
                  <c:v>217.07161125319701</c:v>
                </c:pt>
                <c:pt idx="168">
                  <c:v>218.98976982097199</c:v>
                </c:pt>
                <c:pt idx="169">
                  <c:v>221.227621483376</c:v>
                </c:pt>
                <c:pt idx="170">
                  <c:v>223.46547314578001</c:v>
                </c:pt>
                <c:pt idx="171">
                  <c:v>225.70332480818399</c:v>
                </c:pt>
                <c:pt idx="172">
                  <c:v>228.26086956521701</c:v>
                </c:pt>
                <c:pt idx="173">
                  <c:v>230.81841432225099</c:v>
                </c:pt>
                <c:pt idx="174">
                  <c:v>233.375959079284</c:v>
                </c:pt>
                <c:pt idx="175">
                  <c:v>235.61381074168801</c:v>
                </c:pt>
                <c:pt idx="176">
                  <c:v>237.851662404092</c:v>
                </c:pt>
                <c:pt idx="177">
                  <c:v>240.40920716112501</c:v>
                </c:pt>
                <c:pt idx="178">
                  <c:v>242.96675191815899</c:v>
                </c:pt>
                <c:pt idx="179">
                  <c:v>245.84398976982101</c:v>
                </c:pt>
                <c:pt idx="180">
                  <c:v>249.360613810742</c:v>
                </c:pt>
                <c:pt idx="181">
                  <c:v>252.55754475703301</c:v>
                </c:pt>
                <c:pt idx="182">
                  <c:v>256.07416879795397</c:v>
                </c:pt>
                <c:pt idx="183">
                  <c:v>258.63171355498702</c:v>
                </c:pt>
                <c:pt idx="184">
                  <c:v>261.18925831202102</c:v>
                </c:pt>
                <c:pt idx="185">
                  <c:v>263.74680306905401</c:v>
                </c:pt>
                <c:pt idx="186">
                  <c:v>264.06649616368298</c:v>
                </c:pt>
                <c:pt idx="187">
                  <c:v>265.98465473145802</c:v>
                </c:pt>
                <c:pt idx="188">
                  <c:v>268.22250639386198</c:v>
                </c:pt>
                <c:pt idx="189">
                  <c:v>270.78005115089502</c:v>
                </c:pt>
                <c:pt idx="190">
                  <c:v>273.65728900255698</c:v>
                </c:pt>
                <c:pt idx="191">
                  <c:v>276.21483375959099</c:v>
                </c:pt>
                <c:pt idx="192">
                  <c:v>278.77237851662397</c:v>
                </c:pt>
                <c:pt idx="193">
                  <c:v>281.32992327365702</c:v>
                </c:pt>
                <c:pt idx="194">
                  <c:v>283.248081841432</c:v>
                </c:pt>
                <c:pt idx="195">
                  <c:v>284.846547314578</c:v>
                </c:pt>
                <c:pt idx="196">
                  <c:v>286.76470588235298</c:v>
                </c:pt>
                <c:pt idx="197">
                  <c:v>289.32225063938603</c:v>
                </c:pt>
                <c:pt idx="198">
                  <c:v>292.51918158567798</c:v>
                </c:pt>
                <c:pt idx="199">
                  <c:v>294.75703324808097</c:v>
                </c:pt>
                <c:pt idx="200">
                  <c:v>297.63427109974401</c:v>
                </c:pt>
                <c:pt idx="201">
                  <c:v>298.59335038363201</c:v>
                </c:pt>
                <c:pt idx="202">
                  <c:v>299.87212276214802</c:v>
                </c:pt>
                <c:pt idx="203">
                  <c:v>300.83120204603603</c:v>
                </c:pt>
                <c:pt idx="204">
                  <c:v>301.790281329923</c:v>
                </c:pt>
                <c:pt idx="205">
                  <c:v>302.74936061381101</c:v>
                </c:pt>
                <c:pt idx="206">
                  <c:v>302.74936061381101</c:v>
                </c:pt>
                <c:pt idx="207">
                  <c:v>303.70843989769799</c:v>
                </c:pt>
                <c:pt idx="208">
                  <c:v>306.58567774936103</c:v>
                </c:pt>
                <c:pt idx="209">
                  <c:v>310.10230179028099</c:v>
                </c:pt>
                <c:pt idx="210">
                  <c:v>311.700767263427</c:v>
                </c:pt>
                <c:pt idx="211">
                  <c:v>312.340153452685</c:v>
                </c:pt>
                <c:pt idx="212">
                  <c:v>312.340153452685</c:v>
                </c:pt>
                <c:pt idx="213">
                  <c:v>313.61892583120198</c:v>
                </c:pt>
                <c:pt idx="214">
                  <c:v>313.29923273657198</c:v>
                </c:pt>
                <c:pt idx="215">
                  <c:v>312.340153452685</c:v>
                </c:pt>
                <c:pt idx="216">
                  <c:v>312.97953964194397</c:v>
                </c:pt>
                <c:pt idx="217">
                  <c:v>313.29923273657198</c:v>
                </c:pt>
                <c:pt idx="218">
                  <c:v>313.61892583120198</c:v>
                </c:pt>
                <c:pt idx="219">
                  <c:v>315.85677749360599</c:v>
                </c:pt>
                <c:pt idx="220">
                  <c:v>317.13554987212302</c:v>
                </c:pt>
                <c:pt idx="221">
                  <c:v>317.77493606138103</c:v>
                </c:pt>
                <c:pt idx="222">
                  <c:v>319.053708439898</c:v>
                </c:pt>
                <c:pt idx="223">
                  <c:v>320.01278772378498</c:v>
                </c:pt>
                <c:pt idx="224">
                  <c:v>320.97186700767202</c:v>
                </c:pt>
                <c:pt idx="225">
                  <c:v>322.25063938618899</c:v>
                </c:pt>
                <c:pt idx="226">
                  <c:v>323.209718670077</c:v>
                </c:pt>
                <c:pt idx="227">
                  <c:v>324.16879795396397</c:v>
                </c:pt>
                <c:pt idx="228">
                  <c:v>326.40664961636799</c:v>
                </c:pt>
                <c:pt idx="229">
                  <c:v>328.00511508951399</c:v>
                </c:pt>
                <c:pt idx="230">
                  <c:v>328.96419437340199</c:v>
                </c:pt>
                <c:pt idx="231">
                  <c:v>330.242966751918</c:v>
                </c:pt>
                <c:pt idx="232">
                  <c:v>330.88235294117601</c:v>
                </c:pt>
                <c:pt idx="233">
                  <c:v>331.52173913043498</c:v>
                </c:pt>
                <c:pt idx="234">
                  <c:v>332.80051150895099</c:v>
                </c:pt>
                <c:pt idx="235">
                  <c:v>333.75959079283899</c:v>
                </c:pt>
                <c:pt idx="236">
                  <c:v>334.71867007672603</c:v>
                </c:pt>
                <c:pt idx="237">
                  <c:v>335.99744245524198</c:v>
                </c:pt>
                <c:pt idx="238">
                  <c:v>336.63682864450101</c:v>
                </c:pt>
                <c:pt idx="239">
                  <c:v>337.27621483375998</c:v>
                </c:pt>
                <c:pt idx="240">
                  <c:v>337.91560102301798</c:v>
                </c:pt>
                <c:pt idx="241">
                  <c:v>339.83375959079302</c:v>
                </c:pt>
                <c:pt idx="242">
                  <c:v>341.43222506393897</c:v>
                </c:pt>
                <c:pt idx="243">
                  <c:v>342.07161125319698</c:v>
                </c:pt>
                <c:pt idx="244">
                  <c:v>342.71099744245498</c:v>
                </c:pt>
                <c:pt idx="245">
                  <c:v>343.67007672634298</c:v>
                </c:pt>
                <c:pt idx="246">
                  <c:v>344.30946291560099</c:v>
                </c:pt>
                <c:pt idx="247">
                  <c:v>344.94884910485899</c:v>
                </c:pt>
                <c:pt idx="248">
                  <c:v>345.58823529411802</c:v>
                </c:pt>
                <c:pt idx="249">
                  <c:v>346.86700767263397</c:v>
                </c:pt>
                <c:pt idx="250">
                  <c:v>348.46547314577998</c:v>
                </c:pt>
                <c:pt idx="251">
                  <c:v>350.06393861892599</c:v>
                </c:pt>
                <c:pt idx="252">
                  <c:v>351.34271099744302</c:v>
                </c:pt>
                <c:pt idx="253">
                  <c:v>350.70332480818303</c:v>
                </c:pt>
                <c:pt idx="254">
                  <c:v>348.78516624040901</c:v>
                </c:pt>
                <c:pt idx="255">
                  <c:v>347.50639386189198</c:v>
                </c:pt>
                <c:pt idx="256">
                  <c:v>348.46547314577998</c:v>
                </c:pt>
                <c:pt idx="257">
                  <c:v>349.74424552429701</c:v>
                </c:pt>
                <c:pt idx="258">
                  <c:v>350.06393861892599</c:v>
                </c:pt>
                <c:pt idx="259">
                  <c:v>350.38363171355502</c:v>
                </c:pt>
                <c:pt idx="260">
                  <c:v>351.66240409207199</c:v>
                </c:pt>
                <c:pt idx="261">
                  <c:v>352.30179028133</c:v>
                </c:pt>
                <c:pt idx="262">
                  <c:v>352.941176470588</c:v>
                </c:pt>
                <c:pt idx="263">
                  <c:v>354.21994884910498</c:v>
                </c:pt>
                <c:pt idx="264">
                  <c:v>356.138107416879</c:v>
                </c:pt>
                <c:pt idx="265">
                  <c:v>357.41687979539603</c:v>
                </c:pt>
                <c:pt idx="266">
                  <c:v>358.695652173913</c:v>
                </c:pt>
                <c:pt idx="267">
                  <c:v>360.29411764705901</c:v>
                </c:pt>
                <c:pt idx="268">
                  <c:v>361.25319693094599</c:v>
                </c:pt>
                <c:pt idx="269">
                  <c:v>362.851662404092</c:v>
                </c:pt>
                <c:pt idx="270">
                  <c:v>363.81074168797898</c:v>
                </c:pt>
                <c:pt idx="271">
                  <c:v>365.40920716112498</c:v>
                </c:pt>
                <c:pt idx="272">
                  <c:v>366.68797953964201</c:v>
                </c:pt>
                <c:pt idx="273">
                  <c:v>367.64705882352899</c:v>
                </c:pt>
                <c:pt idx="274">
                  <c:v>368.92583120204603</c:v>
                </c:pt>
                <c:pt idx="275">
                  <c:v>369.56521739130397</c:v>
                </c:pt>
                <c:pt idx="276">
                  <c:v>370.84398976982101</c:v>
                </c:pt>
                <c:pt idx="277">
                  <c:v>371.48337595907901</c:v>
                </c:pt>
                <c:pt idx="278">
                  <c:v>372.44245524296701</c:v>
                </c:pt>
                <c:pt idx="279">
                  <c:v>374.68030690537103</c:v>
                </c:pt>
                <c:pt idx="280">
                  <c:v>375.639386189258</c:v>
                </c:pt>
                <c:pt idx="281">
                  <c:v>377.23785166240401</c:v>
                </c:pt>
                <c:pt idx="282">
                  <c:v>378.83631713555002</c:v>
                </c:pt>
                <c:pt idx="283">
                  <c:v>380.43478260869603</c:v>
                </c:pt>
                <c:pt idx="284">
                  <c:v>382.03324808184101</c:v>
                </c:pt>
                <c:pt idx="285">
                  <c:v>383.31202046035799</c:v>
                </c:pt>
                <c:pt idx="286">
                  <c:v>384.59079283887502</c:v>
                </c:pt>
                <c:pt idx="287">
                  <c:v>385.86956521739103</c:v>
                </c:pt>
                <c:pt idx="288">
                  <c:v>387.46803069053698</c:v>
                </c:pt>
                <c:pt idx="289">
                  <c:v>388.74680306905401</c:v>
                </c:pt>
                <c:pt idx="290">
                  <c:v>390.66496163682899</c:v>
                </c:pt>
                <c:pt idx="291">
                  <c:v>393.54219948849101</c:v>
                </c:pt>
                <c:pt idx="292">
                  <c:v>395.46035805626502</c:v>
                </c:pt>
                <c:pt idx="293">
                  <c:v>396.73913043478302</c:v>
                </c:pt>
                <c:pt idx="294">
                  <c:v>398.01790281329897</c:v>
                </c:pt>
                <c:pt idx="295">
                  <c:v>398.01790281329897</c:v>
                </c:pt>
                <c:pt idx="296">
                  <c:v>398.97698209718698</c:v>
                </c:pt>
                <c:pt idx="297">
                  <c:v>400.89514066496201</c:v>
                </c:pt>
                <c:pt idx="298">
                  <c:v>402.493606138107</c:v>
                </c:pt>
                <c:pt idx="299">
                  <c:v>403.77237851662397</c:v>
                </c:pt>
                <c:pt idx="300">
                  <c:v>407.60869565217399</c:v>
                </c:pt>
                <c:pt idx="301">
                  <c:v>409.20716112532</c:v>
                </c:pt>
                <c:pt idx="302">
                  <c:v>411.12531969309498</c:v>
                </c:pt>
                <c:pt idx="303">
                  <c:v>412.08439897698202</c:v>
                </c:pt>
                <c:pt idx="304">
                  <c:v>412.72378516624002</c:v>
                </c:pt>
                <c:pt idx="305">
                  <c:v>415.28132992327301</c:v>
                </c:pt>
                <c:pt idx="306">
                  <c:v>417.19948849104901</c:v>
                </c:pt>
                <c:pt idx="307">
                  <c:v>420.71611253196897</c:v>
                </c:pt>
                <c:pt idx="308">
                  <c:v>423.59335038363201</c:v>
                </c:pt>
                <c:pt idx="309">
                  <c:v>426.47058823529397</c:v>
                </c:pt>
                <c:pt idx="310">
                  <c:v>427.42966751918198</c:v>
                </c:pt>
                <c:pt idx="311">
                  <c:v>429.02813299232702</c:v>
                </c:pt>
                <c:pt idx="312">
                  <c:v>430.62659846547302</c:v>
                </c:pt>
                <c:pt idx="313">
                  <c:v>430.946291560102</c:v>
                </c:pt>
                <c:pt idx="314">
                  <c:v>430.946291560102</c:v>
                </c:pt>
                <c:pt idx="315">
                  <c:v>431.90537084398898</c:v>
                </c:pt>
                <c:pt idx="316">
                  <c:v>433.50383631713498</c:v>
                </c:pt>
                <c:pt idx="317">
                  <c:v>434.78260869565202</c:v>
                </c:pt>
                <c:pt idx="318">
                  <c:v>435.42199488491002</c:v>
                </c:pt>
                <c:pt idx="319">
                  <c:v>436.700767263427</c:v>
                </c:pt>
                <c:pt idx="320">
                  <c:v>437.97953964194397</c:v>
                </c:pt>
                <c:pt idx="321">
                  <c:v>438.61892583120198</c:v>
                </c:pt>
                <c:pt idx="322">
                  <c:v>440.53708439897702</c:v>
                </c:pt>
                <c:pt idx="323">
                  <c:v>441.81585677749302</c:v>
                </c:pt>
                <c:pt idx="324">
                  <c:v>442.13554987212302</c:v>
                </c:pt>
                <c:pt idx="325">
                  <c:v>443.09462915601</c:v>
                </c:pt>
                <c:pt idx="326">
                  <c:v>444.69309462915601</c:v>
                </c:pt>
                <c:pt idx="327">
                  <c:v>445.65217391304299</c:v>
                </c:pt>
                <c:pt idx="328">
                  <c:v>446.61125319693099</c:v>
                </c:pt>
                <c:pt idx="329">
                  <c:v>447.89002557544802</c:v>
                </c:pt>
                <c:pt idx="330">
                  <c:v>449.16879795396397</c:v>
                </c:pt>
                <c:pt idx="331">
                  <c:v>450.12787723785198</c:v>
                </c:pt>
                <c:pt idx="332">
                  <c:v>451.08695652173901</c:v>
                </c:pt>
                <c:pt idx="333">
                  <c:v>453.00511508951399</c:v>
                </c:pt>
                <c:pt idx="334">
                  <c:v>454.28388746803103</c:v>
                </c:pt>
                <c:pt idx="335">
                  <c:v>454.92327365728801</c:v>
                </c:pt>
                <c:pt idx="336">
                  <c:v>456.52173913043498</c:v>
                </c:pt>
                <c:pt idx="337">
                  <c:v>457.48081841432202</c:v>
                </c:pt>
                <c:pt idx="338">
                  <c:v>458.12020460358099</c:v>
                </c:pt>
                <c:pt idx="339">
                  <c:v>459.71867007672603</c:v>
                </c:pt>
                <c:pt idx="340">
                  <c:v>460.99744245524198</c:v>
                </c:pt>
                <c:pt idx="341">
                  <c:v>461.31713554987198</c:v>
                </c:pt>
                <c:pt idx="342">
                  <c:v>461.95652173912998</c:v>
                </c:pt>
                <c:pt idx="343">
                  <c:v>462.91560102301798</c:v>
                </c:pt>
                <c:pt idx="344">
                  <c:v>463.55498721227599</c:v>
                </c:pt>
                <c:pt idx="345">
                  <c:v>465.47314578005103</c:v>
                </c:pt>
                <c:pt idx="346">
                  <c:v>466.75191815856698</c:v>
                </c:pt>
                <c:pt idx="347">
                  <c:v>467.71099744245498</c:v>
                </c:pt>
                <c:pt idx="348">
                  <c:v>467.71099744245498</c:v>
                </c:pt>
                <c:pt idx="349">
                  <c:v>468.98976982097201</c:v>
                </c:pt>
                <c:pt idx="350">
                  <c:v>470.26854219948802</c:v>
                </c:pt>
                <c:pt idx="351">
                  <c:v>470.58823529411802</c:v>
                </c:pt>
                <c:pt idx="352">
                  <c:v>471.54731457800398</c:v>
                </c:pt>
                <c:pt idx="353">
                  <c:v>472.82608695652198</c:v>
                </c:pt>
                <c:pt idx="354">
                  <c:v>474.42455242966702</c:v>
                </c:pt>
                <c:pt idx="355">
                  <c:v>476.342710997442</c:v>
                </c:pt>
                <c:pt idx="356">
                  <c:v>477.30179028133</c:v>
                </c:pt>
                <c:pt idx="357">
                  <c:v>477.62148337595897</c:v>
                </c:pt>
                <c:pt idx="358">
                  <c:v>478.90025575447601</c:v>
                </c:pt>
                <c:pt idx="359">
                  <c:v>479.85933503836299</c:v>
                </c:pt>
                <c:pt idx="360">
                  <c:v>481.138107416879</c:v>
                </c:pt>
                <c:pt idx="361">
                  <c:v>482.41687979539603</c:v>
                </c:pt>
                <c:pt idx="362">
                  <c:v>483.37595907928397</c:v>
                </c:pt>
                <c:pt idx="363">
                  <c:v>485.29411764705901</c:v>
                </c:pt>
                <c:pt idx="364">
                  <c:v>486.25319693094599</c:v>
                </c:pt>
                <c:pt idx="365">
                  <c:v>487.21227621483399</c:v>
                </c:pt>
                <c:pt idx="366">
                  <c:v>487.851662404092</c:v>
                </c:pt>
                <c:pt idx="367">
                  <c:v>488.81074168797898</c:v>
                </c:pt>
                <c:pt idx="368">
                  <c:v>489.45012787723698</c:v>
                </c:pt>
                <c:pt idx="369">
                  <c:v>490.72890025575401</c:v>
                </c:pt>
                <c:pt idx="370">
                  <c:v>491.36828644501298</c:v>
                </c:pt>
                <c:pt idx="371">
                  <c:v>492.00767263427099</c:v>
                </c:pt>
                <c:pt idx="372">
                  <c:v>494.56521739130397</c:v>
                </c:pt>
                <c:pt idx="373">
                  <c:v>495.52429667519198</c:v>
                </c:pt>
                <c:pt idx="374">
                  <c:v>497.12276214833798</c:v>
                </c:pt>
                <c:pt idx="375">
                  <c:v>499.04092071611302</c:v>
                </c:pt>
                <c:pt idx="376">
                  <c:v>500</c:v>
                </c:pt>
                <c:pt idx="377">
                  <c:v>500.95907928388698</c:v>
                </c:pt>
                <c:pt idx="378">
                  <c:v>501.91815856777401</c:v>
                </c:pt>
                <c:pt idx="379">
                  <c:v>502.55754475703299</c:v>
                </c:pt>
                <c:pt idx="380">
                  <c:v>504.15601023017899</c:v>
                </c:pt>
                <c:pt idx="381">
                  <c:v>505.754475703325</c:v>
                </c:pt>
                <c:pt idx="382">
                  <c:v>507.35294117646998</c:v>
                </c:pt>
                <c:pt idx="383">
                  <c:v>508.63171355498702</c:v>
                </c:pt>
                <c:pt idx="384">
                  <c:v>509.59079283887502</c:v>
                </c:pt>
                <c:pt idx="385">
                  <c:v>510.549872122762</c:v>
                </c:pt>
                <c:pt idx="386">
                  <c:v>510.86956521739103</c:v>
                </c:pt>
                <c:pt idx="387">
                  <c:v>511.18925831202102</c:v>
                </c:pt>
                <c:pt idx="388">
                  <c:v>511.18925831202102</c:v>
                </c:pt>
                <c:pt idx="389">
                  <c:v>512.14833759590795</c:v>
                </c:pt>
                <c:pt idx="390">
                  <c:v>512.78772378516601</c:v>
                </c:pt>
                <c:pt idx="391">
                  <c:v>514.06649616368304</c:v>
                </c:pt>
                <c:pt idx="392">
                  <c:v>515.34526854219905</c:v>
                </c:pt>
                <c:pt idx="393">
                  <c:v>516.304347826087</c:v>
                </c:pt>
                <c:pt idx="394">
                  <c:v>516.94373401534494</c:v>
                </c:pt>
                <c:pt idx="395">
                  <c:v>517.26342710997403</c:v>
                </c:pt>
                <c:pt idx="396">
                  <c:v>517.902813299233</c:v>
                </c:pt>
                <c:pt idx="397">
                  <c:v>517.902813299233</c:v>
                </c:pt>
                <c:pt idx="398">
                  <c:v>517.902813299233</c:v>
                </c:pt>
                <c:pt idx="399">
                  <c:v>518.54219948849004</c:v>
                </c:pt>
                <c:pt idx="400">
                  <c:v>519.82097186700798</c:v>
                </c:pt>
                <c:pt idx="401">
                  <c:v>520.46035805626605</c:v>
                </c:pt>
                <c:pt idx="402">
                  <c:v>521.73913043478296</c:v>
                </c:pt>
                <c:pt idx="403">
                  <c:v>522.37851662404103</c:v>
                </c:pt>
                <c:pt idx="404">
                  <c:v>522.69820971867</c:v>
                </c:pt>
                <c:pt idx="405">
                  <c:v>523.97698209718703</c:v>
                </c:pt>
                <c:pt idx="406">
                  <c:v>524.61636828644498</c:v>
                </c:pt>
                <c:pt idx="407">
                  <c:v>525.57544757033304</c:v>
                </c:pt>
                <c:pt idx="408">
                  <c:v>526.53452685421905</c:v>
                </c:pt>
                <c:pt idx="409">
                  <c:v>526.53452685421905</c:v>
                </c:pt>
                <c:pt idx="410">
                  <c:v>526.85421994884803</c:v>
                </c:pt>
                <c:pt idx="411">
                  <c:v>530.37084398977004</c:v>
                </c:pt>
                <c:pt idx="412">
                  <c:v>530.69053708439901</c:v>
                </c:pt>
                <c:pt idx="413">
                  <c:v>530.69053708439901</c:v>
                </c:pt>
                <c:pt idx="414">
                  <c:v>532.92838874680297</c:v>
                </c:pt>
                <c:pt idx="415">
                  <c:v>534.20716112531898</c:v>
                </c:pt>
                <c:pt idx="416">
                  <c:v>536.44501278772304</c:v>
                </c:pt>
                <c:pt idx="417">
                  <c:v>537.40409207161099</c:v>
                </c:pt>
                <c:pt idx="418">
                  <c:v>538.36317135549803</c:v>
                </c:pt>
                <c:pt idx="419">
                  <c:v>539.64194373401494</c:v>
                </c:pt>
                <c:pt idx="420">
                  <c:v>541.24040920716197</c:v>
                </c:pt>
                <c:pt idx="421">
                  <c:v>543.47826086956502</c:v>
                </c:pt>
                <c:pt idx="422">
                  <c:v>546.67519181585703</c:v>
                </c:pt>
                <c:pt idx="423">
                  <c:v>546.35549872122704</c:v>
                </c:pt>
                <c:pt idx="424">
                  <c:v>547.31457800511498</c:v>
                </c:pt>
                <c:pt idx="425">
                  <c:v>550.51150895140597</c:v>
                </c:pt>
                <c:pt idx="426">
                  <c:v>552.109974424553</c:v>
                </c:pt>
                <c:pt idx="427">
                  <c:v>552.109974424553</c:v>
                </c:pt>
                <c:pt idx="428">
                  <c:v>554.98721227621502</c:v>
                </c:pt>
                <c:pt idx="429">
                  <c:v>555.94629156010205</c:v>
                </c:pt>
                <c:pt idx="430">
                  <c:v>556.90537084399</c:v>
                </c:pt>
                <c:pt idx="431">
                  <c:v>558.18414322250601</c:v>
                </c:pt>
                <c:pt idx="432">
                  <c:v>561.38107416879802</c:v>
                </c:pt>
                <c:pt idx="433">
                  <c:v>562.65984654731506</c:v>
                </c:pt>
                <c:pt idx="434">
                  <c:v>562.97953964194403</c:v>
                </c:pt>
                <c:pt idx="435">
                  <c:v>563.93861892583095</c:v>
                </c:pt>
                <c:pt idx="436">
                  <c:v>566.81585677749297</c:v>
                </c:pt>
                <c:pt idx="437">
                  <c:v>568.09462915601</c:v>
                </c:pt>
                <c:pt idx="438">
                  <c:v>567.13554987212297</c:v>
                </c:pt>
                <c:pt idx="439">
                  <c:v>567.13554987212297</c:v>
                </c:pt>
                <c:pt idx="440">
                  <c:v>569.37340153452703</c:v>
                </c:pt>
                <c:pt idx="441">
                  <c:v>567.77493606138103</c:v>
                </c:pt>
                <c:pt idx="442">
                  <c:v>567.45524296675205</c:v>
                </c:pt>
                <c:pt idx="443">
                  <c:v>567.13554987212297</c:v>
                </c:pt>
                <c:pt idx="444">
                  <c:v>568.09462915601</c:v>
                </c:pt>
                <c:pt idx="445">
                  <c:v>569.05370843989795</c:v>
                </c:pt>
                <c:pt idx="446">
                  <c:v>570.65217391304304</c:v>
                </c:pt>
                <c:pt idx="447">
                  <c:v>573.209718670077</c:v>
                </c:pt>
                <c:pt idx="448">
                  <c:v>573.84910485933403</c:v>
                </c:pt>
                <c:pt idx="449">
                  <c:v>574.16879795396403</c:v>
                </c:pt>
                <c:pt idx="450">
                  <c:v>575.44757033248004</c:v>
                </c:pt>
                <c:pt idx="451">
                  <c:v>577.04603580562605</c:v>
                </c:pt>
                <c:pt idx="452">
                  <c:v>578.00511508951297</c:v>
                </c:pt>
                <c:pt idx="453">
                  <c:v>579.28388746803103</c:v>
                </c:pt>
                <c:pt idx="454">
                  <c:v>580.24296675191704</c:v>
                </c:pt>
                <c:pt idx="455">
                  <c:v>581.20204603580601</c:v>
                </c:pt>
                <c:pt idx="456">
                  <c:v>583.75959079283803</c:v>
                </c:pt>
                <c:pt idx="457">
                  <c:v>586.95652173913004</c:v>
                </c:pt>
                <c:pt idx="458">
                  <c:v>587.91560102301798</c:v>
                </c:pt>
                <c:pt idx="459">
                  <c:v>585.67774936061403</c:v>
                </c:pt>
                <c:pt idx="460">
                  <c:v>584.71867007672699</c:v>
                </c:pt>
                <c:pt idx="461">
                  <c:v>585.35805626598403</c:v>
                </c:pt>
                <c:pt idx="462">
                  <c:v>587.27621483375901</c:v>
                </c:pt>
                <c:pt idx="463">
                  <c:v>589.83375959079297</c:v>
                </c:pt>
                <c:pt idx="464">
                  <c:v>591.75191815856795</c:v>
                </c:pt>
                <c:pt idx="465">
                  <c:v>591.11253196931</c:v>
                </c:pt>
                <c:pt idx="466">
                  <c:v>591.43222506393704</c:v>
                </c:pt>
                <c:pt idx="467">
                  <c:v>593.03069053708498</c:v>
                </c:pt>
                <c:pt idx="468">
                  <c:v>595.58823529411802</c:v>
                </c:pt>
                <c:pt idx="469">
                  <c:v>596.86700767263301</c:v>
                </c:pt>
                <c:pt idx="470">
                  <c:v>598.14578005115095</c:v>
                </c:pt>
                <c:pt idx="471">
                  <c:v>599.10485933503799</c:v>
                </c:pt>
                <c:pt idx="472">
                  <c:v>601.66240409207103</c:v>
                </c:pt>
                <c:pt idx="473">
                  <c:v>603.90025575447498</c:v>
                </c:pt>
                <c:pt idx="474">
                  <c:v>604.53964194373305</c:v>
                </c:pt>
                <c:pt idx="475">
                  <c:v>604.85933503836304</c:v>
                </c:pt>
                <c:pt idx="476">
                  <c:v>606.77749360613802</c:v>
                </c:pt>
                <c:pt idx="477">
                  <c:v>609.97442455243004</c:v>
                </c:pt>
                <c:pt idx="478">
                  <c:v>612.85166240409103</c:v>
                </c:pt>
                <c:pt idx="479">
                  <c:v>612.85166240409103</c:v>
                </c:pt>
                <c:pt idx="480">
                  <c:v>612.53196930946206</c:v>
                </c:pt>
                <c:pt idx="481">
                  <c:v>615.08951406649601</c:v>
                </c:pt>
                <c:pt idx="482">
                  <c:v>617.32736572889996</c:v>
                </c:pt>
                <c:pt idx="483">
                  <c:v>619.24552429667494</c:v>
                </c:pt>
                <c:pt idx="484">
                  <c:v>618.92583120204597</c:v>
                </c:pt>
                <c:pt idx="485">
                  <c:v>619.24552429667494</c:v>
                </c:pt>
                <c:pt idx="486">
                  <c:v>623.08184143222502</c:v>
                </c:pt>
                <c:pt idx="487">
                  <c:v>626.91815856777498</c:v>
                </c:pt>
                <c:pt idx="488">
                  <c:v>635.54987212276205</c:v>
                </c:pt>
                <c:pt idx="489">
                  <c:v>636.50895140665</c:v>
                </c:pt>
                <c:pt idx="490">
                  <c:v>633.31202046035799</c:v>
                </c:pt>
                <c:pt idx="491">
                  <c:v>633.31202046035799</c:v>
                </c:pt>
                <c:pt idx="492">
                  <c:v>637.14833759590795</c:v>
                </c:pt>
                <c:pt idx="493">
                  <c:v>637.46803069053703</c:v>
                </c:pt>
                <c:pt idx="494">
                  <c:v>638.42710997442396</c:v>
                </c:pt>
                <c:pt idx="495">
                  <c:v>641.62404092071597</c:v>
                </c:pt>
                <c:pt idx="496">
                  <c:v>643.54219948849004</c:v>
                </c:pt>
                <c:pt idx="497">
                  <c:v>645.14066496163696</c:v>
                </c:pt>
                <c:pt idx="498">
                  <c:v>648.65728900255704</c:v>
                </c:pt>
                <c:pt idx="499">
                  <c:v>651.53452685421905</c:v>
                </c:pt>
                <c:pt idx="500">
                  <c:v>648.33759590792795</c:v>
                </c:pt>
                <c:pt idx="501">
                  <c:v>645.46035805626605</c:v>
                </c:pt>
                <c:pt idx="502">
                  <c:v>645.78005115089502</c:v>
                </c:pt>
                <c:pt idx="503">
                  <c:v>649.29667519181601</c:v>
                </c:pt>
                <c:pt idx="504">
                  <c:v>650.37404092071597</c:v>
                </c:pt>
                <c:pt idx="505">
                  <c:v>652.89641943734</c:v>
                </c:pt>
                <c:pt idx="506">
                  <c:v>656.29156010230201</c:v>
                </c:pt>
                <c:pt idx="507">
                  <c:v>658.26086956521704</c:v>
                </c:pt>
                <c:pt idx="508">
                  <c:v>660.98145780051095</c:v>
                </c:pt>
                <c:pt idx="509">
                  <c:v>662.51278772378498</c:v>
                </c:pt>
                <c:pt idx="510">
                  <c:v>663.69245524296696</c:v>
                </c:pt>
                <c:pt idx="511">
                  <c:v>663.89705882352803</c:v>
                </c:pt>
                <c:pt idx="512">
                  <c:v>666.71035805626605</c:v>
                </c:pt>
                <c:pt idx="513">
                  <c:v>668.76598465473103</c:v>
                </c:pt>
                <c:pt idx="514">
                  <c:v>674.02173913043396</c:v>
                </c:pt>
                <c:pt idx="515">
                  <c:v>675.97506393861897</c:v>
                </c:pt>
                <c:pt idx="516">
                  <c:v>678.38554987212297</c:v>
                </c:pt>
                <c:pt idx="517">
                  <c:v>679.74104859335</c:v>
                </c:pt>
                <c:pt idx="518">
                  <c:v>682.35613810741597</c:v>
                </c:pt>
                <c:pt idx="519">
                  <c:v>684.05051150895099</c:v>
                </c:pt>
                <c:pt idx="520">
                  <c:v>687.99872122762201</c:v>
                </c:pt>
                <c:pt idx="521">
                  <c:v>695.23657289002495</c:v>
                </c:pt>
                <c:pt idx="522">
                  <c:v>700.41560102301798</c:v>
                </c:pt>
                <c:pt idx="523">
                  <c:v>699.32544757033202</c:v>
                </c:pt>
                <c:pt idx="524">
                  <c:v>699.71867007672699</c:v>
                </c:pt>
                <c:pt idx="525">
                  <c:v>693.62531969309396</c:v>
                </c:pt>
                <c:pt idx="526">
                  <c:v>681.18286445012802</c:v>
                </c:pt>
                <c:pt idx="527">
                  <c:v>675.83439897698202</c:v>
                </c:pt>
                <c:pt idx="528">
                  <c:v>677.62787723785198</c:v>
                </c:pt>
                <c:pt idx="529">
                  <c:v>680.38043478260795</c:v>
                </c:pt>
                <c:pt idx="530">
                  <c:v>679.54283887468</c:v>
                </c:pt>
                <c:pt idx="531">
                  <c:v>680.00319693094605</c:v>
                </c:pt>
                <c:pt idx="532">
                  <c:v>680.87276214833798</c:v>
                </c:pt>
                <c:pt idx="533">
                  <c:v>686.52173913043396</c:v>
                </c:pt>
                <c:pt idx="534">
                  <c:v>686.46419437340103</c:v>
                </c:pt>
                <c:pt idx="535">
                  <c:v>688.87148337595897</c:v>
                </c:pt>
                <c:pt idx="536">
                  <c:v>690.16304347826099</c:v>
                </c:pt>
                <c:pt idx="537">
                  <c:v>692.05882352941205</c:v>
                </c:pt>
                <c:pt idx="538">
                  <c:v>694.09526854219996</c:v>
                </c:pt>
                <c:pt idx="539">
                  <c:v>694.78900255754502</c:v>
                </c:pt>
                <c:pt idx="540">
                  <c:v>695.23337595908004</c:v>
                </c:pt>
                <c:pt idx="541">
                  <c:v>695.00319693094605</c:v>
                </c:pt>
                <c:pt idx="542">
                  <c:v>695.14066496163696</c:v>
                </c:pt>
                <c:pt idx="543">
                  <c:v>694.92647058823502</c:v>
                </c:pt>
                <c:pt idx="544">
                  <c:v>694.31585677749297</c:v>
                </c:pt>
                <c:pt idx="545">
                  <c:v>694.39258312020399</c:v>
                </c:pt>
                <c:pt idx="546">
                  <c:v>695.80882352941205</c:v>
                </c:pt>
                <c:pt idx="547">
                  <c:v>697.12915601022996</c:v>
                </c:pt>
                <c:pt idx="548">
                  <c:v>698.09462915601</c:v>
                </c:pt>
                <c:pt idx="549">
                  <c:v>700.191815856777</c:v>
                </c:pt>
                <c:pt idx="550">
                  <c:v>701.53772378516601</c:v>
                </c:pt>
                <c:pt idx="551">
                  <c:v>704.64833759590795</c:v>
                </c:pt>
                <c:pt idx="552">
                  <c:v>706.63682864450095</c:v>
                </c:pt>
                <c:pt idx="553">
                  <c:v>709.74424552429696</c:v>
                </c:pt>
                <c:pt idx="554">
                  <c:v>713.53260869565099</c:v>
                </c:pt>
                <c:pt idx="555">
                  <c:v>716.20843989769901</c:v>
                </c:pt>
                <c:pt idx="556">
                  <c:v>718.13938618925795</c:v>
                </c:pt>
                <c:pt idx="557">
                  <c:v>718.78836317135597</c:v>
                </c:pt>
                <c:pt idx="558">
                  <c:v>720.95588235294099</c:v>
                </c:pt>
                <c:pt idx="559">
                  <c:v>723.35677749360502</c:v>
                </c:pt>
                <c:pt idx="560">
                  <c:v>725.28772378516601</c:v>
                </c:pt>
                <c:pt idx="561">
                  <c:v>725.07672634271103</c:v>
                </c:pt>
                <c:pt idx="562">
                  <c:v>725.74808184143205</c:v>
                </c:pt>
                <c:pt idx="563">
                  <c:v>725.80882352941205</c:v>
                </c:pt>
                <c:pt idx="564">
                  <c:v>727.31777493606103</c:v>
                </c:pt>
                <c:pt idx="565">
                  <c:v>730.28452685421905</c:v>
                </c:pt>
                <c:pt idx="566">
                  <c:v>732.41048593350399</c:v>
                </c:pt>
                <c:pt idx="567">
                  <c:v>732.66304347826099</c:v>
                </c:pt>
                <c:pt idx="568">
                  <c:v>730.58503836317198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476-422A-814D-24CBC53315E0}"/>
            </c:ext>
          </c:extLst>
        </c:ser>
        <c:ser>
          <c:idx val="1"/>
          <c:order val="1"/>
          <c:tx>
            <c:strRef>
              <c:f>Sheet1!$D$14</c:f>
              <c:strCache>
                <c:ptCount val="1"/>
                <c:pt idx="0">
                  <c:v>AHETPI (1965 = 100)</c:v>
                </c:pt>
              </c:strCache>
            </c:strRef>
          </c:tx>
          <c:spPr>
            <a:ln w="47625" cap="rnd" cmpd="sng" algn="ctr">
              <a:solidFill>
                <a:srgbClr val="0000FF"/>
              </a:solidFill>
              <a:prstDash val="solid"/>
              <a:round/>
            </a:ln>
          </c:spPr>
          <c:marker>
            <c:symbol val="none"/>
          </c:marker>
          <c:cat>
            <c:numRef>
              <c:f>Sheet1!$A$15:$A$583</c:f>
              <c:numCache>
                <c:formatCode>yyyy\-mm\-dd</c:formatCode>
                <c:ptCount val="569"/>
                <c:pt idx="0">
                  <c:v>23743</c:v>
                </c:pt>
                <c:pt idx="1">
                  <c:v>23774</c:v>
                </c:pt>
                <c:pt idx="2">
                  <c:v>23802</c:v>
                </c:pt>
                <c:pt idx="3">
                  <c:v>23833</c:v>
                </c:pt>
                <c:pt idx="4">
                  <c:v>23863</c:v>
                </c:pt>
                <c:pt idx="5">
                  <c:v>23894</c:v>
                </c:pt>
                <c:pt idx="6">
                  <c:v>23924</c:v>
                </c:pt>
                <c:pt idx="7">
                  <c:v>23955</c:v>
                </c:pt>
                <c:pt idx="8">
                  <c:v>23986</c:v>
                </c:pt>
                <c:pt idx="9">
                  <c:v>24016</c:v>
                </c:pt>
                <c:pt idx="10">
                  <c:v>24047</c:v>
                </c:pt>
                <c:pt idx="11">
                  <c:v>24077</c:v>
                </c:pt>
                <c:pt idx="12">
                  <c:v>24108</c:v>
                </c:pt>
                <c:pt idx="13">
                  <c:v>24139</c:v>
                </c:pt>
                <c:pt idx="14">
                  <c:v>24167</c:v>
                </c:pt>
                <c:pt idx="15">
                  <c:v>24198</c:v>
                </c:pt>
                <c:pt idx="16">
                  <c:v>24228</c:v>
                </c:pt>
                <c:pt idx="17">
                  <c:v>24259</c:v>
                </c:pt>
                <c:pt idx="18">
                  <c:v>24289</c:v>
                </c:pt>
                <c:pt idx="19">
                  <c:v>24320</c:v>
                </c:pt>
                <c:pt idx="20">
                  <c:v>24351</c:v>
                </c:pt>
                <c:pt idx="21">
                  <c:v>24381</c:v>
                </c:pt>
                <c:pt idx="22">
                  <c:v>24412</c:v>
                </c:pt>
                <c:pt idx="23">
                  <c:v>24442</c:v>
                </c:pt>
                <c:pt idx="24">
                  <c:v>24473</c:v>
                </c:pt>
                <c:pt idx="25">
                  <c:v>24504</c:v>
                </c:pt>
                <c:pt idx="26">
                  <c:v>24532</c:v>
                </c:pt>
                <c:pt idx="27">
                  <c:v>24563</c:v>
                </c:pt>
                <c:pt idx="28">
                  <c:v>24593</c:v>
                </c:pt>
                <c:pt idx="29">
                  <c:v>24624</c:v>
                </c:pt>
                <c:pt idx="30">
                  <c:v>24654</c:v>
                </c:pt>
                <c:pt idx="31">
                  <c:v>24685</c:v>
                </c:pt>
                <c:pt idx="32">
                  <c:v>24716</c:v>
                </c:pt>
                <c:pt idx="33">
                  <c:v>24746</c:v>
                </c:pt>
                <c:pt idx="34">
                  <c:v>24777</c:v>
                </c:pt>
                <c:pt idx="35">
                  <c:v>24807</c:v>
                </c:pt>
                <c:pt idx="36">
                  <c:v>24838</c:v>
                </c:pt>
                <c:pt idx="37">
                  <c:v>24869</c:v>
                </c:pt>
                <c:pt idx="38">
                  <c:v>24898</c:v>
                </c:pt>
                <c:pt idx="39">
                  <c:v>24929</c:v>
                </c:pt>
                <c:pt idx="40">
                  <c:v>24959</c:v>
                </c:pt>
                <c:pt idx="41">
                  <c:v>24990</c:v>
                </c:pt>
                <c:pt idx="42">
                  <c:v>25020</c:v>
                </c:pt>
                <c:pt idx="43">
                  <c:v>25051</c:v>
                </c:pt>
                <c:pt idx="44">
                  <c:v>25082</c:v>
                </c:pt>
                <c:pt idx="45">
                  <c:v>25112</c:v>
                </c:pt>
                <c:pt idx="46">
                  <c:v>25143</c:v>
                </c:pt>
                <c:pt idx="47">
                  <c:v>25173</c:v>
                </c:pt>
                <c:pt idx="48">
                  <c:v>25204</c:v>
                </c:pt>
                <c:pt idx="49">
                  <c:v>25235</c:v>
                </c:pt>
                <c:pt idx="50">
                  <c:v>25263</c:v>
                </c:pt>
                <c:pt idx="51">
                  <c:v>25294</c:v>
                </c:pt>
                <c:pt idx="52">
                  <c:v>25324</c:v>
                </c:pt>
                <c:pt idx="53">
                  <c:v>25355</c:v>
                </c:pt>
                <c:pt idx="54">
                  <c:v>25385</c:v>
                </c:pt>
                <c:pt idx="55">
                  <c:v>25416</c:v>
                </c:pt>
                <c:pt idx="56">
                  <c:v>25447</c:v>
                </c:pt>
                <c:pt idx="57">
                  <c:v>25477</c:v>
                </c:pt>
                <c:pt idx="58">
                  <c:v>25508</c:v>
                </c:pt>
                <c:pt idx="59">
                  <c:v>25538</c:v>
                </c:pt>
                <c:pt idx="60">
                  <c:v>25569</c:v>
                </c:pt>
                <c:pt idx="61">
                  <c:v>25600</c:v>
                </c:pt>
                <c:pt idx="62">
                  <c:v>25628</c:v>
                </c:pt>
                <c:pt idx="63">
                  <c:v>25659</c:v>
                </c:pt>
                <c:pt idx="64">
                  <c:v>25689</c:v>
                </c:pt>
                <c:pt idx="65">
                  <c:v>25720</c:v>
                </c:pt>
                <c:pt idx="66">
                  <c:v>25750</c:v>
                </c:pt>
                <c:pt idx="67">
                  <c:v>25781</c:v>
                </c:pt>
                <c:pt idx="68">
                  <c:v>25812</c:v>
                </c:pt>
                <c:pt idx="69">
                  <c:v>25842</c:v>
                </c:pt>
                <c:pt idx="70">
                  <c:v>25873</c:v>
                </c:pt>
                <c:pt idx="71">
                  <c:v>25903</c:v>
                </c:pt>
                <c:pt idx="72">
                  <c:v>25934</c:v>
                </c:pt>
                <c:pt idx="73">
                  <c:v>25965</c:v>
                </c:pt>
                <c:pt idx="74">
                  <c:v>25993</c:v>
                </c:pt>
                <c:pt idx="75">
                  <c:v>26024</c:v>
                </c:pt>
                <c:pt idx="76">
                  <c:v>26054</c:v>
                </c:pt>
                <c:pt idx="77">
                  <c:v>26085</c:v>
                </c:pt>
                <c:pt idx="78">
                  <c:v>26115</c:v>
                </c:pt>
                <c:pt idx="79">
                  <c:v>26146</c:v>
                </c:pt>
                <c:pt idx="80">
                  <c:v>26177</c:v>
                </c:pt>
                <c:pt idx="81">
                  <c:v>26207</c:v>
                </c:pt>
                <c:pt idx="82">
                  <c:v>26238</c:v>
                </c:pt>
                <c:pt idx="83">
                  <c:v>26268</c:v>
                </c:pt>
                <c:pt idx="84">
                  <c:v>26299</c:v>
                </c:pt>
                <c:pt idx="85">
                  <c:v>26330</c:v>
                </c:pt>
                <c:pt idx="86">
                  <c:v>26359</c:v>
                </c:pt>
                <c:pt idx="87">
                  <c:v>26390</c:v>
                </c:pt>
                <c:pt idx="88">
                  <c:v>26420</c:v>
                </c:pt>
                <c:pt idx="89">
                  <c:v>26451</c:v>
                </c:pt>
                <c:pt idx="90">
                  <c:v>26481</c:v>
                </c:pt>
                <c:pt idx="91">
                  <c:v>26512</c:v>
                </c:pt>
                <c:pt idx="92">
                  <c:v>26543</c:v>
                </c:pt>
                <c:pt idx="93">
                  <c:v>26573</c:v>
                </c:pt>
                <c:pt idx="94">
                  <c:v>26604</c:v>
                </c:pt>
                <c:pt idx="95">
                  <c:v>26634</c:v>
                </c:pt>
                <c:pt idx="96">
                  <c:v>26665</c:v>
                </c:pt>
                <c:pt idx="97">
                  <c:v>26696</c:v>
                </c:pt>
                <c:pt idx="98">
                  <c:v>26724</c:v>
                </c:pt>
                <c:pt idx="99">
                  <c:v>26755</c:v>
                </c:pt>
                <c:pt idx="100">
                  <c:v>26785</c:v>
                </c:pt>
                <c:pt idx="101">
                  <c:v>26816</c:v>
                </c:pt>
                <c:pt idx="102">
                  <c:v>26846</c:v>
                </c:pt>
                <c:pt idx="103">
                  <c:v>26877</c:v>
                </c:pt>
                <c:pt idx="104">
                  <c:v>26908</c:v>
                </c:pt>
                <c:pt idx="105">
                  <c:v>26938</c:v>
                </c:pt>
                <c:pt idx="106">
                  <c:v>26969</c:v>
                </c:pt>
                <c:pt idx="107">
                  <c:v>26999</c:v>
                </c:pt>
                <c:pt idx="108">
                  <c:v>27030</c:v>
                </c:pt>
                <c:pt idx="109">
                  <c:v>27061</c:v>
                </c:pt>
                <c:pt idx="110">
                  <c:v>27089</c:v>
                </c:pt>
                <c:pt idx="111">
                  <c:v>27120</c:v>
                </c:pt>
                <c:pt idx="112">
                  <c:v>27150</c:v>
                </c:pt>
                <c:pt idx="113">
                  <c:v>27181</c:v>
                </c:pt>
                <c:pt idx="114">
                  <c:v>27211</c:v>
                </c:pt>
                <c:pt idx="115">
                  <c:v>27242</c:v>
                </c:pt>
                <c:pt idx="116">
                  <c:v>27273</c:v>
                </c:pt>
                <c:pt idx="117">
                  <c:v>27303</c:v>
                </c:pt>
                <c:pt idx="118">
                  <c:v>27334</c:v>
                </c:pt>
                <c:pt idx="119">
                  <c:v>27364</c:v>
                </c:pt>
                <c:pt idx="120">
                  <c:v>27395</c:v>
                </c:pt>
                <c:pt idx="121">
                  <c:v>27426</c:v>
                </c:pt>
                <c:pt idx="122">
                  <c:v>27454</c:v>
                </c:pt>
                <c:pt idx="123">
                  <c:v>27485</c:v>
                </c:pt>
                <c:pt idx="124">
                  <c:v>27515</c:v>
                </c:pt>
                <c:pt idx="125">
                  <c:v>27546</c:v>
                </c:pt>
                <c:pt idx="126">
                  <c:v>27576</c:v>
                </c:pt>
                <c:pt idx="127">
                  <c:v>27607</c:v>
                </c:pt>
                <c:pt idx="128">
                  <c:v>27638</c:v>
                </c:pt>
                <c:pt idx="129">
                  <c:v>27668</c:v>
                </c:pt>
                <c:pt idx="130">
                  <c:v>27699</c:v>
                </c:pt>
                <c:pt idx="131">
                  <c:v>27729</c:v>
                </c:pt>
                <c:pt idx="132">
                  <c:v>27760</c:v>
                </c:pt>
                <c:pt idx="133">
                  <c:v>27791</c:v>
                </c:pt>
                <c:pt idx="134">
                  <c:v>27820</c:v>
                </c:pt>
                <c:pt idx="135">
                  <c:v>27851</c:v>
                </c:pt>
                <c:pt idx="136">
                  <c:v>27881</c:v>
                </c:pt>
                <c:pt idx="137">
                  <c:v>27912</c:v>
                </c:pt>
                <c:pt idx="138">
                  <c:v>27942</c:v>
                </c:pt>
                <c:pt idx="139">
                  <c:v>27973</c:v>
                </c:pt>
                <c:pt idx="140">
                  <c:v>28004</c:v>
                </c:pt>
                <c:pt idx="141">
                  <c:v>28034</c:v>
                </c:pt>
                <c:pt idx="142">
                  <c:v>28065</c:v>
                </c:pt>
                <c:pt idx="143">
                  <c:v>28095</c:v>
                </c:pt>
                <c:pt idx="144">
                  <c:v>28126</c:v>
                </c:pt>
                <c:pt idx="145">
                  <c:v>28157</c:v>
                </c:pt>
                <c:pt idx="146">
                  <c:v>28185</c:v>
                </c:pt>
                <c:pt idx="147">
                  <c:v>28216</c:v>
                </c:pt>
                <c:pt idx="148">
                  <c:v>28246</c:v>
                </c:pt>
                <c:pt idx="149">
                  <c:v>28277</c:v>
                </c:pt>
                <c:pt idx="150">
                  <c:v>28307</c:v>
                </c:pt>
                <c:pt idx="151">
                  <c:v>28338</c:v>
                </c:pt>
                <c:pt idx="152">
                  <c:v>28369</c:v>
                </c:pt>
                <c:pt idx="153">
                  <c:v>28399</c:v>
                </c:pt>
                <c:pt idx="154">
                  <c:v>28430</c:v>
                </c:pt>
                <c:pt idx="155">
                  <c:v>28460</c:v>
                </c:pt>
                <c:pt idx="156">
                  <c:v>28491</c:v>
                </c:pt>
                <c:pt idx="157">
                  <c:v>28522</c:v>
                </c:pt>
                <c:pt idx="158">
                  <c:v>28550</c:v>
                </c:pt>
                <c:pt idx="159">
                  <c:v>28581</c:v>
                </c:pt>
                <c:pt idx="160">
                  <c:v>28611</c:v>
                </c:pt>
                <c:pt idx="161">
                  <c:v>28642</c:v>
                </c:pt>
                <c:pt idx="162">
                  <c:v>28672</c:v>
                </c:pt>
                <c:pt idx="163">
                  <c:v>28703</c:v>
                </c:pt>
                <c:pt idx="164">
                  <c:v>28734</c:v>
                </c:pt>
                <c:pt idx="165">
                  <c:v>28764</c:v>
                </c:pt>
                <c:pt idx="166">
                  <c:v>28795</c:v>
                </c:pt>
                <c:pt idx="167">
                  <c:v>28825</c:v>
                </c:pt>
                <c:pt idx="168">
                  <c:v>28856</c:v>
                </c:pt>
                <c:pt idx="169">
                  <c:v>28887</c:v>
                </c:pt>
                <c:pt idx="170">
                  <c:v>28915</c:v>
                </c:pt>
                <c:pt idx="171">
                  <c:v>28946</c:v>
                </c:pt>
                <c:pt idx="172">
                  <c:v>28976</c:v>
                </c:pt>
                <c:pt idx="173">
                  <c:v>29007</c:v>
                </c:pt>
                <c:pt idx="174">
                  <c:v>29037</c:v>
                </c:pt>
                <c:pt idx="175">
                  <c:v>29068</c:v>
                </c:pt>
                <c:pt idx="176">
                  <c:v>29099</c:v>
                </c:pt>
                <c:pt idx="177">
                  <c:v>29129</c:v>
                </c:pt>
                <c:pt idx="178">
                  <c:v>29160</c:v>
                </c:pt>
                <c:pt idx="179">
                  <c:v>29190</c:v>
                </c:pt>
                <c:pt idx="180">
                  <c:v>29221</c:v>
                </c:pt>
                <c:pt idx="181">
                  <c:v>29252</c:v>
                </c:pt>
                <c:pt idx="182">
                  <c:v>29281</c:v>
                </c:pt>
                <c:pt idx="183">
                  <c:v>29312</c:v>
                </c:pt>
                <c:pt idx="184">
                  <c:v>29342</c:v>
                </c:pt>
                <c:pt idx="185">
                  <c:v>29373</c:v>
                </c:pt>
                <c:pt idx="186">
                  <c:v>29403</c:v>
                </c:pt>
                <c:pt idx="187">
                  <c:v>29434</c:v>
                </c:pt>
                <c:pt idx="188">
                  <c:v>29465</c:v>
                </c:pt>
                <c:pt idx="189">
                  <c:v>29495</c:v>
                </c:pt>
                <c:pt idx="190">
                  <c:v>29526</c:v>
                </c:pt>
                <c:pt idx="191">
                  <c:v>29556</c:v>
                </c:pt>
                <c:pt idx="192">
                  <c:v>29587</c:v>
                </c:pt>
                <c:pt idx="193">
                  <c:v>29618</c:v>
                </c:pt>
                <c:pt idx="194">
                  <c:v>29646</c:v>
                </c:pt>
                <c:pt idx="195">
                  <c:v>29677</c:v>
                </c:pt>
                <c:pt idx="196">
                  <c:v>29707</c:v>
                </c:pt>
                <c:pt idx="197">
                  <c:v>29738</c:v>
                </c:pt>
                <c:pt idx="198">
                  <c:v>29768</c:v>
                </c:pt>
                <c:pt idx="199">
                  <c:v>29799</c:v>
                </c:pt>
                <c:pt idx="200">
                  <c:v>29830</c:v>
                </c:pt>
                <c:pt idx="201">
                  <c:v>29860</c:v>
                </c:pt>
                <c:pt idx="202">
                  <c:v>29891</c:v>
                </c:pt>
                <c:pt idx="203">
                  <c:v>29921</c:v>
                </c:pt>
                <c:pt idx="204">
                  <c:v>29952</c:v>
                </c:pt>
                <c:pt idx="205">
                  <c:v>29983</c:v>
                </c:pt>
                <c:pt idx="206">
                  <c:v>30011</c:v>
                </c:pt>
                <c:pt idx="207">
                  <c:v>30042</c:v>
                </c:pt>
                <c:pt idx="208">
                  <c:v>30072</c:v>
                </c:pt>
                <c:pt idx="209">
                  <c:v>30103</c:v>
                </c:pt>
                <c:pt idx="210">
                  <c:v>30133</c:v>
                </c:pt>
                <c:pt idx="211">
                  <c:v>30164</c:v>
                </c:pt>
                <c:pt idx="212">
                  <c:v>30195</c:v>
                </c:pt>
                <c:pt idx="213">
                  <c:v>30225</c:v>
                </c:pt>
                <c:pt idx="214">
                  <c:v>30256</c:v>
                </c:pt>
                <c:pt idx="215">
                  <c:v>30286</c:v>
                </c:pt>
                <c:pt idx="216">
                  <c:v>30317</c:v>
                </c:pt>
                <c:pt idx="217">
                  <c:v>30348</c:v>
                </c:pt>
                <c:pt idx="218">
                  <c:v>30376</c:v>
                </c:pt>
                <c:pt idx="219">
                  <c:v>30407</c:v>
                </c:pt>
                <c:pt idx="220">
                  <c:v>30437</c:v>
                </c:pt>
                <c:pt idx="221">
                  <c:v>30468</c:v>
                </c:pt>
                <c:pt idx="222">
                  <c:v>30498</c:v>
                </c:pt>
                <c:pt idx="223">
                  <c:v>30529</c:v>
                </c:pt>
                <c:pt idx="224">
                  <c:v>30560</c:v>
                </c:pt>
                <c:pt idx="225">
                  <c:v>30590</c:v>
                </c:pt>
                <c:pt idx="226">
                  <c:v>30621</c:v>
                </c:pt>
                <c:pt idx="227">
                  <c:v>30651</c:v>
                </c:pt>
                <c:pt idx="228">
                  <c:v>30682</c:v>
                </c:pt>
                <c:pt idx="229">
                  <c:v>30713</c:v>
                </c:pt>
                <c:pt idx="230">
                  <c:v>30742</c:v>
                </c:pt>
                <c:pt idx="231">
                  <c:v>30773</c:v>
                </c:pt>
                <c:pt idx="232">
                  <c:v>30803</c:v>
                </c:pt>
                <c:pt idx="233">
                  <c:v>30834</c:v>
                </c:pt>
                <c:pt idx="234">
                  <c:v>30864</c:v>
                </c:pt>
                <c:pt idx="235">
                  <c:v>30895</c:v>
                </c:pt>
                <c:pt idx="236">
                  <c:v>30926</c:v>
                </c:pt>
                <c:pt idx="237">
                  <c:v>30956</c:v>
                </c:pt>
                <c:pt idx="238">
                  <c:v>30987</c:v>
                </c:pt>
                <c:pt idx="239">
                  <c:v>31017</c:v>
                </c:pt>
                <c:pt idx="240">
                  <c:v>31048</c:v>
                </c:pt>
                <c:pt idx="241">
                  <c:v>31079</c:v>
                </c:pt>
                <c:pt idx="242">
                  <c:v>31107</c:v>
                </c:pt>
                <c:pt idx="243">
                  <c:v>31138</c:v>
                </c:pt>
                <c:pt idx="244">
                  <c:v>31168</c:v>
                </c:pt>
                <c:pt idx="245">
                  <c:v>31199</c:v>
                </c:pt>
                <c:pt idx="246">
                  <c:v>31229</c:v>
                </c:pt>
                <c:pt idx="247">
                  <c:v>31260</c:v>
                </c:pt>
                <c:pt idx="248">
                  <c:v>31291</c:v>
                </c:pt>
                <c:pt idx="249">
                  <c:v>31321</c:v>
                </c:pt>
                <c:pt idx="250">
                  <c:v>31352</c:v>
                </c:pt>
                <c:pt idx="251">
                  <c:v>31382</c:v>
                </c:pt>
                <c:pt idx="252">
                  <c:v>31413</c:v>
                </c:pt>
                <c:pt idx="253">
                  <c:v>31444</c:v>
                </c:pt>
                <c:pt idx="254">
                  <c:v>31472</c:v>
                </c:pt>
                <c:pt idx="255">
                  <c:v>31503</c:v>
                </c:pt>
                <c:pt idx="256">
                  <c:v>31533</c:v>
                </c:pt>
                <c:pt idx="257">
                  <c:v>31564</c:v>
                </c:pt>
                <c:pt idx="258">
                  <c:v>31594</c:v>
                </c:pt>
                <c:pt idx="259">
                  <c:v>31625</c:v>
                </c:pt>
                <c:pt idx="260">
                  <c:v>31656</c:v>
                </c:pt>
                <c:pt idx="261">
                  <c:v>31686</c:v>
                </c:pt>
                <c:pt idx="262">
                  <c:v>31717</c:v>
                </c:pt>
                <c:pt idx="263">
                  <c:v>31747</c:v>
                </c:pt>
                <c:pt idx="264">
                  <c:v>31778</c:v>
                </c:pt>
                <c:pt idx="265">
                  <c:v>31809</c:v>
                </c:pt>
                <c:pt idx="266">
                  <c:v>31837</c:v>
                </c:pt>
                <c:pt idx="267">
                  <c:v>31868</c:v>
                </c:pt>
                <c:pt idx="268">
                  <c:v>31898</c:v>
                </c:pt>
                <c:pt idx="269">
                  <c:v>31929</c:v>
                </c:pt>
                <c:pt idx="270">
                  <c:v>31959</c:v>
                </c:pt>
                <c:pt idx="271">
                  <c:v>31990</c:v>
                </c:pt>
                <c:pt idx="272">
                  <c:v>32021</c:v>
                </c:pt>
                <c:pt idx="273">
                  <c:v>32051</c:v>
                </c:pt>
                <c:pt idx="274">
                  <c:v>32082</c:v>
                </c:pt>
                <c:pt idx="275">
                  <c:v>32112</c:v>
                </c:pt>
                <c:pt idx="276">
                  <c:v>32143</c:v>
                </c:pt>
                <c:pt idx="277">
                  <c:v>32174</c:v>
                </c:pt>
                <c:pt idx="278">
                  <c:v>32203</c:v>
                </c:pt>
                <c:pt idx="279">
                  <c:v>32234</c:v>
                </c:pt>
                <c:pt idx="280">
                  <c:v>32264</c:v>
                </c:pt>
                <c:pt idx="281">
                  <c:v>32295</c:v>
                </c:pt>
                <c:pt idx="282">
                  <c:v>32325</c:v>
                </c:pt>
                <c:pt idx="283">
                  <c:v>32356</c:v>
                </c:pt>
                <c:pt idx="284">
                  <c:v>32387</c:v>
                </c:pt>
                <c:pt idx="285">
                  <c:v>32417</c:v>
                </c:pt>
                <c:pt idx="286">
                  <c:v>32448</c:v>
                </c:pt>
                <c:pt idx="287">
                  <c:v>32478</c:v>
                </c:pt>
                <c:pt idx="288">
                  <c:v>32509</c:v>
                </c:pt>
                <c:pt idx="289">
                  <c:v>32540</c:v>
                </c:pt>
                <c:pt idx="290">
                  <c:v>32568</c:v>
                </c:pt>
                <c:pt idx="291">
                  <c:v>32599</c:v>
                </c:pt>
                <c:pt idx="292">
                  <c:v>32629</c:v>
                </c:pt>
                <c:pt idx="293">
                  <c:v>32660</c:v>
                </c:pt>
                <c:pt idx="294">
                  <c:v>32690</c:v>
                </c:pt>
                <c:pt idx="295">
                  <c:v>32721</c:v>
                </c:pt>
                <c:pt idx="296">
                  <c:v>32752</c:v>
                </c:pt>
                <c:pt idx="297">
                  <c:v>32782</c:v>
                </c:pt>
                <c:pt idx="298">
                  <c:v>32813</c:v>
                </c:pt>
                <c:pt idx="299">
                  <c:v>32843</c:v>
                </c:pt>
                <c:pt idx="300">
                  <c:v>32874</c:v>
                </c:pt>
                <c:pt idx="301">
                  <c:v>32905</c:v>
                </c:pt>
                <c:pt idx="302">
                  <c:v>32933</c:v>
                </c:pt>
                <c:pt idx="303">
                  <c:v>32964</c:v>
                </c:pt>
                <c:pt idx="304">
                  <c:v>32994</c:v>
                </c:pt>
                <c:pt idx="305">
                  <c:v>33025</c:v>
                </c:pt>
                <c:pt idx="306">
                  <c:v>33055</c:v>
                </c:pt>
                <c:pt idx="307">
                  <c:v>33086</c:v>
                </c:pt>
                <c:pt idx="308">
                  <c:v>33117</c:v>
                </c:pt>
                <c:pt idx="309">
                  <c:v>33147</c:v>
                </c:pt>
                <c:pt idx="310">
                  <c:v>33178</c:v>
                </c:pt>
                <c:pt idx="311">
                  <c:v>33208</c:v>
                </c:pt>
                <c:pt idx="312">
                  <c:v>33239</c:v>
                </c:pt>
                <c:pt idx="313">
                  <c:v>33270</c:v>
                </c:pt>
                <c:pt idx="314">
                  <c:v>33298</c:v>
                </c:pt>
                <c:pt idx="315">
                  <c:v>33329</c:v>
                </c:pt>
                <c:pt idx="316">
                  <c:v>33359</c:v>
                </c:pt>
                <c:pt idx="317">
                  <c:v>33390</c:v>
                </c:pt>
                <c:pt idx="318">
                  <c:v>33420</c:v>
                </c:pt>
                <c:pt idx="319">
                  <c:v>33451</c:v>
                </c:pt>
                <c:pt idx="320">
                  <c:v>33482</c:v>
                </c:pt>
                <c:pt idx="321">
                  <c:v>33512</c:v>
                </c:pt>
                <c:pt idx="322">
                  <c:v>33543</c:v>
                </c:pt>
                <c:pt idx="323">
                  <c:v>33573</c:v>
                </c:pt>
                <c:pt idx="324">
                  <c:v>33604</c:v>
                </c:pt>
                <c:pt idx="325">
                  <c:v>33635</c:v>
                </c:pt>
                <c:pt idx="326">
                  <c:v>33664</c:v>
                </c:pt>
                <c:pt idx="327">
                  <c:v>33695</c:v>
                </c:pt>
                <c:pt idx="328">
                  <c:v>33725</c:v>
                </c:pt>
                <c:pt idx="329">
                  <c:v>33756</c:v>
                </c:pt>
                <c:pt idx="330">
                  <c:v>33786</c:v>
                </c:pt>
                <c:pt idx="331">
                  <c:v>33817</c:v>
                </c:pt>
                <c:pt idx="332">
                  <c:v>33848</c:v>
                </c:pt>
                <c:pt idx="333">
                  <c:v>33878</c:v>
                </c:pt>
                <c:pt idx="334">
                  <c:v>33909</c:v>
                </c:pt>
                <c:pt idx="335">
                  <c:v>33939</c:v>
                </c:pt>
                <c:pt idx="336">
                  <c:v>33970</c:v>
                </c:pt>
                <c:pt idx="337">
                  <c:v>34001</c:v>
                </c:pt>
                <c:pt idx="338">
                  <c:v>34029</c:v>
                </c:pt>
                <c:pt idx="339">
                  <c:v>34060</c:v>
                </c:pt>
                <c:pt idx="340">
                  <c:v>34090</c:v>
                </c:pt>
                <c:pt idx="341">
                  <c:v>34121</c:v>
                </c:pt>
                <c:pt idx="342">
                  <c:v>34151</c:v>
                </c:pt>
                <c:pt idx="343">
                  <c:v>34182</c:v>
                </c:pt>
                <c:pt idx="344">
                  <c:v>34213</c:v>
                </c:pt>
                <c:pt idx="345">
                  <c:v>34243</c:v>
                </c:pt>
                <c:pt idx="346">
                  <c:v>34274</c:v>
                </c:pt>
                <c:pt idx="347">
                  <c:v>34304</c:v>
                </c:pt>
                <c:pt idx="348">
                  <c:v>34335</c:v>
                </c:pt>
                <c:pt idx="349">
                  <c:v>34366</c:v>
                </c:pt>
                <c:pt idx="350">
                  <c:v>34394</c:v>
                </c:pt>
                <c:pt idx="351">
                  <c:v>34425</c:v>
                </c:pt>
                <c:pt idx="352">
                  <c:v>34455</c:v>
                </c:pt>
                <c:pt idx="353">
                  <c:v>34486</c:v>
                </c:pt>
                <c:pt idx="354">
                  <c:v>34516</c:v>
                </c:pt>
                <c:pt idx="355">
                  <c:v>34547</c:v>
                </c:pt>
                <c:pt idx="356">
                  <c:v>34578</c:v>
                </c:pt>
                <c:pt idx="357">
                  <c:v>34608</c:v>
                </c:pt>
                <c:pt idx="358">
                  <c:v>34639</c:v>
                </c:pt>
                <c:pt idx="359">
                  <c:v>34669</c:v>
                </c:pt>
                <c:pt idx="360">
                  <c:v>34700</c:v>
                </c:pt>
                <c:pt idx="361">
                  <c:v>34731</c:v>
                </c:pt>
                <c:pt idx="362">
                  <c:v>34759</c:v>
                </c:pt>
                <c:pt idx="363">
                  <c:v>34790</c:v>
                </c:pt>
                <c:pt idx="364">
                  <c:v>34820</c:v>
                </c:pt>
                <c:pt idx="365">
                  <c:v>34851</c:v>
                </c:pt>
                <c:pt idx="366">
                  <c:v>34881</c:v>
                </c:pt>
                <c:pt idx="367">
                  <c:v>34912</c:v>
                </c:pt>
                <c:pt idx="368">
                  <c:v>34943</c:v>
                </c:pt>
                <c:pt idx="369">
                  <c:v>34973</c:v>
                </c:pt>
                <c:pt idx="370">
                  <c:v>35004</c:v>
                </c:pt>
                <c:pt idx="371">
                  <c:v>35034</c:v>
                </c:pt>
                <c:pt idx="372">
                  <c:v>35065</c:v>
                </c:pt>
                <c:pt idx="373">
                  <c:v>35096</c:v>
                </c:pt>
                <c:pt idx="374">
                  <c:v>35125</c:v>
                </c:pt>
                <c:pt idx="375">
                  <c:v>35156</c:v>
                </c:pt>
                <c:pt idx="376">
                  <c:v>35186</c:v>
                </c:pt>
                <c:pt idx="377">
                  <c:v>35217</c:v>
                </c:pt>
                <c:pt idx="378">
                  <c:v>35247</c:v>
                </c:pt>
                <c:pt idx="379">
                  <c:v>35278</c:v>
                </c:pt>
                <c:pt idx="380">
                  <c:v>35309</c:v>
                </c:pt>
                <c:pt idx="381">
                  <c:v>35339</c:v>
                </c:pt>
                <c:pt idx="382">
                  <c:v>35370</c:v>
                </c:pt>
                <c:pt idx="383">
                  <c:v>35400</c:v>
                </c:pt>
                <c:pt idx="384">
                  <c:v>35431</c:v>
                </c:pt>
                <c:pt idx="385">
                  <c:v>35462</c:v>
                </c:pt>
                <c:pt idx="386">
                  <c:v>35490</c:v>
                </c:pt>
                <c:pt idx="387">
                  <c:v>35521</c:v>
                </c:pt>
                <c:pt idx="388">
                  <c:v>35551</c:v>
                </c:pt>
                <c:pt idx="389">
                  <c:v>35582</c:v>
                </c:pt>
                <c:pt idx="390">
                  <c:v>35612</c:v>
                </c:pt>
                <c:pt idx="391">
                  <c:v>35643</c:v>
                </c:pt>
                <c:pt idx="392">
                  <c:v>35674</c:v>
                </c:pt>
                <c:pt idx="393">
                  <c:v>35704</c:v>
                </c:pt>
                <c:pt idx="394">
                  <c:v>35735</c:v>
                </c:pt>
                <c:pt idx="395">
                  <c:v>35765</c:v>
                </c:pt>
                <c:pt idx="396">
                  <c:v>35796</c:v>
                </c:pt>
                <c:pt idx="397">
                  <c:v>35827</c:v>
                </c:pt>
                <c:pt idx="398">
                  <c:v>35855</c:v>
                </c:pt>
                <c:pt idx="399">
                  <c:v>35886</c:v>
                </c:pt>
                <c:pt idx="400">
                  <c:v>35916</c:v>
                </c:pt>
                <c:pt idx="401">
                  <c:v>35947</c:v>
                </c:pt>
                <c:pt idx="402">
                  <c:v>35977</c:v>
                </c:pt>
                <c:pt idx="403">
                  <c:v>36008</c:v>
                </c:pt>
                <c:pt idx="404">
                  <c:v>36039</c:v>
                </c:pt>
                <c:pt idx="405">
                  <c:v>36069</c:v>
                </c:pt>
                <c:pt idx="406">
                  <c:v>36100</c:v>
                </c:pt>
                <c:pt idx="407">
                  <c:v>36130</c:v>
                </c:pt>
                <c:pt idx="408">
                  <c:v>36161</c:v>
                </c:pt>
                <c:pt idx="409">
                  <c:v>36192</c:v>
                </c:pt>
                <c:pt idx="410">
                  <c:v>36220</c:v>
                </c:pt>
                <c:pt idx="411">
                  <c:v>36251</c:v>
                </c:pt>
                <c:pt idx="412">
                  <c:v>36281</c:v>
                </c:pt>
                <c:pt idx="413">
                  <c:v>36312</c:v>
                </c:pt>
                <c:pt idx="414">
                  <c:v>36342</c:v>
                </c:pt>
                <c:pt idx="415">
                  <c:v>36373</c:v>
                </c:pt>
                <c:pt idx="416">
                  <c:v>36404</c:v>
                </c:pt>
                <c:pt idx="417">
                  <c:v>36434</c:v>
                </c:pt>
                <c:pt idx="418">
                  <c:v>36465</c:v>
                </c:pt>
                <c:pt idx="419">
                  <c:v>36495</c:v>
                </c:pt>
                <c:pt idx="420">
                  <c:v>36526</c:v>
                </c:pt>
                <c:pt idx="421">
                  <c:v>36557</c:v>
                </c:pt>
                <c:pt idx="422">
                  <c:v>36586</c:v>
                </c:pt>
                <c:pt idx="423">
                  <c:v>36617</c:v>
                </c:pt>
                <c:pt idx="424">
                  <c:v>36647</c:v>
                </c:pt>
                <c:pt idx="425">
                  <c:v>36678</c:v>
                </c:pt>
                <c:pt idx="426">
                  <c:v>36708</c:v>
                </c:pt>
                <c:pt idx="427">
                  <c:v>36739</c:v>
                </c:pt>
                <c:pt idx="428">
                  <c:v>36770</c:v>
                </c:pt>
                <c:pt idx="429">
                  <c:v>36800</c:v>
                </c:pt>
                <c:pt idx="430">
                  <c:v>36831</c:v>
                </c:pt>
                <c:pt idx="431">
                  <c:v>36861</c:v>
                </c:pt>
                <c:pt idx="432">
                  <c:v>36892</c:v>
                </c:pt>
                <c:pt idx="433">
                  <c:v>36923</c:v>
                </c:pt>
                <c:pt idx="434">
                  <c:v>36951</c:v>
                </c:pt>
                <c:pt idx="435">
                  <c:v>36982</c:v>
                </c:pt>
                <c:pt idx="436">
                  <c:v>37012</c:v>
                </c:pt>
                <c:pt idx="437">
                  <c:v>37043</c:v>
                </c:pt>
                <c:pt idx="438">
                  <c:v>37073</c:v>
                </c:pt>
                <c:pt idx="439">
                  <c:v>37104</c:v>
                </c:pt>
                <c:pt idx="440">
                  <c:v>37135</c:v>
                </c:pt>
                <c:pt idx="441">
                  <c:v>37165</c:v>
                </c:pt>
                <c:pt idx="442">
                  <c:v>37196</c:v>
                </c:pt>
                <c:pt idx="443">
                  <c:v>37226</c:v>
                </c:pt>
                <c:pt idx="444">
                  <c:v>37257</c:v>
                </c:pt>
                <c:pt idx="445">
                  <c:v>37288</c:v>
                </c:pt>
                <c:pt idx="446">
                  <c:v>37316</c:v>
                </c:pt>
                <c:pt idx="447">
                  <c:v>37347</c:v>
                </c:pt>
                <c:pt idx="448">
                  <c:v>37377</c:v>
                </c:pt>
                <c:pt idx="449">
                  <c:v>37408</c:v>
                </c:pt>
                <c:pt idx="450">
                  <c:v>37438</c:v>
                </c:pt>
                <c:pt idx="451">
                  <c:v>37469</c:v>
                </c:pt>
                <c:pt idx="452">
                  <c:v>37500</c:v>
                </c:pt>
                <c:pt idx="453">
                  <c:v>37530</c:v>
                </c:pt>
                <c:pt idx="454">
                  <c:v>37561</c:v>
                </c:pt>
                <c:pt idx="455">
                  <c:v>37591</c:v>
                </c:pt>
                <c:pt idx="456">
                  <c:v>37622</c:v>
                </c:pt>
                <c:pt idx="457">
                  <c:v>37653</c:v>
                </c:pt>
                <c:pt idx="458">
                  <c:v>37681</c:v>
                </c:pt>
                <c:pt idx="459">
                  <c:v>37712</c:v>
                </c:pt>
                <c:pt idx="460">
                  <c:v>37742</c:v>
                </c:pt>
                <c:pt idx="461">
                  <c:v>37773</c:v>
                </c:pt>
                <c:pt idx="462">
                  <c:v>37803</c:v>
                </c:pt>
                <c:pt idx="463">
                  <c:v>37834</c:v>
                </c:pt>
                <c:pt idx="464">
                  <c:v>37865</c:v>
                </c:pt>
                <c:pt idx="465">
                  <c:v>37895</c:v>
                </c:pt>
                <c:pt idx="466">
                  <c:v>37926</c:v>
                </c:pt>
                <c:pt idx="467">
                  <c:v>37956</c:v>
                </c:pt>
                <c:pt idx="468">
                  <c:v>37987</c:v>
                </c:pt>
                <c:pt idx="469">
                  <c:v>38018</c:v>
                </c:pt>
                <c:pt idx="470">
                  <c:v>38047</c:v>
                </c:pt>
                <c:pt idx="471">
                  <c:v>38078</c:v>
                </c:pt>
                <c:pt idx="472">
                  <c:v>38108</c:v>
                </c:pt>
                <c:pt idx="473">
                  <c:v>38139</c:v>
                </c:pt>
                <c:pt idx="474">
                  <c:v>38169</c:v>
                </c:pt>
                <c:pt idx="475">
                  <c:v>38200</c:v>
                </c:pt>
                <c:pt idx="476">
                  <c:v>38231</c:v>
                </c:pt>
                <c:pt idx="477">
                  <c:v>38261</c:v>
                </c:pt>
                <c:pt idx="478">
                  <c:v>38292</c:v>
                </c:pt>
                <c:pt idx="479">
                  <c:v>38322</c:v>
                </c:pt>
                <c:pt idx="480">
                  <c:v>38353</c:v>
                </c:pt>
                <c:pt idx="481">
                  <c:v>38384</c:v>
                </c:pt>
                <c:pt idx="482">
                  <c:v>38412</c:v>
                </c:pt>
                <c:pt idx="483">
                  <c:v>38443</c:v>
                </c:pt>
                <c:pt idx="484">
                  <c:v>38473</c:v>
                </c:pt>
                <c:pt idx="485">
                  <c:v>38504</c:v>
                </c:pt>
                <c:pt idx="486">
                  <c:v>38534</c:v>
                </c:pt>
                <c:pt idx="487">
                  <c:v>38565</c:v>
                </c:pt>
                <c:pt idx="488">
                  <c:v>38596</c:v>
                </c:pt>
                <c:pt idx="489">
                  <c:v>38626</c:v>
                </c:pt>
                <c:pt idx="490">
                  <c:v>38657</c:v>
                </c:pt>
                <c:pt idx="491">
                  <c:v>38687</c:v>
                </c:pt>
                <c:pt idx="492">
                  <c:v>38718</c:v>
                </c:pt>
                <c:pt idx="493">
                  <c:v>38749</c:v>
                </c:pt>
                <c:pt idx="494">
                  <c:v>38777</c:v>
                </c:pt>
                <c:pt idx="495">
                  <c:v>38808</c:v>
                </c:pt>
                <c:pt idx="496">
                  <c:v>38838</c:v>
                </c:pt>
                <c:pt idx="497">
                  <c:v>38869</c:v>
                </c:pt>
                <c:pt idx="498">
                  <c:v>38899</c:v>
                </c:pt>
                <c:pt idx="499">
                  <c:v>38930</c:v>
                </c:pt>
                <c:pt idx="500">
                  <c:v>38961</c:v>
                </c:pt>
                <c:pt idx="501">
                  <c:v>38991</c:v>
                </c:pt>
                <c:pt idx="502">
                  <c:v>39022</c:v>
                </c:pt>
                <c:pt idx="503">
                  <c:v>39052</c:v>
                </c:pt>
                <c:pt idx="504">
                  <c:v>39083</c:v>
                </c:pt>
                <c:pt idx="505">
                  <c:v>39114</c:v>
                </c:pt>
                <c:pt idx="506">
                  <c:v>39142</c:v>
                </c:pt>
                <c:pt idx="507">
                  <c:v>39173</c:v>
                </c:pt>
                <c:pt idx="508">
                  <c:v>39203</c:v>
                </c:pt>
                <c:pt idx="509">
                  <c:v>39234</c:v>
                </c:pt>
                <c:pt idx="510">
                  <c:v>39264</c:v>
                </c:pt>
                <c:pt idx="511">
                  <c:v>39295</c:v>
                </c:pt>
                <c:pt idx="512">
                  <c:v>39326</c:v>
                </c:pt>
                <c:pt idx="513">
                  <c:v>39356</c:v>
                </c:pt>
                <c:pt idx="514">
                  <c:v>39387</c:v>
                </c:pt>
                <c:pt idx="515">
                  <c:v>39417</c:v>
                </c:pt>
                <c:pt idx="516">
                  <c:v>39448</c:v>
                </c:pt>
                <c:pt idx="517">
                  <c:v>39479</c:v>
                </c:pt>
                <c:pt idx="518">
                  <c:v>39508</c:v>
                </c:pt>
                <c:pt idx="519">
                  <c:v>39539</c:v>
                </c:pt>
                <c:pt idx="520">
                  <c:v>39569</c:v>
                </c:pt>
                <c:pt idx="521">
                  <c:v>39600</c:v>
                </c:pt>
                <c:pt idx="522">
                  <c:v>39630</c:v>
                </c:pt>
                <c:pt idx="523">
                  <c:v>39661</c:v>
                </c:pt>
                <c:pt idx="524">
                  <c:v>39692</c:v>
                </c:pt>
                <c:pt idx="525">
                  <c:v>39722</c:v>
                </c:pt>
                <c:pt idx="526">
                  <c:v>39753</c:v>
                </c:pt>
                <c:pt idx="527">
                  <c:v>39783</c:v>
                </c:pt>
                <c:pt idx="528">
                  <c:v>39814</c:v>
                </c:pt>
                <c:pt idx="529">
                  <c:v>39845</c:v>
                </c:pt>
                <c:pt idx="530">
                  <c:v>39873</c:v>
                </c:pt>
                <c:pt idx="531">
                  <c:v>39904</c:v>
                </c:pt>
                <c:pt idx="532">
                  <c:v>39934</c:v>
                </c:pt>
                <c:pt idx="533">
                  <c:v>39965</c:v>
                </c:pt>
                <c:pt idx="534">
                  <c:v>39995</c:v>
                </c:pt>
                <c:pt idx="535">
                  <c:v>40026</c:v>
                </c:pt>
                <c:pt idx="536">
                  <c:v>40057</c:v>
                </c:pt>
                <c:pt idx="537">
                  <c:v>40087</c:v>
                </c:pt>
                <c:pt idx="538">
                  <c:v>40118</c:v>
                </c:pt>
                <c:pt idx="539">
                  <c:v>40148</c:v>
                </c:pt>
                <c:pt idx="540">
                  <c:v>40179</c:v>
                </c:pt>
                <c:pt idx="541">
                  <c:v>40210</c:v>
                </c:pt>
                <c:pt idx="542">
                  <c:v>40238</c:v>
                </c:pt>
                <c:pt idx="543">
                  <c:v>40269</c:v>
                </c:pt>
                <c:pt idx="544">
                  <c:v>40299</c:v>
                </c:pt>
                <c:pt idx="545">
                  <c:v>40330</c:v>
                </c:pt>
                <c:pt idx="546">
                  <c:v>40360</c:v>
                </c:pt>
                <c:pt idx="547">
                  <c:v>40391</c:v>
                </c:pt>
                <c:pt idx="548">
                  <c:v>40422</c:v>
                </c:pt>
                <c:pt idx="549">
                  <c:v>40452</c:v>
                </c:pt>
                <c:pt idx="550">
                  <c:v>40483</c:v>
                </c:pt>
                <c:pt idx="551">
                  <c:v>40513</c:v>
                </c:pt>
                <c:pt idx="552">
                  <c:v>40544</c:v>
                </c:pt>
                <c:pt idx="553">
                  <c:v>40575</c:v>
                </c:pt>
                <c:pt idx="554">
                  <c:v>40603</c:v>
                </c:pt>
                <c:pt idx="555">
                  <c:v>40634</c:v>
                </c:pt>
                <c:pt idx="556">
                  <c:v>40664</c:v>
                </c:pt>
                <c:pt idx="557">
                  <c:v>40695</c:v>
                </c:pt>
                <c:pt idx="558">
                  <c:v>40725</c:v>
                </c:pt>
                <c:pt idx="559">
                  <c:v>40756</c:v>
                </c:pt>
                <c:pt idx="560">
                  <c:v>40787</c:v>
                </c:pt>
                <c:pt idx="561">
                  <c:v>40817</c:v>
                </c:pt>
                <c:pt idx="562">
                  <c:v>40848</c:v>
                </c:pt>
                <c:pt idx="563">
                  <c:v>40878</c:v>
                </c:pt>
                <c:pt idx="564">
                  <c:v>40909</c:v>
                </c:pt>
                <c:pt idx="565">
                  <c:v>40940</c:v>
                </c:pt>
                <c:pt idx="566">
                  <c:v>40969</c:v>
                </c:pt>
                <c:pt idx="567">
                  <c:v>41000</c:v>
                </c:pt>
                <c:pt idx="568">
                  <c:v>41030</c:v>
                </c:pt>
              </c:numCache>
            </c:numRef>
          </c:cat>
          <c:val>
            <c:numRef>
              <c:f>Sheet1!$D$15:$D$583</c:f>
              <c:numCache>
                <c:formatCode>0.00</c:formatCode>
                <c:ptCount val="569"/>
                <c:pt idx="0">
                  <c:v>100.00002600000001</c:v>
                </c:pt>
                <c:pt idx="1">
                  <c:v>100.387623</c:v>
                </c:pt>
                <c:pt idx="2">
                  <c:v>100.77522</c:v>
                </c:pt>
                <c:pt idx="3">
                  <c:v>100.77522</c:v>
                </c:pt>
                <c:pt idx="4">
                  <c:v>101.550414</c:v>
                </c:pt>
                <c:pt idx="5">
                  <c:v>101.550414</c:v>
                </c:pt>
                <c:pt idx="6">
                  <c:v>101.938011</c:v>
                </c:pt>
                <c:pt idx="7">
                  <c:v>102.325608</c:v>
                </c:pt>
                <c:pt idx="8">
                  <c:v>102.713205</c:v>
                </c:pt>
                <c:pt idx="9">
                  <c:v>103.100802</c:v>
                </c:pt>
                <c:pt idx="10">
                  <c:v>103.488399</c:v>
                </c:pt>
                <c:pt idx="11">
                  <c:v>103.875996</c:v>
                </c:pt>
                <c:pt idx="12">
                  <c:v>103.875996</c:v>
                </c:pt>
                <c:pt idx="13">
                  <c:v>104.263593</c:v>
                </c:pt>
                <c:pt idx="14">
                  <c:v>104.65119</c:v>
                </c:pt>
                <c:pt idx="15">
                  <c:v>105.038787</c:v>
                </c:pt>
                <c:pt idx="16">
                  <c:v>105.426384</c:v>
                </c:pt>
                <c:pt idx="17">
                  <c:v>105.426384</c:v>
                </c:pt>
                <c:pt idx="18">
                  <c:v>106.201578</c:v>
                </c:pt>
                <c:pt idx="19">
                  <c:v>106.589175</c:v>
                </c:pt>
                <c:pt idx="20">
                  <c:v>106.976772</c:v>
                </c:pt>
                <c:pt idx="21">
                  <c:v>107.364369</c:v>
                </c:pt>
                <c:pt idx="22">
                  <c:v>107.751966</c:v>
                </c:pt>
                <c:pt idx="23">
                  <c:v>107.751966</c:v>
                </c:pt>
                <c:pt idx="24">
                  <c:v>108.139563</c:v>
                </c:pt>
                <c:pt idx="25">
                  <c:v>108.91475699999999</c:v>
                </c:pt>
                <c:pt idx="26">
                  <c:v>108.91475699999999</c:v>
                </c:pt>
                <c:pt idx="27">
                  <c:v>109.30235399999999</c:v>
                </c:pt>
                <c:pt idx="28">
                  <c:v>109.68995099999999</c:v>
                </c:pt>
                <c:pt idx="29">
                  <c:v>110.07754799999999</c:v>
                </c:pt>
                <c:pt idx="30">
                  <c:v>110.85274200000001</c:v>
                </c:pt>
                <c:pt idx="31">
                  <c:v>111.24033900000001</c:v>
                </c:pt>
                <c:pt idx="32">
                  <c:v>111.62793600000001</c:v>
                </c:pt>
                <c:pt idx="33">
                  <c:v>112.015533</c:v>
                </c:pt>
                <c:pt idx="34">
                  <c:v>112.790727</c:v>
                </c:pt>
                <c:pt idx="35">
                  <c:v>113.178324</c:v>
                </c:pt>
                <c:pt idx="36">
                  <c:v>113.953518</c:v>
                </c:pt>
                <c:pt idx="37">
                  <c:v>114.341115</c:v>
                </c:pt>
                <c:pt idx="38">
                  <c:v>115.116309</c:v>
                </c:pt>
                <c:pt idx="39">
                  <c:v>115.503906</c:v>
                </c:pt>
                <c:pt idx="40">
                  <c:v>116.2791</c:v>
                </c:pt>
                <c:pt idx="41">
                  <c:v>116.666697</c:v>
                </c:pt>
                <c:pt idx="42">
                  <c:v>117.441891</c:v>
                </c:pt>
                <c:pt idx="43">
                  <c:v>117.441891</c:v>
                </c:pt>
                <c:pt idx="44">
                  <c:v>118.604682</c:v>
                </c:pt>
                <c:pt idx="45">
                  <c:v>118.992279</c:v>
                </c:pt>
                <c:pt idx="46">
                  <c:v>119.767473</c:v>
                </c:pt>
                <c:pt idx="47">
                  <c:v>120.54266699999999</c:v>
                </c:pt>
                <c:pt idx="48">
                  <c:v>120.93026399999999</c:v>
                </c:pt>
                <c:pt idx="49">
                  <c:v>121.70545799999999</c:v>
                </c:pt>
                <c:pt idx="50">
                  <c:v>122.09305500000001</c:v>
                </c:pt>
                <c:pt idx="51">
                  <c:v>122.86824900000001</c:v>
                </c:pt>
                <c:pt idx="52">
                  <c:v>123.643443</c:v>
                </c:pt>
                <c:pt idx="53">
                  <c:v>124.03104</c:v>
                </c:pt>
                <c:pt idx="54">
                  <c:v>124.806234</c:v>
                </c:pt>
                <c:pt idx="55">
                  <c:v>125.581428</c:v>
                </c:pt>
                <c:pt idx="56">
                  <c:v>126.356622</c:v>
                </c:pt>
                <c:pt idx="57">
                  <c:v>127.131816</c:v>
                </c:pt>
                <c:pt idx="58">
                  <c:v>127.519413</c:v>
                </c:pt>
                <c:pt idx="59">
                  <c:v>127.90701</c:v>
                </c:pt>
                <c:pt idx="60">
                  <c:v>128.29460700000001</c:v>
                </c:pt>
                <c:pt idx="61">
                  <c:v>129.06980100000001</c:v>
                </c:pt>
                <c:pt idx="62">
                  <c:v>129.84499500000001</c:v>
                </c:pt>
                <c:pt idx="63">
                  <c:v>130.23259200000001</c:v>
                </c:pt>
                <c:pt idx="64">
                  <c:v>131.00778600000001</c:v>
                </c:pt>
                <c:pt idx="65">
                  <c:v>131.39538300000001</c:v>
                </c:pt>
                <c:pt idx="66">
                  <c:v>132.17057700000001</c:v>
                </c:pt>
                <c:pt idx="67">
                  <c:v>132.94577100000001</c:v>
                </c:pt>
                <c:pt idx="68">
                  <c:v>133.72096500000001</c:v>
                </c:pt>
                <c:pt idx="69">
                  <c:v>134.10856200000001</c:v>
                </c:pt>
                <c:pt idx="70">
                  <c:v>134.49615900000001</c:v>
                </c:pt>
                <c:pt idx="71">
                  <c:v>135.65895</c:v>
                </c:pt>
                <c:pt idx="72">
                  <c:v>136.434144</c:v>
                </c:pt>
                <c:pt idx="73">
                  <c:v>137.209338</c:v>
                </c:pt>
                <c:pt idx="74">
                  <c:v>137.984532</c:v>
                </c:pt>
                <c:pt idx="75">
                  <c:v>138.372129</c:v>
                </c:pt>
                <c:pt idx="76">
                  <c:v>139.53492</c:v>
                </c:pt>
                <c:pt idx="77">
                  <c:v>140.310114</c:v>
                </c:pt>
                <c:pt idx="78">
                  <c:v>140.697711</c:v>
                </c:pt>
                <c:pt idx="79">
                  <c:v>141.860502</c:v>
                </c:pt>
                <c:pt idx="80">
                  <c:v>142.248099</c:v>
                </c:pt>
                <c:pt idx="81">
                  <c:v>142.635696</c:v>
                </c:pt>
                <c:pt idx="82">
                  <c:v>143.023293</c:v>
                </c:pt>
                <c:pt idx="83">
                  <c:v>144.57368099999999</c:v>
                </c:pt>
                <c:pt idx="84">
                  <c:v>147.28685999999999</c:v>
                </c:pt>
                <c:pt idx="85">
                  <c:v>148.06205399999999</c:v>
                </c:pt>
                <c:pt idx="86">
                  <c:v>148.83724799999999</c:v>
                </c:pt>
                <c:pt idx="87">
                  <c:v>149.61244199999999</c:v>
                </c:pt>
                <c:pt idx="88">
                  <c:v>150.00003899999999</c:v>
                </c:pt>
                <c:pt idx="89">
                  <c:v>150.38763599999999</c:v>
                </c:pt>
                <c:pt idx="90">
                  <c:v>151.16283000000001</c:v>
                </c:pt>
                <c:pt idx="91">
                  <c:v>151.93802400000001</c:v>
                </c:pt>
                <c:pt idx="92">
                  <c:v>152.71321800000001</c:v>
                </c:pt>
                <c:pt idx="93">
                  <c:v>153.87600900000001</c:v>
                </c:pt>
                <c:pt idx="94">
                  <c:v>154.26360600000001</c:v>
                </c:pt>
                <c:pt idx="95">
                  <c:v>155.42639700000001</c:v>
                </c:pt>
                <c:pt idx="96">
                  <c:v>156.20159100000001</c:v>
                </c:pt>
                <c:pt idx="97">
                  <c:v>156.58918800000001</c:v>
                </c:pt>
                <c:pt idx="98">
                  <c:v>157.36438200000001</c:v>
                </c:pt>
                <c:pt idx="99">
                  <c:v>158.13957600000001</c:v>
                </c:pt>
                <c:pt idx="100">
                  <c:v>158.91477</c:v>
                </c:pt>
                <c:pt idx="101">
                  <c:v>159.689964</c:v>
                </c:pt>
                <c:pt idx="102">
                  <c:v>160.852755</c:v>
                </c:pt>
                <c:pt idx="103">
                  <c:v>161.240352</c:v>
                </c:pt>
                <c:pt idx="104">
                  <c:v>162.403143</c:v>
                </c:pt>
                <c:pt idx="105">
                  <c:v>163.178337</c:v>
                </c:pt>
                <c:pt idx="106">
                  <c:v>163.953531</c:v>
                </c:pt>
                <c:pt idx="107">
                  <c:v>164.728725</c:v>
                </c:pt>
                <c:pt idx="108">
                  <c:v>165.116322</c:v>
                </c:pt>
                <c:pt idx="109">
                  <c:v>166.279113</c:v>
                </c:pt>
                <c:pt idx="110">
                  <c:v>167.05430699999999</c:v>
                </c:pt>
                <c:pt idx="111">
                  <c:v>168.21709799999999</c:v>
                </c:pt>
                <c:pt idx="112">
                  <c:v>170.15508299999999</c:v>
                </c:pt>
                <c:pt idx="113">
                  <c:v>171.70547099999999</c:v>
                </c:pt>
                <c:pt idx="114">
                  <c:v>172.48066499999999</c:v>
                </c:pt>
                <c:pt idx="115">
                  <c:v>174.03105300000001</c:v>
                </c:pt>
                <c:pt idx="116">
                  <c:v>175.58144100000001</c:v>
                </c:pt>
                <c:pt idx="117">
                  <c:v>176.74423200000001</c:v>
                </c:pt>
                <c:pt idx="118">
                  <c:v>177.13182900000001</c:v>
                </c:pt>
                <c:pt idx="119">
                  <c:v>178.68221700000001</c:v>
                </c:pt>
                <c:pt idx="120">
                  <c:v>178.68221700000001</c:v>
                </c:pt>
                <c:pt idx="121">
                  <c:v>179.45741100000001</c:v>
                </c:pt>
                <c:pt idx="122">
                  <c:v>180.62020200000001</c:v>
                </c:pt>
                <c:pt idx="123">
                  <c:v>180.62020200000001</c:v>
                </c:pt>
                <c:pt idx="124">
                  <c:v>181.39539600000001</c:v>
                </c:pt>
                <c:pt idx="125">
                  <c:v>182.945784</c:v>
                </c:pt>
                <c:pt idx="126">
                  <c:v>183.333381</c:v>
                </c:pt>
                <c:pt idx="127">
                  <c:v>184.883769</c:v>
                </c:pt>
                <c:pt idx="128">
                  <c:v>185.658963</c:v>
                </c:pt>
                <c:pt idx="129">
                  <c:v>186.434157</c:v>
                </c:pt>
                <c:pt idx="130">
                  <c:v>187.984545</c:v>
                </c:pt>
                <c:pt idx="131">
                  <c:v>188.759739</c:v>
                </c:pt>
                <c:pt idx="132">
                  <c:v>189.92252999999999</c:v>
                </c:pt>
                <c:pt idx="133">
                  <c:v>191.47291799999999</c:v>
                </c:pt>
                <c:pt idx="134">
                  <c:v>192.24811199999999</c:v>
                </c:pt>
                <c:pt idx="135">
                  <c:v>193.02330599999999</c:v>
                </c:pt>
                <c:pt idx="136">
                  <c:v>194.57369399999999</c:v>
                </c:pt>
                <c:pt idx="137">
                  <c:v>195.34888799999999</c:v>
                </c:pt>
                <c:pt idx="138">
                  <c:v>196.51167899999999</c:v>
                </c:pt>
                <c:pt idx="139">
                  <c:v>198.44966400000001</c:v>
                </c:pt>
                <c:pt idx="140">
                  <c:v>199.61245500000001</c:v>
                </c:pt>
                <c:pt idx="141">
                  <c:v>200.38764900000001</c:v>
                </c:pt>
                <c:pt idx="142">
                  <c:v>201.93803700000001</c:v>
                </c:pt>
                <c:pt idx="143">
                  <c:v>202.71323100000001</c:v>
                </c:pt>
                <c:pt idx="144">
                  <c:v>203.87602200000001</c:v>
                </c:pt>
                <c:pt idx="145">
                  <c:v>205.42641</c:v>
                </c:pt>
                <c:pt idx="146">
                  <c:v>206.589201</c:v>
                </c:pt>
                <c:pt idx="147">
                  <c:v>208.139589</c:v>
                </c:pt>
                <c:pt idx="148">
                  <c:v>209.30238</c:v>
                </c:pt>
                <c:pt idx="149">
                  <c:v>210.465171</c:v>
                </c:pt>
                <c:pt idx="150">
                  <c:v>211.627962</c:v>
                </c:pt>
                <c:pt idx="151">
                  <c:v>212.403156</c:v>
                </c:pt>
                <c:pt idx="152">
                  <c:v>213.56594699999999</c:v>
                </c:pt>
                <c:pt idx="153">
                  <c:v>215.50393199999999</c:v>
                </c:pt>
                <c:pt idx="154">
                  <c:v>216.66672299999999</c:v>
                </c:pt>
                <c:pt idx="155">
                  <c:v>217.44191699999999</c:v>
                </c:pt>
                <c:pt idx="156">
                  <c:v>219.37990199999999</c:v>
                </c:pt>
                <c:pt idx="157">
                  <c:v>220.54269300000001</c:v>
                </c:pt>
                <c:pt idx="158">
                  <c:v>222.09308100000001</c:v>
                </c:pt>
                <c:pt idx="159">
                  <c:v>224.41866300000001</c:v>
                </c:pt>
                <c:pt idx="160">
                  <c:v>225.58145400000001</c:v>
                </c:pt>
                <c:pt idx="161">
                  <c:v>227.51943900000001</c:v>
                </c:pt>
                <c:pt idx="162">
                  <c:v>228.68223</c:v>
                </c:pt>
                <c:pt idx="163">
                  <c:v>229.845021</c:v>
                </c:pt>
                <c:pt idx="164">
                  <c:v>231.395409</c:v>
                </c:pt>
                <c:pt idx="165">
                  <c:v>233.720991</c:v>
                </c:pt>
                <c:pt idx="166">
                  <c:v>234.883782</c:v>
                </c:pt>
                <c:pt idx="167">
                  <c:v>236.43416999999999</c:v>
                </c:pt>
                <c:pt idx="168">
                  <c:v>237.98455799999999</c:v>
                </c:pt>
                <c:pt idx="169">
                  <c:v>239.53494599999999</c:v>
                </c:pt>
                <c:pt idx="170">
                  <c:v>241.08533399999999</c:v>
                </c:pt>
                <c:pt idx="171">
                  <c:v>241.08533399999999</c:v>
                </c:pt>
                <c:pt idx="172">
                  <c:v>243.41091599999999</c:v>
                </c:pt>
                <c:pt idx="173">
                  <c:v>244.96130400000001</c:v>
                </c:pt>
                <c:pt idx="174">
                  <c:v>246.51169200000001</c:v>
                </c:pt>
                <c:pt idx="175">
                  <c:v>248.06208000000001</c:v>
                </c:pt>
                <c:pt idx="176">
                  <c:v>250.00006500000001</c:v>
                </c:pt>
                <c:pt idx="177">
                  <c:v>250.77525900000001</c:v>
                </c:pt>
                <c:pt idx="178">
                  <c:v>252.325647</c:v>
                </c:pt>
                <c:pt idx="179">
                  <c:v>254.651229</c:v>
                </c:pt>
                <c:pt idx="180">
                  <c:v>254.651229</c:v>
                </c:pt>
                <c:pt idx="181">
                  <c:v>256.97681099999897</c:v>
                </c:pt>
                <c:pt idx="182">
                  <c:v>259.68999000000002</c:v>
                </c:pt>
                <c:pt idx="183">
                  <c:v>260.46518400000002</c:v>
                </c:pt>
                <c:pt idx="184">
                  <c:v>262.01557200000002</c:v>
                </c:pt>
                <c:pt idx="185">
                  <c:v>264.34115400000002</c:v>
                </c:pt>
                <c:pt idx="186">
                  <c:v>265.89154200000002</c:v>
                </c:pt>
                <c:pt idx="187">
                  <c:v>267.82952699999998</c:v>
                </c:pt>
                <c:pt idx="188">
                  <c:v>269.37991499999998</c:v>
                </c:pt>
                <c:pt idx="189">
                  <c:v>272.09309400000001</c:v>
                </c:pt>
                <c:pt idx="190">
                  <c:v>274.80627299999998</c:v>
                </c:pt>
                <c:pt idx="191">
                  <c:v>276.35666099999997</c:v>
                </c:pt>
                <c:pt idx="192">
                  <c:v>278.68224300000003</c:v>
                </c:pt>
                <c:pt idx="193">
                  <c:v>280.23263100000003</c:v>
                </c:pt>
                <c:pt idx="194">
                  <c:v>282.55821300000002</c:v>
                </c:pt>
                <c:pt idx="195">
                  <c:v>284.10860100000002</c:v>
                </c:pt>
                <c:pt idx="196">
                  <c:v>285.65898900000002</c:v>
                </c:pt>
                <c:pt idx="197">
                  <c:v>287.59697399999902</c:v>
                </c:pt>
                <c:pt idx="198">
                  <c:v>289.14736199999999</c:v>
                </c:pt>
                <c:pt idx="199">
                  <c:v>291.86054100000001</c:v>
                </c:pt>
                <c:pt idx="200">
                  <c:v>293.41092900000001</c:v>
                </c:pt>
                <c:pt idx="201">
                  <c:v>294.18612300000001</c:v>
                </c:pt>
                <c:pt idx="202">
                  <c:v>296.12410799999998</c:v>
                </c:pt>
                <c:pt idx="203">
                  <c:v>296.12410799999998</c:v>
                </c:pt>
                <c:pt idx="204">
                  <c:v>299.22488399999997</c:v>
                </c:pt>
                <c:pt idx="205">
                  <c:v>299.612481</c:v>
                </c:pt>
                <c:pt idx="206">
                  <c:v>300.77527199999997</c:v>
                </c:pt>
                <c:pt idx="207">
                  <c:v>301.162869</c:v>
                </c:pt>
                <c:pt idx="208">
                  <c:v>303.48845099999897</c:v>
                </c:pt>
                <c:pt idx="209">
                  <c:v>304.263645</c:v>
                </c:pt>
                <c:pt idx="210">
                  <c:v>305.81403299999999</c:v>
                </c:pt>
                <c:pt idx="211">
                  <c:v>307.75201800000002</c:v>
                </c:pt>
                <c:pt idx="212">
                  <c:v>307.75201800000002</c:v>
                </c:pt>
                <c:pt idx="213">
                  <c:v>308.52721200000002</c:v>
                </c:pt>
                <c:pt idx="214">
                  <c:v>309.30240600000002</c:v>
                </c:pt>
                <c:pt idx="215">
                  <c:v>310.85279400000002</c:v>
                </c:pt>
                <c:pt idx="216">
                  <c:v>312.40318200000002</c:v>
                </c:pt>
                <c:pt idx="217">
                  <c:v>313.95357000000001</c:v>
                </c:pt>
                <c:pt idx="218">
                  <c:v>313.95357000000001</c:v>
                </c:pt>
                <c:pt idx="219">
                  <c:v>315.11636099999998</c:v>
                </c:pt>
                <c:pt idx="220">
                  <c:v>316.66674899999998</c:v>
                </c:pt>
                <c:pt idx="221">
                  <c:v>317.44194299999998</c:v>
                </c:pt>
                <c:pt idx="222">
                  <c:v>318.99233099999998</c:v>
                </c:pt>
                <c:pt idx="223">
                  <c:v>317.82954000000001</c:v>
                </c:pt>
                <c:pt idx="224">
                  <c:v>320.15512200000001</c:v>
                </c:pt>
                <c:pt idx="225">
                  <c:v>322.09310699999997</c:v>
                </c:pt>
                <c:pt idx="226">
                  <c:v>322.48070399999898</c:v>
                </c:pt>
                <c:pt idx="227">
                  <c:v>322.86830099999997</c:v>
                </c:pt>
                <c:pt idx="228">
                  <c:v>324.806286</c:v>
                </c:pt>
                <c:pt idx="229">
                  <c:v>324.41868899999997</c:v>
                </c:pt>
                <c:pt idx="230">
                  <c:v>325.96907700000003</c:v>
                </c:pt>
                <c:pt idx="231">
                  <c:v>327.51946500000003</c:v>
                </c:pt>
                <c:pt idx="232">
                  <c:v>327.131868</c:v>
                </c:pt>
                <c:pt idx="233">
                  <c:v>328.682256</c:v>
                </c:pt>
                <c:pt idx="234">
                  <c:v>330.23264399999999</c:v>
                </c:pt>
                <c:pt idx="235">
                  <c:v>330.23264399999999</c:v>
                </c:pt>
                <c:pt idx="236">
                  <c:v>331.78303199999903</c:v>
                </c:pt>
                <c:pt idx="237">
                  <c:v>331.39543500000002</c:v>
                </c:pt>
                <c:pt idx="238">
                  <c:v>332.17062900000002</c:v>
                </c:pt>
                <c:pt idx="239">
                  <c:v>333.72101699999899</c:v>
                </c:pt>
                <c:pt idx="240">
                  <c:v>333.72101699999899</c:v>
                </c:pt>
                <c:pt idx="241">
                  <c:v>334.88380799999999</c:v>
                </c:pt>
                <c:pt idx="242">
                  <c:v>336.04659900000001</c:v>
                </c:pt>
                <c:pt idx="243">
                  <c:v>336.82179300000001</c:v>
                </c:pt>
                <c:pt idx="244">
                  <c:v>337.20938999999998</c:v>
                </c:pt>
                <c:pt idx="245">
                  <c:v>338.75977799999998</c:v>
                </c:pt>
                <c:pt idx="246">
                  <c:v>338.75977799999998</c:v>
                </c:pt>
                <c:pt idx="247">
                  <c:v>339.92256900000001</c:v>
                </c:pt>
                <c:pt idx="248">
                  <c:v>341.08535999999998</c:v>
                </c:pt>
                <c:pt idx="249">
                  <c:v>340.69776300000001</c:v>
                </c:pt>
                <c:pt idx="250">
                  <c:v>341.86055399999998</c:v>
                </c:pt>
                <c:pt idx="251">
                  <c:v>343.79853899999898</c:v>
                </c:pt>
                <c:pt idx="252">
                  <c:v>343.02334500000001</c:v>
                </c:pt>
                <c:pt idx="253">
                  <c:v>344.18613599999998</c:v>
                </c:pt>
                <c:pt idx="254">
                  <c:v>344.57373299999898</c:v>
                </c:pt>
                <c:pt idx="255">
                  <c:v>344.57373299999898</c:v>
                </c:pt>
                <c:pt idx="256">
                  <c:v>344.96132999999998</c:v>
                </c:pt>
                <c:pt idx="257">
                  <c:v>345.348927</c:v>
                </c:pt>
                <c:pt idx="258">
                  <c:v>345.73652399999997</c:v>
                </c:pt>
                <c:pt idx="259">
                  <c:v>346.51171799999901</c:v>
                </c:pt>
                <c:pt idx="260">
                  <c:v>346.51171799999901</c:v>
                </c:pt>
                <c:pt idx="261">
                  <c:v>347.28691199999997</c:v>
                </c:pt>
                <c:pt idx="262">
                  <c:v>348.83730000000003</c:v>
                </c:pt>
                <c:pt idx="263">
                  <c:v>349.224897</c:v>
                </c:pt>
                <c:pt idx="264">
                  <c:v>349.61249400000003</c:v>
                </c:pt>
                <c:pt idx="265">
                  <c:v>350.775285</c:v>
                </c:pt>
                <c:pt idx="266">
                  <c:v>351.550479</c:v>
                </c:pt>
                <c:pt idx="267">
                  <c:v>351.938075999999</c:v>
                </c:pt>
                <c:pt idx="268">
                  <c:v>353.10086699999999</c:v>
                </c:pt>
                <c:pt idx="269">
                  <c:v>353.10086699999999</c:v>
                </c:pt>
                <c:pt idx="270">
                  <c:v>353.48846400000002</c:v>
                </c:pt>
                <c:pt idx="271">
                  <c:v>355.81404600000002</c:v>
                </c:pt>
                <c:pt idx="272">
                  <c:v>356.20164299999999</c:v>
                </c:pt>
                <c:pt idx="273">
                  <c:v>357.36443400000002</c:v>
                </c:pt>
                <c:pt idx="274">
                  <c:v>359.30241899999999</c:v>
                </c:pt>
                <c:pt idx="275">
                  <c:v>359.69001600000001</c:v>
                </c:pt>
                <c:pt idx="276">
                  <c:v>360.07761299999999</c:v>
                </c:pt>
                <c:pt idx="277">
                  <c:v>360.07761299999999</c:v>
                </c:pt>
                <c:pt idx="278">
                  <c:v>360.85280699999998</c:v>
                </c:pt>
                <c:pt idx="279">
                  <c:v>362.79079200000001</c:v>
                </c:pt>
                <c:pt idx="280">
                  <c:v>364.72877699999998</c:v>
                </c:pt>
                <c:pt idx="281">
                  <c:v>365.11637400000001</c:v>
                </c:pt>
                <c:pt idx="282">
                  <c:v>366.27916499999998</c:v>
                </c:pt>
                <c:pt idx="283">
                  <c:v>366.66676200000001</c:v>
                </c:pt>
                <c:pt idx="284">
                  <c:v>368.60474699999997</c:v>
                </c:pt>
                <c:pt idx="285">
                  <c:v>370.542732</c:v>
                </c:pt>
                <c:pt idx="286">
                  <c:v>371.317926</c:v>
                </c:pt>
                <c:pt idx="287">
                  <c:v>372.09311999999898</c:v>
                </c:pt>
                <c:pt idx="288">
                  <c:v>374.03110500000003</c:v>
                </c:pt>
                <c:pt idx="289">
                  <c:v>375.193896</c:v>
                </c:pt>
                <c:pt idx="290">
                  <c:v>375.96908999999999</c:v>
                </c:pt>
                <c:pt idx="291">
                  <c:v>377.90707500000002</c:v>
                </c:pt>
                <c:pt idx="292">
                  <c:v>377.13188100000002</c:v>
                </c:pt>
                <c:pt idx="293">
                  <c:v>378.68226900000002</c:v>
                </c:pt>
                <c:pt idx="294">
                  <c:v>380.62025399999999</c:v>
                </c:pt>
                <c:pt idx="295">
                  <c:v>381.00785100000002</c:v>
                </c:pt>
                <c:pt idx="296">
                  <c:v>382.55823900000001</c:v>
                </c:pt>
                <c:pt idx="297">
                  <c:v>384.88382100000001</c:v>
                </c:pt>
                <c:pt idx="298">
                  <c:v>384.88382100000001</c:v>
                </c:pt>
                <c:pt idx="299">
                  <c:v>386.82180599999998</c:v>
                </c:pt>
                <c:pt idx="300">
                  <c:v>388.37219399999998</c:v>
                </c:pt>
                <c:pt idx="301">
                  <c:v>390.69777599999998</c:v>
                </c:pt>
                <c:pt idx="302">
                  <c:v>391.860567</c:v>
                </c:pt>
                <c:pt idx="303">
                  <c:v>392.24816399999997</c:v>
                </c:pt>
                <c:pt idx="304">
                  <c:v>393.79855199999997</c:v>
                </c:pt>
                <c:pt idx="305">
                  <c:v>395.34894000000003</c:v>
                </c:pt>
                <c:pt idx="306">
                  <c:v>396.12413400000003</c:v>
                </c:pt>
                <c:pt idx="307">
                  <c:v>396.89932800000003</c:v>
                </c:pt>
                <c:pt idx="308">
                  <c:v>398.44971600000002</c:v>
                </c:pt>
                <c:pt idx="309">
                  <c:v>399.22491000000002</c:v>
                </c:pt>
                <c:pt idx="310">
                  <c:v>400.00010400000002</c:v>
                </c:pt>
                <c:pt idx="311">
                  <c:v>401.16289499999999</c:v>
                </c:pt>
                <c:pt idx="312">
                  <c:v>402.32568600000002</c:v>
                </c:pt>
                <c:pt idx="313">
                  <c:v>402.71328299999999</c:v>
                </c:pt>
                <c:pt idx="314">
                  <c:v>403.87607400000002</c:v>
                </c:pt>
                <c:pt idx="315">
                  <c:v>405.42646200000001</c:v>
                </c:pt>
                <c:pt idx="316">
                  <c:v>406.58925299999999</c:v>
                </c:pt>
                <c:pt idx="317">
                  <c:v>407.36444699999998</c:v>
                </c:pt>
                <c:pt idx="318">
                  <c:v>408.52723800000001</c:v>
                </c:pt>
                <c:pt idx="319">
                  <c:v>409.30243200000001</c:v>
                </c:pt>
                <c:pt idx="320">
                  <c:v>410.07762600000001</c:v>
                </c:pt>
                <c:pt idx="321">
                  <c:v>410.46522299999998</c:v>
                </c:pt>
                <c:pt idx="322">
                  <c:v>411.24041699999998</c:v>
                </c:pt>
                <c:pt idx="323">
                  <c:v>412.40320800000001</c:v>
                </c:pt>
                <c:pt idx="324">
                  <c:v>412.79080499999998</c:v>
                </c:pt>
                <c:pt idx="325">
                  <c:v>413.56599899999998</c:v>
                </c:pt>
                <c:pt idx="326">
                  <c:v>414.72878999999898</c:v>
                </c:pt>
                <c:pt idx="327">
                  <c:v>415.503984</c:v>
                </c:pt>
                <c:pt idx="328">
                  <c:v>416.27917799999898</c:v>
                </c:pt>
                <c:pt idx="329">
                  <c:v>417.44196899999997</c:v>
                </c:pt>
                <c:pt idx="330">
                  <c:v>418.21716300000003</c:v>
                </c:pt>
                <c:pt idx="331">
                  <c:v>419.379954</c:v>
                </c:pt>
                <c:pt idx="332">
                  <c:v>419.76755100000003</c:v>
                </c:pt>
                <c:pt idx="333">
                  <c:v>420.93034199999897</c:v>
                </c:pt>
                <c:pt idx="334">
                  <c:v>421.31793900000002</c:v>
                </c:pt>
                <c:pt idx="335">
                  <c:v>422.48072999999903</c:v>
                </c:pt>
                <c:pt idx="336">
                  <c:v>423.64352100000002</c:v>
                </c:pt>
                <c:pt idx="337">
                  <c:v>424.418714999999</c:v>
                </c:pt>
                <c:pt idx="338">
                  <c:v>425.96910300000002</c:v>
                </c:pt>
                <c:pt idx="339">
                  <c:v>426.35669999999999</c:v>
                </c:pt>
                <c:pt idx="340">
                  <c:v>427.13189399999999</c:v>
                </c:pt>
                <c:pt idx="341">
                  <c:v>427.51949100000002</c:v>
                </c:pt>
                <c:pt idx="342">
                  <c:v>428.29468500000002</c:v>
                </c:pt>
                <c:pt idx="343">
                  <c:v>429.45747599999999</c:v>
                </c:pt>
                <c:pt idx="344">
                  <c:v>430.23266999999998</c:v>
                </c:pt>
                <c:pt idx="345">
                  <c:v>431.39546100000001</c:v>
                </c:pt>
                <c:pt idx="346">
                  <c:v>432.17065500000001</c:v>
                </c:pt>
                <c:pt idx="347">
                  <c:v>433.33344599999998</c:v>
                </c:pt>
                <c:pt idx="348">
                  <c:v>434.49623699999898</c:v>
                </c:pt>
                <c:pt idx="349">
                  <c:v>436.04662500000001</c:v>
                </c:pt>
                <c:pt idx="350">
                  <c:v>436.04662500000001</c:v>
                </c:pt>
                <c:pt idx="351">
                  <c:v>436.821819</c:v>
                </c:pt>
                <c:pt idx="352">
                  <c:v>437.98460999999998</c:v>
                </c:pt>
                <c:pt idx="353">
                  <c:v>438.372207</c:v>
                </c:pt>
                <c:pt idx="354">
                  <c:v>439.53499799999997</c:v>
                </c:pt>
                <c:pt idx="355">
                  <c:v>440.31019199999997</c:v>
                </c:pt>
                <c:pt idx="356">
                  <c:v>441.472983</c:v>
                </c:pt>
                <c:pt idx="357">
                  <c:v>443.02337099999897</c:v>
                </c:pt>
                <c:pt idx="358">
                  <c:v>443.79856499999897</c:v>
                </c:pt>
                <c:pt idx="359">
                  <c:v>444.961355999999</c:v>
                </c:pt>
                <c:pt idx="360">
                  <c:v>445.34895299999999</c:v>
                </c:pt>
                <c:pt idx="361">
                  <c:v>446.89934099999999</c:v>
                </c:pt>
                <c:pt idx="362">
                  <c:v>447.67453499999999</c:v>
                </c:pt>
                <c:pt idx="363">
                  <c:v>448.44972899999999</c:v>
                </c:pt>
                <c:pt idx="364">
                  <c:v>449.22492299999999</c:v>
                </c:pt>
                <c:pt idx="365">
                  <c:v>450.77531099999902</c:v>
                </c:pt>
                <c:pt idx="366">
                  <c:v>452.32569899999999</c:v>
                </c:pt>
                <c:pt idx="367">
                  <c:v>453.10089299999999</c:v>
                </c:pt>
                <c:pt idx="368">
                  <c:v>454.65128099999998</c:v>
                </c:pt>
                <c:pt idx="369">
                  <c:v>455.42647499999998</c:v>
                </c:pt>
                <c:pt idx="370">
                  <c:v>456.58926600000001</c:v>
                </c:pt>
                <c:pt idx="371">
                  <c:v>457.75205699999998</c:v>
                </c:pt>
                <c:pt idx="372">
                  <c:v>459.69004200000001</c:v>
                </c:pt>
                <c:pt idx="373">
                  <c:v>460.07763899999998</c:v>
                </c:pt>
                <c:pt idx="374">
                  <c:v>460.85283299999998</c:v>
                </c:pt>
                <c:pt idx="375">
                  <c:v>463.56601199999898</c:v>
                </c:pt>
                <c:pt idx="376">
                  <c:v>464.341206</c:v>
                </c:pt>
                <c:pt idx="377">
                  <c:v>466.27919100000003</c:v>
                </c:pt>
                <c:pt idx="378">
                  <c:v>467.441982</c:v>
                </c:pt>
                <c:pt idx="379">
                  <c:v>468.60477300000002</c:v>
                </c:pt>
                <c:pt idx="380">
                  <c:v>470.54275799999999</c:v>
                </c:pt>
                <c:pt idx="381">
                  <c:v>471.31795199999999</c:v>
                </c:pt>
                <c:pt idx="382">
                  <c:v>473.25593700000002</c:v>
                </c:pt>
                <c:pt idx="383">
                  <c:v>474.80632500000002</c:v>
                </c:pt>
                <c:pt idx="384">
                  <c:v>476.35671300000001</c:v>
                </c:pt>
                <c:pt idx="385">
                  <c:v>477.51950399999998</c:v>
                </c:pt>
                <c:pt idx="386">
                  <c:v>479.06989199999998</c:v>
                </c:pt>
                <c:pt idx="387">
                  <c:v>480.23268300000001</c:v>
                </c:pt>
                <c:pt idx="388">
                  <c:v>481.78307100000001</c:v>
                </c:pt>
                <c:pt idx="389">
                  <c:v>483.333459</c:v>
                </c:pt>
                <c:pt idx="390">
                  <c:v>484.108653</c:v>
                </c:pt>
                <c:pt idx="391">
                  <c:v>487.209429</c:v>
                </c:pt>
                <c:pt idx="392">
                  <c:v>488.37222000000003</c:v>
                </c:pt>
                <c:pt idx="393">
                  <c:v>490.69780200000002</c:v>
                </c:pt>
                <c:pt idx="394">
                  <c:v>493.02338400000002</c:v>
                </c:pt>
                <c:pt idx="395">
                  <c:v>494.18617499999903</c:v>
                </c:pt>
                <c:pt idx="396">
                  <c:v>495.73656299999902</c:v>
                </c:pt>
                <c:pt idx="397">
                  <c:v>497.67454800000002</c:v>
                </c:pt>
                <c:pt idx="398">
                  <c:v>499.22493600000001</c:v>
                </c:pt>
                <c:pt idx="399">
                  <c:v>500.77532400000001</c:v>
                </c:pt>
                <c:pt idx="400">
                  <c:v>502.32571200000001</c:v>
                </c:pt>
                <c:pt idx="401">
                  <c:v>503.48850299999998</c:v>
                </c:pt>
                <c:pt idx="402">
                  <c:v>504.26369699999998</c:v>
                </c:pt>
                <c:pt idx="403">
                  <c:v>506.97687599999898</c:v>
                </c:pt>
                <c:pt idx="404">
                  <c:v>508.13966699999997</c:v>
                </c:pt>
                <c:pt idx="405">
                  <c:v>509.302458</c:v>
                </c:pt>
                <c:pt idx="406">
                  <c:v>510.46524899999997</c:v>
                </c:pt>
                <c:pt idx="407">
                  <c:v>512.01563699999997</c:v>
                </c:pt>
                <c:pt idx="408">
                  <c:v>514.341218999999</c:v>
                </c:pt>
                <c:pt idx="409">
                  <c:v>515.50400999999999</c:v>
                </c:pt>
                <c:pt idx="410">
                  <c:v>516.66680099999996</c:v>
                </c:pt>
                <c:pt idx="411">
                  <c:v>518.60478599999999</c:v>
                </c:pt>
                <c:pt idx="412">
                  <c:v>520.54277100000002</c:v>
                </c:pt>
                <c:pt idx="413">
                  <c:v>522.09315900000001</c:v>
                </c:pt>
                <c:pt idx="414">
                  <c:v>524.03114399999902</c:v>
                </c:pt>
                <c:pt idx="415">
                  <c:v>524.80633799999998</c:v>
                </c:pt>
                <c:pt idx="416">
                  <c:v>527.51951699999995</c:v>
                </c:pt>
                <c:pt idx="417">
                  <c:v>528.68230800000003</c:v>
                </c:pt>
                <c:pt idx="418">
                  <c:v>529.45750199999895</c:v>
                </c:pt>
                <c:pt idx="419">
                  <c:v>531.00788999999997</c:v>
                </c:pt>
                <c:pt idx="420">
                  <c:v>532.945875</c:v>
                </c:pt>
                <c:pt idx="421">
                  <c:v>534.88386000000003</c:v>
                </c:pt>
                <c:pt idx="422">
                  <c:v>536.82184499999903</c:v>
                </c:pt>
                <c:pt idx="423">
                  <c:v>538.75982999999997</c:v>
                </c:pt>
                <c:pt idx="424">
                  <c:v>540.31021799999905</c:v>
                </c:pt>
                <c:pt idx="425">
                  <c:v>541.86060599999905</c:v>
                </c:pt>
                <c:pt idx="426">
                  <c:v>543.79859099999999</c:v>
                </c:pt>
                <c:pt idx="427">
                  <c:v>545.34897899999999</c:v>
                </c:pt>
                <c:pt idx="428">
                  <c:v>547.67456100000004</c:v>
                </c:pt>
                <c:pt idx="429">
                  <c:v>549.61254599999995</c:v>
                </c:pt>
                <c:pt idx="430">
                  <c:v>551.93812799999898</c:v>
                </c:pt>
                <c:pt idx="431">
                  <c:v>553.87611299999901</c:v>
                </c:pt>
                <c:pt idx="432">
                  <c:v>553.87611299999901</c:v>
                </c:pt>
                <c:pt idx="433">
                  <c:v>556.97688900000003</c:v>
                </c:pt>
                <c:pt idx="434">
                  <c:v>558.91487400000005</c:v>
                </c:pt>
                <c:pt idx="435">
                  <c:v>560.46526199999903</c:v>
                </c:pt>
                <c:pt idx="436">
                  <c:v>562.01564999999903</c:v>
                </c:pt>
                <c:pt idx="437">
                  <c:v>563.95363499999996</c:v>
                </c:pt>
                <c:pt idx="438">
                  <c:v>564.34123199999897</c:v>
                </c:pt>
                <c:pt idx="439">
                  <c:v>565.89161999999897</c:v>
                </c:pt>
                <c:pt idx="440">
                  <c:v>567.44200799999896</c:v>
                </c:pt>
                <c:pt idx="441">
                  <c:v>568.21720199999902</c:v>
                </c:pt>
                <c:pt idx="442">
                  <c:v>570.54278399999998</c:v>
                </c:pt>
                <c:pt idx="443">
                  <c:v>571.70557499999995</c:v>
                </c:pt>
                <c:pt idx="444">
                  <c:v>572.09317199999998</c:v>
                </c:pt>
                <c:pt idx="445">
                  <c:v>573.25596299999904</c:v>
                </c:pt>
                <c:pt idx="446">
                  <c:v>574.41875400000004</c:v>
                </c:pt>
                <c:pt idx="447">
                  <c:v>575.19394799999998</c:v>
                </c:pt>
                <c:pt idx="448">
                  <c:v>576.744336000001</c:v>
                </c:pt>
                <c:pt idx="449">
                  <c:v>579.06991799999901</c:v>
                </c:pt>
                <c:pt idx="450">
                  <c:v>580.62030600000003</c:v>
                </c:pt>
                <c:pt idx="451">
                  <c:v>582.17069400000003</c:v>
                </c:pt>
                <c:pt idx="452">
                  <c:v>584.10867900000005</c:v>
                </c:pt>
                <c:pt idx="453">
                  <c:v>586.04666399999905</c:v>
                </c:pt>
                <c:pt idx="454">
                  <c:v>587.59705199999996</c:v>
                </c:pt>
                <c:pt idx="455">
                  <c:v>589.53503699999999</c:v>
                </c:pt>
                <c:pt idx="456">
                  <c:v>589.92263399999899</c:v>
                </c:pt>
                <c:pt idx="457">
                  <c:v>592.63581299999998</c:v>
                </c:pt>
                <c:pt idx="458">
                  <c:v>592.63581299999998</c:v>
                </c:pt>
                <c:pt idx="459">
                  <c:v>592.24821599999996</c:v>
                </c:pt>
                <c:pt idx="460">
                  <c:v>594.18620099999998</c:v>
                </c:pt>
                <c:pt idx="461">
                  <c:v>595.73658899999998</c:v>
                </c:pt>
                <c:pt idx="462">
                  <c:v>596.89937999999995</c:v>
                </c:pt>
                <c:pt idx="463">
                  <c:v>597.67457400000001</c:v>
                </c:pt>
                <c:pt idx="464">
                  <c:v>597.67457400000001</c:v>
                </c:pt>
                <c:pt idx="465">
                  <c:v>598.06217099999901</c:v>
                </c:pt>
                <c:pt idx="466">
                  <c:v>600.00015599999995</c:v>
                </c:pt>
                <c:pt idx="467">
                  <c:v>600.00015599999995</c:v>
                </c:pt>
                <c:pt idx="468">
                  <c:v>601.16294699999901</c:v>
                </c:pt>
                <c:pt idx="469">
                  <c:v>602.71333500000003</c:v>
                </c:pt>
                <c:pt idx="470">
                  <c:v>603.10093199999994</c:v>
                </c:pt>
                <c:pt idx="471">
                  <c:v>604.65132000000006</c:v>
                </c:pt>
                <c:pt idx="472">
                  <c:v>606.20170800000005</c:v>
                </c:pt>
                <c:pt idx="473">
                  <c:v>607.75209599999903</c:v>
                </c:pt>
                <c:pt idx="474">
                  <c:v>608.91488700000002</c:v>
                </c:pt>
                <c:pt idx="475">
                  <c:v>610.465274999999</c:v>
                </c:pt>
                <c:pt idx="476">
                  <c:v>612.01566299999899</c:v>
                </c:pt>
                <c:pt idx="477">
                  <c:v>613.17845400000101</c:v>
                </c:pt>
                <c:pt idx="478">
                  <c:v>614.34124499999905</c:v>
                </c:pt>
                <c:pt idx="479">
                  <c:v>615.11643900000001</c:v>
                </c:pt>
                <c:pt idx="480">
                  <c:v>616.66682699999899</c:v>
                </c:pt>
                <c:pt idx="481">
                  <c:v>617.44202099999904</c:v>
                </c:pt>
                <c:pt idx="482">
                  <c:v>619.38000599999998</c:v>
                </c:pt>
                <c:pt idx="483">
                  <c:v>620.93039399999998</c:v>
                </c:pt>
                <c:pt idx="484">
                  <c:v>622.09318499999995</c:v>
                </c:pt>
                <c:pt idx="485">
                  <c:v>623.64357299999995</c:v>
                </c:pt>
                <c:pt idx="486">
                  <c:v>626.74434900000006</c:v>
                </c:pt>
                <c:pt idx="487">
                  <c:v>627.13194599999997</c:v>
                </c:pt>
                <c:pt idx="488">
                  <c:v>627.907139999999</c:v>
                </c:pt>
                <c:pt idx="489">
                  <c:v>631.78310999999997</c:v>
                </c:pt>
                <c:pt idx="490">
                  <c:v>632.17070699999999</c:v>
                </c:pt>
                <c:pt idx="491">
                  <c:v>634.49628899999902</c:v>
                </c:pt>
                <c:pt idx="492">
                  <c:v>636.82187099999999</c:v>
                </c:pt>
                <c:pt idx="493">
                  <c:v>639.14745299999902</c:v>
                </c:pt>
                <c:pt idx="494">
                  <c:v>641.473035000001</c:v>
                </c:pt>
                <c:pt idx="495">
                  <c:v>645.34900499999901</c:v>
                </c:pt>
                <c:pt idx="496">
                  <c:v>645.73660199999995</c:v>
                </c:pt>
                <c:pt idx="497">
                  <c:v>648.83737799999903</c:v>
                </c:pt>
                <c:pt idx="498">
                  <c:v>651.16295999999898</c:v>
                </c:pt>
                <c:pt idx="499">
                  <c:v>652.713348</c:v>
                </c:pt>
                <c:pt idx="500">
                  <c:v>654.26373599999999</c:v>
                </c:pt>
                <c:pt idx="501">
                  <c:v>656.97691499999996</c:v>
                </c:pt>
                <c:pt idx="502">
                  <c:v>658.52730299999996</c:v>
                </c:pt>
                <c:pt idx="503">
                  <c:v>661.24048200000004</c:v>
                </c:pt>
                <c:pt idx="504">
                  <c:v>663.17846699999996</c:v>
                </c:pt>
                <c:pt idx="505">
                  <c:v>665.11645199999998</c:v>
                </c:pt>
                <c:pt idx="506">
                  <c:v>668.21722799999895</c:v>
                </c:pt>
                <c:pt idx="507">
                  <c:v>670.15521299999898</c:v>
                </c:pt>
                <c:pt idx="508">
                  <c:v>672.48079499999994</c:v>
                </c:pt>
                <c:pt idx="509">
                  <c:v>675.96916799999894</c:v>
                </c:pt>
                <c:pt idx="510">
                  <c:v>677.13195899999903</c:v>
                </c:pt>
                <c:pt idx="511">
                  <c:v>679.06994399999996</c:v>
                </c:pt>
                <c:pt idx="512">
                  <c:v>681.00792899999897</c:v>
                </c:pt>
                <c:pt idx="513">
                  <c:v>682.17071999999996</c:v>
                </c:pt>
                <c:pt idx="514">
                  <c:v>684.10870499999999</c:v>
                </c:pt>
                <c:pt idx="515">
                  <c:v>686.04668999999899</c:v>
                </c:pt>
                <c:pt idx="516">
                  <c:v>687.98467500000004</c:v>
                </c:pt>
                <c:pt idx="517">
                  <c:v>690.31025699999896</c:v>
                </c:pt>
                <c:pt idx="518">
                  <c:v>693.79863</c:v>
                </c:pt>
                <c:pt idx="519">
                  <c:v>695.34901799999898</c:v>
                </c:pt>
                <c:pt idx="520">
                  <c:v>697.67460000000005</c:v>
                </c:pt>
                <c:pt idx="521">
                  <c:v>699.61258499999997</c:v>
                </c:pt>
                <c:pt idx="522">
                  <c:v>702.32576399999903</c:v>
                </c:pt>
                <c:pt idx="523">
                  <c:v>705.03894300000002</c:v>
                </c:pt>
                <c:pt idx="524">
                  <c:v>706.20173399999999</c:v>
                </c:pt>
                <c:pt idx="525">
                  <c:v>708.13971900000001</c:v>
                </c:pt>
                <c:pt idx="526">
                  <c:v>710.46530099999904</c:v>
                </c:pt>
                <c:pt idx="527">
                  <c:v>713.17848000000004</c:v>
                </c:pt>
                <c:pt idx="528">
                  <c:v>713.95367399999998</c:v>
                </c:pt>
                <c:pt idx="529">
                  <c:v>715.50406199999998</c:v>
                </c:pt>
                <c:pt idx="530">
                  <c:v>717.82964399999901</c:v>
                </c:pt>
                <c:pt idx="531">
                  <c:v>718.21724099999994</c:v>
                </c:pt>
                <c:pt idx="532">
                  <c:v>718.992435</c:v>
                </c:pt>
                <c:pt idx="533">
                  <c:v>720.15522599999895</c:v>
                </c:pt>
                <c:pt idx="534">
                  <c:v>721.70561399999997</c:v>
                </c:pt>
                <c:pt idx="535">
                  <c:v>724.031195999999</c:v>
                </c:pt>
                <c:pt idx="536">
                  <c:v>725.58158400000002</c:v>
                </c:pt>
                <c:pt idx="537">
                  <c:v>727.51956899999902</c:v>
                </c:pt>
                <c:pt idx="538">
                  <c:v>729.06995699999902</c:v>
                </c:pt>
                <c:pt idx="539">
                  <c:v>731.00794199999996</c:v>
                </c:pt>
                <c:pt idx="540">
                  <c:v>732.94592699999896</c:v>
                </c:pt>
                <c:pt idx="541">
                  <c:v>733.72112099999902</c:v>
                </c:pt>
                <c:pt idx="542">
                  <c:v>734.49631499999998</c:v>
                </c:pt>
                <c:pt idx="543">
                  <c:v>736.04670299999998</c:v>
                </c:pt>
                <c:pt idx="544">
                  <c:v>737.20949399999995</c:v>
                </c:pt>
                <c:pt idx="545">
                  <c:v>738.37228499999901</c:v>
                </c:pt>
                <c:pt idx="546">
                  <c:v>739.535076</c:v>
                </c:pt>
                <c:pt idx="547">
                  <c:v>741.085464</c:v>
                </c:pt>
                <c:pt idx="548">
                  <c:v>742.24825499999997</c:v>
                </c:pt>
                <c:pt idx="549">
                  <c:v>745.73662799999897</c:v>
                </c:pt>
                <c:pt idx="550">
                  <c:v>745.34903099999997</c:v>
                </c:pt>
                <c:pt idx="551">
                  <c:v>745.34903099999997</c:v>
                </c:pt>
                <c:pt idx="552">
                  <c:v>749.22500100000002</c:v>
                </c:pt>
                <c:pt idx="553">
                  <c:v>749.22500100000002</c:v>
                </c:pt>
                <c:pt idx="554">
                  <c:v>749.61259799999902</c:v>
                </c:pt>
                <c:pt idx="555">
                  <c:v>751.55058299999996</c:v>
                </c:pt>
                <c:pt idx="556">
                  <c:v>753.10097099999996</c:v>
                </c:pt>
                <c:pt idx="557">
                  <c:v>753.87616499999899</c:v>
                </c:pt>
                <c:pt idx="558">
                  <c:v>756.58934399999998</c:v>
                </c:pt>
                <c:pt idx="559">
                  <c:v>755.81414999999902</c:v>
                </c:pt>
                <c:pt idx="560">
                  <c:v>756.97694100000001</c:v>
                </c:pt>
                <c:pt idx="561">
                  <c:v>758.52732899999899</c:v>
                </c:pt>
                <c:pt idx="562">
                  <c:v>758.91492599999901</c:v>
                </c:pt>
                <c:pt idx="563">
                  <c:v>759.30252299999904</c:v>
                </c:pt>
                <c:pt idx="564">
                  <c:v>760.07771700000001</c:v>
                </c:pt>
                <c:pt idx="565">
                  <c:v>761.62810500000001</c:v>
                </c:pt>
                <c:pt idx="566">
                  <c:v>762.40329899999995</c:v>
                </c:pt>
                <c:pt idx="567">
                  <c:v>763.95368699999995</c:v>
                </c:pt>
                <c:pt idx="568">
                  <c:v>763.56608999999901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476-422A-814D-24CBC53315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40914304"/>
        <c:axId val="440915840"/>
      </c:lineChart>
      <c:lineChart>
        <c:grouping val="standard"/>
        <c:varyColors val="0"/>
        <c:ser>
          <c:idx val="2"/>
          <c:order val="2"/>
          <c:tx>
            <c:strRef>
              <c:f>Sheet1!$L$14</c:f>
              <c:strCache>
                <c:ptCount val="1"/>
                <c:pt idx="0">
                  <c:v>AHE2012dollars</c:v>
                </c:pt>
              </c:strCache>
            </c:strRef>
          </c:tx>
          <c:spPr>
            <a:ln w="47625" cap="rnd" cmpd="sng" algn="ctr">
              <a:noFill/>
              <a:prstDash val="solid"/>
              <a:round/>
            </a:ln>
          </c:spPr>
          <c:marker>
            <c:symbol val="none"/>
          </c:marker>
          <c:cat>
            <c:numRef>
              <c:f>Sheet1!$A$15:$A$583</c:f>
              <c:numCache>
                <c:formatCode>yyyy\-mm\-dd</c:formatCode>
                <c:ptCount val="569"/>
                <c:pt idx="0">
                  <c:v>23743</c:v>
                </c:pt>
                <c:pt idx="1">
                  <c:v>23774</c:v>
                </c:pt>
                <c:pt idx="2">
                  <c:v>23802</c:v>
                </c:pt>
                <c:pt idx="3">
                  <c:v>23833</c:v>
                </c:pt>
                <c:pt idx="4">
                  <c:v>23863</c:v>
                </c:pt>
                <c:pt idx="5">
                  <c:v>23894</c:v>
                </c:pt>
                <c:pt idx="6">
                  <c:v>23924</c:v>
                </c:pt>
                <c:pt idx="7">
                  <c:v>23955</c:v>
                </c:pt>
                <c:pt idx="8">
                  <c:v>23986</c:v>
                </c:pt>
                <c:pt idx="9">
                  <c:v>24016</c:v>
                </c:pt>
                <c:pt idx="10">
                  <c:v>24047</c:v>
                </c:pt>
                <c:pt idx="11">
                  <c:v>24077</c:v>
                </c:pt>
                <c:pt idx="12">
                  <c:v>24108</c:v>
                </c:pt>
                <c:pt idx="13">
                  <c:v>24139</c:v>
                </c:pt>
                <c:pt idx="14">
                  <c:v>24167</c:v>
                </c:pt>
                <c:pt idx="15">
                  <c:v>24198</c:v>
                </c:pt>
                <c:pt idx="16">
                  <c:v>24228</c:v>
                </c:pt>
                <c:pt idx="17">
                  <c:v>24259</c:v>
                </c:pt>
                <c:pt idx="18">
                  <c:v>24289</c:v>
                </c:pt>
                <c:pt idx="19">
                  <c:v>24320</c:v>
                </c:pt>
                <c:pt idx="20">
                  <c:v>24351</c:v>
                </c:pt>
                <c:pt idx="21">
                  <c:v>24381</c:v>
                </c:pt>
                <c:pt idx="22">
                  <c:v>24412</c:v>
                </c:pt>
                <c:pt idx="23">
                  <c:v>24442</c:v>
                </c:pt>
                <c:pt idx="24">
                  <c:v>24473</c:v>
                </c:pt>
                <c:pt idx="25">
                  <c:v>24504</c:v>
                </c:pt>
                <c:pt idx="26">
                  <c:v>24532</c:v>
                </c:pt>
                <c:pt idx="27">
                  <c:v>24563</c:v>
                </c:pt>
                <c:pt idx="28">
                  <c:v>24593</c:v>
                </c:pt>
                <c:pt idx="29">
                  <c:v>24624</c:v>
                </c:pt>
                <c:pt idx="30">
                  <c:v>24654</c:v>
                </c:pt>
                <c:pt idx="31">
                  <c:v>24685</c:v>
                </c:pt>
                <c:pt idx="32">
                  <c:v>24716</c:v>
                </c:pt>
                <c:pt idx="33">
                  <c:v>24746</c:v>
                </c:pt>
                <c:pt idx="34">
                  <c:v>24777</c:v>
                </c:pt>
                <c:pt idx="35">
                  <c:v>24807</c:v>
                </c:pt>
                <c:pt idx="36">
                  <c:v>24838</c:v>
                </c:pt>
                <c:pt idx="37">
                  <c:v>24869</c:v>
                </c:pt>
                <c:pt idx="38">
                  <c:v>24898</c:v>
                </c:pt>
                <c:pt idx="39">
                  <c:v>24929</c:v>
                </c:pt>
                <c:pt idx="40">
                  <c:v>24959</c:v>
                </c:pt>
                <c:pt idx="41">
                  <c:v>24990</c:v>
                </c:pt>
                <c:pt idx="42">
                  <c:v>25020</c:v>
                </c:pt>
                <c:pt idx="43">
                  <c:v>25051</c:v>
                </c:pt>
                <c:pt idx="44">
                  <c:v>25082</c:v>
                </c:pt>
                <c:pt idx="45">
                  <c:v>25112</c:v>
                </c:pt>
                <c:pt idx="46">
                  <c:v>25143</c:v>
                </c:pt>
                <c:pt idx="47">
                  <c:v>25173</c:v>
                </c:pt>
                <c:pt idx="48">
                  <c:v>25204</c:v>
                </c:pt>
                <c:pt idx="49">
                  <c:v>25235</c:v>
                </c:pt>
                <c:pt idx="50">
                  <c:v>25263</c:v>
                </c:pt>
                <c:pt idx="51">
                  <c:v>25294</c:v>
                </c:pt>
                <c:pt idx="52">
                  <c:v>25324</c:v>
                </c:pt>
                <c:pt idx="53">
                  <c:v>25355</c:v>
                </c:pt>
                <c:pt idx="54">
                  <c:v>25385</c:v>
                </c:pt>
                <c:pt idx="55">
                  <c:v>25416</c:v>
                </c:pt>
                <c:pt idx="56">
                  <c:v>25447</c:v>
                </c:pt>
                <c:pt idx="57">
                  <c:v>25477</c:v>
                </c:pt>
                <c:pt idx="58">
                  <c:v>25508</c:v>
                </c:pt>
                <c:pt idx="59">
                  <c:v>25538</c:v>
                </c:pt>
                <c:pt idx="60">
                  <c:v>25569</c:v>
                </c:pt>
                <c:pt idx="61">
                  <c:v>25600</c:v>
                </c:pt>
                <c:pt idx="62">
                  <c:v>25628</c:v>
                </c:pt>
                <c:pt idx="63">
                  <c:v>25659</c:v>
                </c:pt>
                <c:pt idx="64">
                  <c:v>25689</c:v>
                </c:pt>
                <c:pt idx="65">
                  <c:v>25720</c:v>
                </c:pt>
                <c:pt idx="66">
                  <c:v>25750</c:v>
                </c:pt>
                <c:pt idx="67">
                  <c:v>25781</c:v>
                </c:pt>
                <c:pt idx="68">
                  <c:v>25812</c:v>
                </c:pt>
                <c:pt idx="69">
                  <c:v>25842</c:v>
                </c:pt>
                <c:pt idx="70">
                  <c:v>25873</c:v>
                </c:pt>
                <c:pt idx="71">
                  <c:v>25903</c:v>
                </c:pt>
                <c:pt idx="72">
                  <c:v>25934</c:v>
                </c:pt>
                <c:pt idx="73">
                  <c:v>25965</c:v>
                </c:pt>
                <c:pt idx="74">
                  <c:v>25993</c:v>
                </c:pt>
                <c:pt idx="75">
                  <c:v>26024</c:v>
                </c:pt>
                <c:pt idx="76">
                  <c:v>26054</c:v>
                </c:pt>
                <c:pt idx="77">
                  <c:v>26085</c:v>
                </c:pt>
                <c:pt idx="78">
                  <c:v>26115</c:v>
                </c:pt>
                <c:pt idx="79">
                  <c:v>26146</c:v>
                </c:pt>
                <c:pt idx="80">
                  <c:v>26177</c:v>
                </c:pt>
                <c:pt idx="81">
                  <c:v>26207</c:v>
                </c:pt>
                <c:pt idx="82">
                  <c:v>26238</c:v>
                </c:pt>
                <c:pt idx="83">
                  <c:v>26268</c:v>
                </c:pt>
                <c:pt idx="84">
                  <c:v>26299</c:v>
                </c:pt>
                <c:pt idx="85">
                  <c:v>26330</c:v>
                </c:pt>
                <c:pt idx="86">
                  <c:v>26359</c:v>
                </c:pt>
                <c:pt idx="87">
                  <c:v>26390</c:v>
                </c:pt>
                <c:pt idx="88">
                  <c:v>26420</c:v>
                </c:pt>
                <c:pt idx="89">
                  <c:v>26451</c:v>
                </c:pt>
                <c:pt idx="90">
                  <c:v>26481</c:v>
                </c:pt>
                <c:pt idx="91">
                  <c:v>26512</c:v>
                </c:pt>
                <c:pt idx="92">
                  <c:v>26543</c:v>
                </c:pt>
                <c:pt idx="93">
                  <c:v>26573</c:v>
                </c:pt>
                <c:pt idx="94">
                  <c:v>26604</c:v>
                </c:pt>
                <c:pt idx="95">
                  <c:v>26634</c:v>
                </c:pt>
                <c:pt idx="96">
                  <c:v>26665</c:v>
                </c:pt>
                <c:pt idx="97">
                  <c:v>26696</c:v>
                </c:pt>
                <c:pt idx="98">
                  <c:v>26724</c:v>
                </c:pt>
                <c:pt idx="99">
                  <c:v>26755</c:v>
                </c:pt>
                <c:pt idx="100">
                  <c:v>26785</c:v>
                </c:pt>
                <c:pt idx="101">
                  <c:v>26816</c:v>
                </c:pt>
                <c:pt idx="102">
                  <c:v>26846</c:v>
                </c:pt>
                <c:pt idx="103">
                  <c:v>26877</c:v>
                </c:pt>
                <c:pt idx="104">
                  <c:v>26908</c:v>
                </c:pt>
                <c:pt idx="105">
                  <c:v>26938</c:v>
                </c:pt>
                <c:pt idx="106">
                  <c:v>26969</c:v>
                </c:pt>
                <c:pt idx="107">
                  <c:v>26999</c:v>
                </c:pt>
                <c:pt idx="108">
                  <c:v>27030</c:v>
                </c:pt>
                <c:pt idx="109">
                  <c:v>27061</c:v>
                </c:pt>
                <c:pt idx="110">
                  <c:v>27089</c:v>
                </c:pt>
                <c:pt idx="111">
                  <c:v>27120</c:v>
                </c:pt>
                <c:pt idx="112">
                  <c:v>27150</c:v>
                </c:pt>
                <c:pt idx="113">
                  <c:v>27181</c:v>
                </c:pt>
                <c:pt idx="114">
                  <c:v>27211</c:v>
                </c:pt>
                <c:pt idx="115">
                  <c:v>27242</c:v>
                </c:pt>
                <c:pt idx="116">
                  <c:v>27273</c:v>
                </c:pt>
                <c:pt idx="117">
                  <c:v>27303</c:v>
                </c:pt>
                <c:pt idx="118">
                  <c:v>27334</c:v>
                </c:pt>
                <c:pt idx="119">
                  <c:v>27364</c:v>
                </c:pt>
                <c:pt idx="120">
                  <c:v>27395</c:v>
                </c:pt>
                <c:pt idx="121">
                  <c:v>27426</c:v>
                </c:pt>
                <c:pt idx="122">
                  <c:v>27454</c:v>
                </c:pt>
                <c:pt idx="123">
                  <c:v>27485</c:v>
                </c:pt>
                <c:pt idx="124">
                  <c:v>27515</c:v>
                </c:pt>
                <c:pt idx="125">
                  <c:v>27546</c:v>
                </c:pt>
                <c:pt idx="126">
                  <c:v>27576</c:v>
                </c:pt>
                <c:pt idx="127">
                  <c:v>27607</c:v>
                </c:pt>
                <c:pt idx="128">
                  <c:v>27638</c:v>
                </c:pt>
                <c:pt idx="129">
                  <c:v>27668</c:v>
                </c:pt>
                <c:pt idx="130">
                  <c:v>27699</c:v>
                </c:pt>
                <c:pt idx="131">
                  <c:v>27729</c:v>
                </c:pt>
                <c:pt idx="132">
                  <c:v>27760</c:v>
                </c:pt>
                <c:pt idx="133">
                  <c:v>27791</c:v>
                </c:pt>
                <c:pt idx="134">
                  <c:v>27820</c:v>
                </c:pt>
                <c:pt idx="135">
                  <c:v>27851</c:v>
                </c:pt>
                <c:pt idx="136">
                  <c:v>27881</c:v>
                </c:pt>
                <c:pt idx="137">
                  <c:v>27912</c:v>
                </c:pt>
                <c:pt idx="138">
                  <c:v>27942</c:v>
                </c:pt>
                <c:pt idx="139">
                  <c:v>27973</c:v>
                </c:pt>
                <c:pt idx="140">
                  <c:v>28004</c:v>
                </c:pt>
                <c:pt idx="141">
                  <c:v>28034</c:v>
                </c:pt>
                <c:pt idx="142">
                  <c:v>28065</c:v>
                </c:pt>
                <c:pt idx="143">
                  <c:v>28095</c:v>
                </c:pt>
                <c:pt idx="144">
                  <c:v>28126</c:v>
                </c:pt>
                <c:pt idx="145">
                  <c:v>28157</c:v>
                </c:pt>
                <c:pt idx="146">
                  <c:v>28185</c:v>
                </c:pt>
                <c:pt idx="147">
                  <c:v>28216</c:v>
                </c:pt>
                <c:pt idx="148">
                  <c:v>28246</c:v>
                </c:pt>
                <c:pt idx="149">
                  <c:v>28277</c:v>
                </c:pt>
                <c:pt idx="150">
                  <c:v>28307</c:v>
                </c:pt>
                <c:pt idx="151">
                  <c:v>28338</c:v>
                </c:pt>
                <c:pt idx="152">
                  <c:v>28369</c:v>
                </c:pt>
                <c:pt idx="153">
                  <c:v>28399</c:v>
                </c:pt>
                <c:pt idx="154">
                  <c:v>28430</c:v>
                </c:pt>
                <c:pt idx="155">
                  <c:v>28460</c:v>
                </c:pt>
                <c:pt idx="156">
                  <c:v>28491</c:v>
                </c:pt>
                <c:pt idx="157">
                  <c:v>28522</c:v>
                </c:pt>
                <c:pt idx="158">
                  <c:v>28550</c:v>
                </c:pt>
                <c:pt idx="159">
                  <c:v>28581</c:v>
                </c:pt>
                <c:pt idx="160">
                  <c:v>28611</c:v>
                </c:pt>
                <c:pt idx="161">
                  <c:v>28642</c:v>
                </c:pt>
                <c:pt idx="162">
                  <c:v>28672</c:v>
                </c:pt>
                <c:pt idx="163">
                  <c:v>28703</c:v>
                </c:pt>
                <c:pt idx="164">
                  <c:v>28734</c:v>
                </c:pt>
                <c:pt idx="165">
                  <c:v>28764</c:v>
                </c:pt>
                <c:pt idx="166">
                  <c:v>28795</c:v>
                </c:pt>
                <c:pt idx="167">
                  <c:v>28825</c:v>
                </c:pt>
                <c:pt idx="168">
                  <c:v>28856</c:v>
                </c:pt>
                <c:pt idx="169">
                  <c:v>28887</c:v>
                </c:pt>
                <c:pt idx="170">
                  <c:v>28915</c:v>
                </c:pt>
                <c:pt idx="171">
                  <c:v>28946</c:v>
                </c:pt>
                <c:pt idx="172">
                  <c:v>28976</c:v>
                </c:pt>
                <c:pt idx="173">
                  <c:v>29007</c:v>
                </c:pt>
                <c:pt idx="174">
                  <c:v>29037</c:v>
                </c:pt>
                <c:pt idx="175">
                  <c:v>29068</c:v>
                </c:pt>
                <c:pt idx="176">
                  <c:v>29099</c:v>
                </c:pt>
                <c:pt idx="177">
                  <c:v>29129</c:v>
                </c:pt>
                <c:pt idx="178">
                  <c:v>29160</c:v>
                </c:pt>
                <c:pt idx="179">
                  <c:v>29190</c:v>
                </c:pt>
                <c:pt idx="180">
                  <c:v>29221</c:v>
                </c:pt>
                <c:pt idx="181">
                  <c:v>29252</c:v>
                </c:pt>
                <c:pt idx="182">
                  <c:v>29281</c:v>
                </c:pt>
                <c:pt idx="183">
                  <c:v>29312</c:v>
                </c:pt>
                <c:pt idx="184">
                  <c:v>29342</c:v>
                </c:pt>
                <c:pt idx="185">
                  <c:v>29373</c:v>
                </c:pt>
                <c:pt idx="186">
                  <c:v>29403</c:v>
                </c:pt>
                <c:pt idx="187">
                  <c:v>29434</c:v>
                </c:pt>
                <c:pt idx="188">
                  <c:v>29465</c:v>
                </c:pt>
                <c:pt idx="189">
                  <c:v>29495</c:v>
                </c:pt>
                <c:pt idx="190">
                  <c:v>29526</c:v>
                </c:pt>
                <c:pt idx="191">
                  <c:v>29556</c:v>
                </c:pt>
                <c:pt idx="192">
                  <c:v>29587</c:v>
                </c:pt>
                <c:pt idx="193">
                  <c:v>29618</c:v>
                </c:pt>
                <c:pt idx="194">
                  <c:v>29646</c:v>
                </c:pt>
                <c:pt idx="195">
                  <c:v>29677</c:v>
                </c:pt>
                <c:pt idx="196">
                  <c:v>29707</c:v>
                </c:pt>
                <c:pt idx="197">
                  <c:v>29738</c:v>
                </c:pt>
                <c:pt idx="198">
                  <c:v>29768</c:v>
                </c:pt>
                <c:pt idx="199">
                  <c:v>29799</c:v>
                </c:pt>
                <c:pt idx="200">
                  <c:v>29830</c:v>
                </c:pt>
                <c:pt idx="201">
                  <c:v>29860</c:v>
                </c:pt>
                <c:pt idx="202">
                  <c:v>29891</c:v>
                </c:pt>
                <c:pt idx="203">
                  <c:v>29921</c:v>
                </c:pt>
                <c:pt idx="204">
                  <c:v>29952</c:v>
                </c:pt>
                <c:pt idx="205">
                  <c:v>29983</c:v>
                </c:pt>
                <c:pt idx="206">
                  <c:v>30011</c:v>
                </c:pt>
                <c:pt idx="207">
                  <c:v>30042</c:v>
                </c:pt>
                <c:pt idx="208">
                  <c:v>30072</c:v>
                </c:pt>
                <c:pt idx="209">
                  <c:v>30103</c:v>
                </c:pt>
                <c:pt idx="210">
                  <c:v>30133</c:v>
                </c:pt>
                <c:pt idx="211">
                  <c:v>30164</c:v>
                </c:pt>
                <c:pt idx="212">
                  <c:v>30195</c:v>
                </c:pt>
                <c:pt idx="213">
                  <c:v>30225</c:v>
                </c:pt>
                <c:pt idx="214">
                  <c:v>30256</c:v>
                </c:pt>
                <c:pt idx="215">
                  <c:v>30286</c:v>
                </c:pt>
                <c:pt idx="216">
                  <c:v>30317</c:v>
                </c:pt>
                <c:pt idx="217">
                  <c:v>30348</c:v>
                </c:pt>
                <c:pt idx="218">
                  <c:v>30376</c:v>
                </c:pt>
                <c:pt idx="219">
                  <c:v>30407</c:v>
                </c:pt>
                <c:pt idx="220">
                  <c:v>30437</c:v>
                </c:pt>
                <c:pt idx="221">
                  <c:v>30468</c:v>
                </c:pt>
                <c:pt idx="222">
                  <c:v>30498</c:v>
                </c:pt>
                <c:pt idx="223">
                  <c:v>30529</c:v>
                </c:pt>
                <c:pt idx="224">
                  <c:v>30560</c:v>
                </c:pt>
                <c:pt idx="225">
                  <c:v>30590</c:v>
                </c:pt>
                <c:pt idx="226">
                  <c:v>30621</c:v>
                </c:pt>
                <c:pt idx="227">
                  <c:v>30651</c:v>
                </c:pt>
                <c:pt idx="228">
                  <c:v>30682</c:v>
                </c:pt>
                <c:pt idx="229">
                  <c:v>30713</c:v>
                </c:pt>
                <c:pt idx="230">
                  <c:v>30742</c:v>
                </c:pt>
                <c:pt idx="231">
                  <c:v>30773</c:v>
                </c:pt>
                <c:pt idx="232">
                  <c:v>30803</c:v>
                </c:pt>
                <c:pt idx="233">
                  <c:v>30834</c:v>
                </c:pt>
                <c:pt idx="234">
                  <c:v>30864</c:v>
                </c:pt>
                <c:pt idx="235">
                  <c:v>30895</c:v>
                </c:pt>
                <c:pt idx="236">
                  <c:v>30926</c:v>
                </c:pt>
                <c:pt idx="237">
                  <c:v>30956</c:v>
                </c:pt>
                <c:pt idx="238">
                  <c:v>30987</c:v>
                </c:pt>
                <c:pt idx="239">
                  <c:v>31017</c:v>
                </c:pt>
                <c:pt idx="240">
                  <c:v>31048</c:v>
                </c:pt>
                <c:pt idx="241">
                  <c:v>31079</c:v>
                </c:pt>
                <c:pt idx="242">
                  <c:v>31107</c:v>
                </c:pt>
                <c:pt idx="243">
                  <c:v>31138</c:v>
                </c:pt>
                <c:pt idx="244">
                  <c:v>31168</c:v>
                </c:pt>
                <c:pt idx="245">
                  <c:v>31199</c:v>
                </c:pt>
                <c:pt idx="246">
                  <c:v>31229</c:v>
                </c:pt>
                <c:pt idx="247">
                  <c:v>31260</c:v>
                </c:pt>
                <c:pt idx="248">
                  <c:v>31291</c:v>
                </c:pt>
                <c:pt idx="249">
                  <c:v>31321</c:v>
                </c:pt>
                <c:pt idx="250">
                  <c:v>31352</c:v>
                </c:pt>
                <c:pt idx="251">
                  <c:v>31382</c:v>
                </c:pt>
                <c:pt idx="252">
                  <c:v>31413</c:v>
                </c:pt>
                <c:pt idx="253">
                  <c:v>31444</c:v>
                </c:pt>
                <c:pt idx="254">
                  <c:v>31472</c:v>
                </c:pt>
                <c:pt idx="255">
                  <c:v>31503</c:v>
                </c:pt>
                <c:pt idx="256">
                  <c:v>31533</c:v>
                </c:pt>
                <c:pt idx="257">
                  <c:v>31564</c:v>
                </c:pt>
                <c:pt idx="258">
                  <c:v>31594</c:v>
                </c:pt>
                <c:pt idx="259">
                  <c:v>31625</c:v>
                </c:pt>
                <c:pt idx="260">
                  <c:v>31656</c:v>
                </c:pt>
                <c:pt idx="261">
                  <c:v>31686</c:v>
                </c:pt>
                <c:pt idx="262">
                  <c:v>31717</c:v>
                </c:pt>
                <c:pt idx="263">
                  <c:v>31747</c:v>
                </c:pt>
                <c:pt idx="264">
                  <c:v>31778</c:v>
                </c:pt>
                <c:pt idx="265">
                  <c:v>31809</c:v>
                </c:pt>
                <c:pt idx="266">
                  <c:v>31837</c:v>
                </c:pt>
                <c:pt idx="267">
                  <c:v>31868</c:v>
                </c:pt>
                <c:pt idx="268">
                  <c:v>31898</c:v>
                </c:pt>
                <c:pt idx="269">
                  <c:v>31929</c:v>
                </c:pt>
                <c:pt idx="270">
                  <c:v>31959</c:v>
                </c:pt>
                <c:pt idx="271">
                  <c:v>31990</c:v>
                </c:pt>
                <c:pt idx="272">
                  <c:v>32021</c:v>
                </c:pt>
                <c:pt idx="273">
                  <c:v>32051</c:v>
                </c:pt>
                <c:pt idx="274">
                  <c:v>32082</c:v>
                </c:pt>
                <c:pt idx="275">
                  <c:v>32112</c:v>
                </c:pt>
                <c:pt idx="276">
                  <c:v>32143</c:v>
                </c:pt>
                <c:pt idx="277">
                  <c:v>32174</c:v>
                </c:pt>
                <c:pt idx="278">
                  <c:v>32203</c:v>
                </c:pt>
                <c:pt idx="279">
                  <c:v>32234</c:v>
                </c:pt>
                <c:pt idx="280">
                  <c:v>32264</c:v>
                </c:pt>
                <c:pt idx="281">
                  <c:v>32295</c:v>
                </c:pt>
                <c:pt idx="282">
                  <c:v>32325</c:v>
                </c:pt>
                <c:pt idx="283">
                  <c:v>32356</c:v>
                </c:pt>
                <c:pt idx="284">
                  <c:v>32387</c:v>
                </c:pt>
                <c:pt idx="285">
                  <c:v>32417</c:v>
                </c:pt>
                <c:pt idx="286">
                  <c:v>32448</c:v>
                </c:pt>
                <c:pt idx="287">
                  <c:v>32478</c:v>
                </c:pt>
                <c:pt idx="288">
                  <c:v>32509</c:v>
                </c:pt>
                <c:pt idx="289">
                  <c:v>32540</c:v>
                </c:pt>
                <c:pt idx="290">
                  <c:v>32568</c:v>
                </c:pt>
                <c:pt idx="291">
                  <c:v>32599</c:v>
                </c:pt>
                <c:pt idx="292">
                  <c:v>32629</c:v>
                </c:pt>
                <c:pt idx="293">
                  <c:v>32660</c:v>
                </c:pt>
                <c:pt idx="294">
                  <c:v>32690</c:v>
                </c:pt>
                <c:pt idx="295">
                  <c:v>32721</c:v>
                </c:pt>
                <c:pt idx="296">
                  <c:v>32752</c:v>
                </c:pt>
                <c:pt idx="297">
                  <c:v>32782</c:v>
                </c:pt>
                <c:pt idx="298">
                  <c:v>32813</c:v>
                </c:pt>
                <c:pt idx="299">
                  <c:v>32843</c:v>
                </c:pt>
                <c:pt idx="300">
                  <c:v>32874</c:v>
                </c:pt>
                <c:pt idx="301">
                  <c:v>32905</c:v>
                </c:pt>
                <c:pt idx="302">
                  <c:v>32933</c:v>
                </c:pt>
                <c:pt idx="303">
                  <c:v>32964</c:v>
                </c:pt>
                <c:pt idx="304">
                  <c:v>32994</c:v>
                </c:pt>
                <c:pt idx="305">
                  <c:v>33025</c:v>
                </c:pt>
                <c:pt idx="306">
                  <c:v>33055</c:v>
                </c:pt>
                <c:pt idx="307">
                  <c:v>33086</c:v>
                </c:pt>
                <c:pt idx="308">
                  <c:v>33117</c:v>
                </c:pt>
                <c:pt idx="309">
                  <c:v>33147</c:v>
                </c:pt>
                <c:pt idx="310">
                  <c:v>33178</c:v>
                </c:pt>
                <c:pt idx="311">
                  <c:v>33208</c:v>
                </c:pt>
                <c:pt idx="312">
                  <c:v>33239</c:v>
                </c:pt>
                <c:pt idx="313">
                  <c:v>33270</c:v>
                </c:pt>
                <c:pt idx="314">
                  <c:v>33298</c:v>
                </c:pt>
                <c:pt idx="315">
                  <c:v>33329</c:v>
                </c:pt>
                <c:pt idx="316">
                  <c:v>33359</c:v>
                </c:pt>
                <c:pt idx="317">
                  <c:v>33390</c:v>
                </c:pt>
                <c:pt idx="318">
                  <c:v>33420</c:v>
                </c:pt>
                <c:pt idx="319">
                  <c:v>33451</c:v>
                </c:pt>
                <c:pt idx="320">
                  <c:v>33482</c:v>
                </c:pt>
                <c:pt idx="321">
                  <c:v>33512</c:v>
                </c:pt>
                <c:pt idx="322">
                  <c:v>33543</c:v>
                </c:pt>
                <c:pt idx="323">
                  <c:v>33573</c:v>
                </c:pt>
                <c:pt idx="324">
                  <c:v>33604</c:v>
                </c:pt>
                <c:pt idx="325">
                  <c:v>33635</c:v>
                </c:pt>
                <c:pt idx="326">
                  <c:v>33664</c:v>
                </c:pt>
                <c:pt idx="327">
                  <c:v>33695</c:v>
                </c:pt>
                <c:pt idx="328">
                  <c:v>33725</c:v>
                </c:pt>
                <c:pt idx="329">
                  <c:v>33756</c:v>
                </c:pt>
                <c:pt idx="330">
                  <c:v>33786</c:v>
                </c:pt>
                <c:pt idx="331">
                  <c:v>33817</c:v>
                </c:pt>
                <c:pt idx="332">
                  <c:v>33848</c:v>
                </c:pt>
                <c:pt idx="333">
                  <c:v>33878</c:v>
                </c:pt>
                <c:pt idx="334">
                  <c:v>33909</c:v>
                </c:pt>
                <c:pt idx="335">
                  <c:v>33939</c:v>
                </c:pt>
                <c:pt idx="336">
                  <c:v>33970</c:v>
                </c:pt>
                <c:pt idx="337">
                  <c:v>34001</c:v>
                </c:pt>
                <c:pt idx="338">
                  <c:v>34029</c:v>
                </c:pt>
                <c:pt idx="339">
                  <c:v>34060</c:v>
                </c:pt>
                <c:pt idx="340">
                  <c:v>34090</c:v>
                </c:pt>
                <c:pt idx="341">
                  <c:v>34121</c:v>
                </c:pt>
                <c:pt idx="342">
                  <c:v>34151</c:v>
                </c:pt>
                <c:pt idx="343">
                  <c:v>34182</c:v>
                </c:pt>
                <c:pt idx="344">
                  <c:v>34213</c:v>
                </c:pt>
                <c:pt idx="345">
                  <c:v>34243</c:v>
                </c:pt>
                <c:pt idx="346">
                  <c:v>34274</c:v>
                </c:pt>
                <c:pt idx="347">
                  <c:v>34304</c:v>
                </c:pt>
                <c:pt idx="348">
                  <c:v>34335</c:v>
                </c:pt>
                <c:pt idx="349">
                  <c:v>34366</c:v>
                </c:pt>
                <c:pt idx="350">
                  <c:v>34394</c:v>
                </c:pt>
                <c:pt idx="351">
                  <c:v>34425</c:v>
                </c:pt>
                <c:pt idx="352">
                  <c:v>34455</c:v>
                </c:pt>
                <c:pt idx="353">
                  <c:v>34486</c:v>
                </c:pt>
                <c:pt idx="354">
                  <c:v>34516</c:v>
                </c:pt>
                <c:pt idx="355">
                  <c:v>34547</c:v>
                </c:pt>
                <c:pt idx="356">
                  <c:v>34578</c:v>
                </c:pt>
                <c:pt idx="357">
                  <c:v>34608</c:v>
                </c:pt>
                <c:pt idx="358">
                  <c:v>34639</c:v>
                </c:pt>
                <c:pt idx="359">
                  <c:v>34669</c:v>
                </c:pt>
                <c:pt idx="360">
                  <c:v>34700</c:v>
                </c:pt>
                <c:pt idx="361">
                  <c:v>34731</c:v>
                </c:pt>
                <c:pt idx="362">
                  <c:v>34759</c:v>
                </c:pt>
                <c:pt idx="363">
                  <c:v>34790</c:v>
                </c:pt>
                <c:pt idx="364">
                  <c:v>34820</c:v>
                </c:pt>
                <c:pt idx="365">
                  <c:v>34851</c:v>
                </c:pt>
                <c:pt idx="366">
                  <c:v>34881</c:v>
                </c:pt>
                <c:pt idx="367">
                  <c:v>34912</c:v>
                </c:pt>
                <c:pt idx="368">
                  <c:v>34943</c:v>
                </c:pt>
                <c:pt idx="369">
                  <c:v>34973</c:v>
                </c:pt>
                <c:pt idx="370">
                  <c:v>35004</c:v>
                </c:pt>
                <c:pt idx="371">
                  <c:v>35034</c:v>
                </c:pt>
                <c:pt idx="372">
                  <c:v>35065</c:v>
                </c:pt>
                <c:pt idx="373">
                  <c:v>35096</c:v>
                </c:pt>
                <c:pt idx="374">
                  <c:v>35125</c:v>
                </c:pt>
                <c:pt idx="375">
                  <c:v>35156</c:v>
                </c:pt>
                <c:pt idx="376">
                  <c:v>35186</c:v>
                </c:pt>
                <c:pt idx="377">
                  <c:v>35217</c:v>
                </c:pt>
                <c:pt idx="378">
                  <c:v>35247</c:v>
                </c:pt>
                <c:pt idx="379">
                  <c:v>35278</c:v>
                </c:pt>
                <c:pt idx="380">
                  <c:v>35309</c:v>
                </c:pt>
                <c:pt idx="381">
                  <c:v>35339</c:v>
                </c:pt>
                <c:pt idx="382">
                  <c:v>35370</c:v>
                </c:pt>
                <c:pt idx="383">
                  <c:v>35400</c:v>
                </c:pt>
                <c:pt idx="384">
                  <c:v>35431</c:v>
                </c:pt>
                <c:pt idx="385">
                  <c:v>35462</c:v>
                </c:pt>
                <c:pt idx="386">
                  <c:v>35490</c:v>
                </c:pt>
                <c:pt idx="387">
                  <c:v>35521</c:v>
                </c:pt>
                <c:pt idx="388">
                  <c:v>35551</c:v>
                </c:pt>
                <c:pt idx="389">
                  <c:v>35582</c:v>
                </c:pt>
                <c:pt idx="390">
                  <c:v>35612</c:v>
                </c:pt>
                <c:pt idx="391">
                  <c:v>35643</c:v>
                </c:pt>
                <c:pt idx="392">
                  <c:v>35674</c:v>
                </c:pt>
                <c:pt idx="393">
                  <c:v>35704</c:v>
                </c:pt>
                <c:pt idx="394">
                  <c:v>35735</c:v>
                </c:pt>
                <c:pt idx="395">
                  <c:v>35765</c:v>
                </c:pt>
                <c:pt idx="396">
                  <c:v>35796</c:v>
                </c:pt>
                <c:pt idx="397">
                  <c:v>35827</c:v>
                </c:pt>
                <c:pt idx="398">
                  <c:v>35855</c:v>
                </c:pt>
                <c:pt idx="399">
                  <c:v>35886</c:v>
                </c:pt>
                <c:pt idx="400">
                  <c:v>35916</c:v>
                </c:pt>
                <c:pt idx="401">
                  <c:v>35947</c:v>
                </c:pt>
                <c:pt idx="402">
                  <c:v>35977</c:v>
                </c:pt>
                <c:pt idx="403">
                  <c:v>36008</c:v>
                </c:pt>
                <c:pt idx="404">
                  <c:v>36039</c:v>
                </c:pt>
                <c:pt idx="405">
                  <c:v>36069</c:v>
                </c:pt>
                <c:pt idx="406">
                  <c:v>36100</c:v>
                </c:pt>
                <c:pt idx="407">
                  <c:v>36130</c:v>
                </c:pt>
                <c:pt idx="408">
                  <c:v>36161</c:v>
                </c:pt>
                <c:pt idx="409">
                  <c:v>36192</c:v>
                </c:pt>
                <c:pt idx="410">
                  <c:v>36220</c:v>
                </c:pt>
                <c:pt idx="411">
                  <c:v>36251</c:v>
                </c:pt>
                <c:pt idx="412">
                  <c:v>36281</c:v>
                </c:pt>
                <c:pt idx="413">
                  <c:v>36312</c:v>
                </c:pt>
                <c:pt idx="414">
                  <c:v>36342</c:v>
                </c:pt>
                <c:pt idx="415">
                  <c:v>36373</c:v>
                </c:pt>
                <c:pt idx="416">
                  <c:v>36404</c:v>
                </c:pt>
                <c:pt idx="417">
                  <c:v>36434</c:v>
                </c:pt>
                <c:pt idx="418">
                  <c:v>36465</c:v>
                </c:pt>
                <c:pt idx="419">
                  <c:v>36495</c:v>
                </c:pt>
                <c:pt idx="420">
                  <c:v>36526</c:v>
                </c:pt>
                <c:pt idx="421">
                  <c:v>36557</c:v>
                </c:pt>
                <c:pt idx="422">
                  <c:v>36586</c:v>
                </c:pt>
                <c:pt idx="423">
                  <c:v>36617</c:v>
                </c:pt>
                <c:pt idx="424">
                  <c:v>36647</c:v>
                </c:pt>
                <c:pt idx="425">
                  <c:v>36678</c:v>
                </c:pt>
                <c:pt idx="426">
                  <c:v>36708</c:v>
                </c:pt>
                <c:pt idx="427">
                  <c:v>36739</c:v>
                </c:pt>
                <c:pt idx="428">
                  <c:v>36770</c:v>
                </c:pt>
                <c:pt idx="429">
                  <c:v>36800</c:v>
                </c:pt>
                <c:pt idx="430">
                  <c:v>36831</c:v>
                </c:pt>
                <c:pt idx="431">
                  <c:v>36861</c:v>
                </c:pt>
                <c:pt idx="432">
                  <c:v>36892</c:v>
                </c:pt>
                <c:pt idx="433">
                  <c:v>36923</c:v>
                </c:pt>
                <c:pt idx="434">
                  <c:v>36951</c:v>
                </c:pt>
                <c:pt idx="435">
                  <c:v>36982</c:v>
                </c:pt>
                <c:pt idx="436">
                  <c:v>37012</c:v>
                </c:pt>
                <c:pt idx="437">
                  <c:v>37043</c:v>
                </c:pt>
                <c:pt idx="438">
                  <c:v>37073</c:v>
                </c:pt>
                <c:pt idx="439">
                  <c:v>37104</c:v>
                </c:pt>
                <c:pt idx="440">
                  <c:v>37135</c:v>
                </c:pt>
                <c:pt idx="441">
                  <c:v>37165</c:v>
                </c:pt>
                <c:pt idx="442">
                  <c:v>37196</c:v>
                </c:pt>
                <c:pt idx="443">
                  <c:v>37226</c:v>
                </c:pt>
                <c:pt idx="444">
                  <c:v>37257</c:v>
                </c:pt>
                <c:pt idx="445">
                  <c:v>37288</c:v>
                </c:pt>
                <c:pt idx="446">
                  <c:v>37316</c:v>
                </c:pt>
                <c:pt idx="447">
                  <c:v>37347</c:v>
                </c:pt>
                <c:pt idx="448">
                  <c:v>37377</c:v>
                </c:pt>
                <c:pt idx="449">
                  <c:v>37408</c:v>
                </c:pt>
                <c:pt idx="450">
                  <c:v>37438</c:v>
                </c:pt>
                <c:pt idx="451">
                  <c:v>37469</c:v>
                </c:pt>
                <c:pt idx="452">
                  <c:v>37500</c:v>
                </c:pt>
                <c:pt idx="453">
                  <c:v>37530</c:v>
                </c:pt>
                <c:pt idx="454">
                  <c:v>37561</c:v>
                </c:pt>
                <c:pt idx="455">
                  <c:v>37591</c:v>
                </c:pt>
                <c:pt idx="456">
                  <c:v>37622</c:v>
                </c:pt>
                <c:pt idx="457">
                  <c:v>37653</c:v>
                </c:pt>
                <c:pt idx="458">
                  <c:v>37681</c:v>
                </c:pt>
                <c:pt idx="459">
                  <c:v>37712</c:v>
                </c:pt>
                <c:pt idx="460">
                  <c:v>37742</c:v>
                </c:pt>
                <c:pt idx="461">
                  <c:v>37773</c:v>
                </c:pt>
                <c:pt idx="462">
                  <c:v>37803</c:v>
                </c:pt>
                <c:pt idx="463">
                  <c:v>37834</c:v>
                </c:pt>
                <c:pt idx="464">
                  <c:v>37865</c:v>
                </c:pt>
                <c:pt idx="465">
                  <c:v>37895</c:v>
                </c:pt>
                <c:pt idx="466">
                  <c:v>37926</c:v>
                </c:pt>
                <c:pt idx="467">
                  <c:v>37956</c:v>
                </c:pt>
                <c:pt idx="468">
                  <c:v>37987</c:v>
                </c:pt>
                <c:pt idx="469">
                  <c:v>38018</c:v>
                </c:pt>
                <c:pt idx="470">
                  <c:v>38047</c:v>
                </c:pt>
                <c:pt idx="471">
                  <c:v>38078</c:v>
                </c:pt>
                <c:pt idx="472">
                  <c:v>38108</c:v>
                </c:pt>
                <c:pt idx="473">
                  <c:v>38139</c:v>
                </c:pt>
                <c:pt idx="474">
                  <c:v>38169</c:v>
                </c:pt>
                <c:pt idx="475">
                  <c:v>38200</c:v>
                </c:pt>
                <c:pt idx="476">
                  <c:v>38231</c:v>
                </c:pt>
                <c:pt idx="477">
                  <c:v>38261</c:v>
                </c:pt>
                <c:pt idx="478">
                  <c:v>38292</c:v>
                </c:pt>
                <c:pt idx="479">
                  <c:v>38322</c:v>
                </c:pt>
                <c:pt idx="480">
                  <c:v>38353</c:v>
                </c:pt>
                <c:pt idx="481">
                  <c:v>38384</c:v>
                </c:pt>
                <c:pt idx="482">
                  <c:v>38412</c:v>
                </c:pt>
                <c:pt idx="483">
                  <c:v>38443</c:v>
                </c:pt>
                <c:pt idx="484">
                  <c:v>38473</c:v>
                </c:pt>
                <c:pt idx="485">
                  <c:v>38504</c:v>
                </c:pt>
                <c:pt idx="486">
                  <c:v>38534</c:v>
                </c:pt>
                <c:pt idx="487">
                  <c:v>38565</c:v>
                </c:pt>
                <c:pt idx="488">
                  <c:v>38596</c:v>
                </c:pt>
                <c:pt idx="489">
                  <c:v>38626</c:v>
                </c:pt>
                <c:pt idx="490">
                  <c:v>38657</c:v>
                </c:pt>
                <c:pt idx="491">
                  <c:v>38687</c:v>
                </c:pt>
                <c:pt idx="492">
                  <c:v>38718</c:v>
                </c:pt>
                <c:pt idx="493">
                  <c:v>38749</c:v>
                </c:pt>
                <c:pt idx="494">
                  <c:v>38777</c:v>
                </c:pt>
                <c:pt idx="495">
                  <c:v>38808</c:v>
                </c:pt>
                <c:pt idx="496">
                  <c:v>38838</c:v>
                </c:pt>
                <c:pt idx="497">
                  <c:v>38869</c:v>
                </c:pt>
                <c:pt idx="498">
                  <c:v>38899</c:v>
                </c:pt>
                <c:pt idx="499">
                  <c:v>38930</c:v>
                </c:pt>
                <c:pt idx="500">
                  <c:v>38961</c:v>
                </c:pt>
                <c:pt idx="501">
                  <c:v>38991</c:v>
                </c:pt>
                <c:pt idx="502">
                  <c:v>39022</c:v>
                </c:pt>
                <c:pt idx="503">
                  <c:v>39052</c:v>
                </c:pt>
                <c:pt idx="504">
                  <c:v>39083</c:v>
                </c:pt>
                <c:pt idx="505">
                  <c:v>39114</c:v>
                </c:pt>
                <c:pt idx="506">
                  <c:v>39142</c:v>
                </c:pt>
                <c:pt idx="507">
                  <c:v>39173</c:v>
                </c:pt>
                <c:pt idx="508">
                  <c:v>39203</c:v>
                </c:pt>
                <c:pt idx="509">
                  <c:v>39234</c:v>
                </c:pt>
                <c:pt idx="510">
                  <c:v>39264</c:v>
                </c:pt>
                <c:pt idx="511">
                  <c:v>39295</c:v>
                </c:pt>
                <c:pt idx="512">
                  <c:v>39326</c:v>
                </c:pt>
                <c:pt idx="513">
                  <c:v>39356</c:v>
                </c:pt>
                <c:pt idx="514">
                  <c:v>39387</c:v>
                </c:pt>
                <c:pt idx="515">
                  <c:v>39417</c:v>
                </c:pt>
                <c:pt idx="516">
                  <c:v>39448</c:v>
                </c:pt>
                <c:pt idx="517">
                  <c:v>39479</c:v>
                </c:pt>
                <c:pt idx="518">
                  <c:v>39508</c:v>
                </c:pt>
                <c:pt idx="519">
                  <c:v>39539</c:v>
                </c:pt>
                <c:pt idx="520">
                  <c:v>39569</c:v>
                </c:pt>
                <c:pt idx="521">
                  <c:v>39600</c:v>
                </c:pt>
                <c:pt idx="522">
                  <c:v>39630</c:v>
                </c:pt>
                <c:pt idx="523">
                  <c:v>39661</c:v>
                </c:pt>
                <c:pt idx="524">
                  <c:v>39692</c:v>
                </c:pt>
                <c:pt idx="525">
                  <c:v>39722</c:v>
                </c:pt>
                <c:pt idx="526">
                  <c:v>39753</c:v>
                </c:pt>
                <c:pt idx="527">
                  <c:v>39783</c:v>
                </c:pt>
                <c:pt idx="528">
                  <c:v>39814</c:v>
                </c:pt>
                <c:pt idx="529">
                  <c:v>39845</c:v>
                </c:pt>
                <c:pt idx="530">
                  <c:v>39873</c:v>
                </c:pt>
                <c:pt idx="531">
                  <c:v>39904</c:v>
                </c:pt>
                <c:pt idx="532">
                  <c:v>39934</c:v>
                </c:pt>
                <c:pt idx="533">
                  <c:v>39965</c:v>
                </c:pt>
                <c:pt idx="534">
                  <c:v>39995</c:v>
                </c:pt>
                <c:pt idx="535">
                  <c:v>40026</c:v>
                </c:pt>
                <c:pt idx="536">
                  <c:v>40057</c:v>
                </c:pt>
                <c:pt idx="537">
                  <c:v>40087</c:v>
                </c:pt>
                <c:pt idx="538">
                  <c:v>40118</c:v>
                </c:pt>
                <c:pt idx="539">
                  <c:v>40148</c:v>
                </c:pt>
                <c:pt idx="540">
                  <c:v>40179</c:v>
                </c:pt>
                <c:pt idx="541">
                  <c:v>40210</c:v>
                </c:pt>
                <c:pt idx="542">
                  <c:v>40238</c:v>
                </c:pt>
                <c:pt idx="543">
                  <c:v>40269</c:v>
                </c:pt>
                <c:pt idx="544">
                  <c:v>40299</c:v>
                </c:pt>
                <c:pt idx="545">
                  <c:v>40330</c:v>
                </c:pt>
                <c:pt idx="546">
                  <c:v>40360</c:v>
                </c:pt>
                <c:pt idx="547">
                  <c:v>40391</c:v>
                </c:pt>
                <c:pt idx="548">
                  <c:v>40422</c:v>
                </c:pt>
                <c:pt idx="549">
                  <c:v>40452</c:v>
                </c:pt>
                <c:pt idx="550">
                  <c:v>40483</c:v>
                </c:pt>
                <c:pt idx="551">
                  <c:v>40513</c:v>
                </c:pt>
                <c:pt idx="552">
                  <c:v>40544</c:v>
                </c:pt>
                <c:pt idx="553">
                  <c:v>40575</c:v>
                </c:pt>
                <c:pt idx="554">
                  <c:v>40603</c:v>
                </c:pt>
                <c:pt idx="555">
                  <c:v>40634</c:v>
                </c:pt>
                <c:pt idx="556">
                  <c:v>40664</c:v>
                </c:pt>
                <c:pt idx="557">
                  <c:v>40695</c:v>
                </c:pt>
                <c:pt idx="558">
                  <c:v>40725</c:v>
                </c:pt>
                <c:pt idx="559">
                  <c:v>40756</c:v>
                </c:pt>
                <c:pt idx="560">
                  <c:v>40787</c:v>
                </c:pt>
                <c:pt idx="561">
                  <c:v>40817</c:v>
                </c:pt>
                <c:pt idx="562">
                  <c:v>40848</c:v>
                </c:pt>
                <c:pt idx="563">
                  <c:v>40878</c:v>
                </c:pt>
                <c:pt idx="564">
                  <c:v>40909</c:v>
                </c:pt>
                <c:pt idx="565">
                  <c:v>40940</c:v>
                </c:pt>
                <c:pt idx="566">
                  <c:v>40969</c:v>
                </c:pt>
                <c:pt idx="567">
                  <c:v>41000</c:v>
                </c:pt>
                <c:pt idx="568">
                  <c:v>41030</c:v>
                </c:pt>
              </c:numCache>
            </c:numRef>
          </c:cat>
          <c:val>
            <c:numRef>
              <c:f>Sheet1!$L$15:$L$583</c:f>
              <c:numCache>
                <c:formatCode>General</c:formatCode>
                <c:ptCount val="569"/>
                <c:pt idx="0">
                  <c:v>18.849093989769798</c:v>
                </c:pt>
                <c:pt idx="1">
                  <c:v>18.922152493606099</c:v>
                </c:pt>
                <c:pt idx="2">
                  <c:v>18.977010539763601</c:v>
                </c:pt>
                <c:pt idx="3">
                  <c:v>18.934678138942001</c:v>
                </c:pt>
                <c:pt idx="4">
                  <c:v>19.019718551461199</c:v>
                </c:pt>
                <c:pt idx="5">
                  <c:v>18.941497627333099</c:v>
                </c:pt>
                <c:pt idx="6">
                  <c:v>19.031855921469301</c:v>
                </c:pt>
                <c:pt idx="7">
                  <c:v>19.1223860538827</c:v>
                </c:pt>
                <c:pt idx="8">
                  <c:v>19.152326059456001</c:v>
                </c:pt>
                <c:pt idx="9">
                  <c:v>19.2063766192733</c:v>
                </c:pt>
                <c:pt idx="10">
                  <c:v>19.2178611023622</c:v>
                </c:pt>
                <c:pt idx="11">
                  <c:v>19.229273469387699</c:v>
                </c:pt>
                <c:pt idx="12">
                  <c:v>19.211178168130498</c:v>
                </c:pt>
                <c:pt idx="13">
                  <c:v>19.162644326683299</c:v>
                </c:pt>
                <c:pt idx="14">
                  <c:v>19.174111249223099</c:v>
                </c:pt>
                <c:pt idx="15">
                  <c:v>19.185507125154899</c:v>
                </c:pt>
                <c:pt idx="16">
                  <c:v>19.214634930448199</c:v>
                </c:pt>
                <c:pt idx="17">
                  <c:v>19.196832612723899</c:v>
                </c:pt>
                <c:pt idx="18">
                  <c:v>19.296270570107801</c:v>
                </c:pt>
                <c:pt idx="19">
                  <c:v>19.248062787136298</c:v>
                </c:pt>
                <c:pt idx="20">
                  <c:v>19.2590693129771</c:v>
                </c:pt>
                <c:pt idx="21">
                  <c:v>19.270008828006102</c:v>
                </c:pt>
                <c:pt idx="22">
                  <c:v>19.321930048661802</c:v>
                </c:pt>
                <c:pt idx="23">
                  <c:v>19.298452612393699</c:v>
                </c:pt>
                <c:pt idx="24">
                  <c:v>19.3796452887538</c:v>
                </c:pt>
                <c:pt idx="25">
                  <c:v>19.459420303030299</c:v>
                </c:pt>
                <c:pt idx="26">
                  <c:v>19.459420303030299</c:v>
                </c:pt>
                <c:pt idx="27">
                  <c:v>19.469671903323199</c:v>
                </c:pt>
                <c:pt idx="28">
                  <c:v>19.538713293051401</c:v>
                </c:pt>
                <c:pt idx="29">
                  <c:v>19.4899903903904</c:v>
                </c:pt>
                <c:pt idx="30">
                  <c:v>19.5684796407186</c:v>
                </c:pt>
                <c:pt idx="31">
                  <c:v>19.578283283582099</c:v>
                </c:pt>
                <c:pt idx="32">
                  <c:v>19.588028571428602</c:v>
                </c:pt>
                <c:pt idx="33">
                  <c:v>19.597716023738901</c:v>
                </c:pt>
                <c:pt idx="34">
                  <c:v>19.616919469026499</c:v>
                </c:pt>
                <c:pt idx="35">
                  <c:v>19.6264364705882</c:v>
                </c:pt>
                <c:pt idx="36">
                  <c:v>19.702914369501499</c:v>
                </c:pt>
                <c:pt idx="37">
                  <c:v>19.712124269005798</c:v>
                </c:pt>
                <c:pt idx="38">
                  <c:v>19.7879064139942</c:v>
                </c:pt>
                <c:pt idx="39">
                  <c:v>19.796815697674401</c:v>
                </c:pt>
                <c:pt idx="40">
                  <c:v>19.871913043478301</c:v>
                </c:pt>
                <c:pt idx="41">
                  <c:v>19.823235446685899</c:v>
                </c:pt>
                <c:pt idx="42">
                  <c:v>19.840596275071601</c:v>
                </c:pt>
                <c:pt idx="43">
                  <c:v>19.783908857142901</c:v>
                </c:pt>
                <c:pt idx="44">
                  <c:v>19.9228666666667</c:v>
                </c:pt>
                <c:pt idx="45">
                  <c:v>19.874727762039701</c:v>
                </c:pt>
                <c:pt idx="46">
                  <c:v>19.947695762711898</c:v>
                </c:pt>
                <c:pt idx="47">
                  <c:v>19.964016011235898</c:v>
                </c:pt>
                <c:pt idx="48">
                  <c:v>19.972107563025201</c:v>
                </c:pt>
                <c:pt idx="49">
                  <c:v>20.043988268156401</c:v>
                </c:pt>
                <c:pt idx="50">
                  <c:v>19.9407216066482</c:v>
                </c:pt>
                <c:pt idx="51">
                  <c:v>19.956765564738301</c:v>
                </c:pt>
                <c:pt idx="52">
                  <c:v>20.0275035714286</c:v>
                </c:pt>
                <c:pt idx="53">
                  <c:v>19.980502732240399</c:v>
                </c:pt>
                <c:pt idx="54">
                  <c:v>19.996112499999999</c:v>
                </c:pt>
                <c:pt idx="55">
                  <c:v>20.065785365853699</c:v>
                </c:pt>
                <c:pt idx="56">
                  <c:v>20.080809164420501</c:v>
                </c:pt>
                <c:pt idx="57">
                  <c:v>20.095671849865901</c:v>
                </c:pt>
                <c:pt idx="58">
                  <c:v>20.049435466666701</c:v>
                </c:pt>
                <c:pt idx="59">
                  <c:v>20.003689655172401</c:v>
                </c:pt>
                <c:pt idx="60">
                  <c:v>19.9584266490765</c:v>
                </c:pt>
                <c:pt idx="61">
                  <c:v>19.973619685039299</c:v>
                </c:pt>
                <c:pt idx="62">
                  <c:v>19.9886540469974</c:v>
                </c:pt>
                <c:pt idx="63">
                  <c:v>19.944174545454501</c:v>
                </c:pt>
                <c:pt idx="64">
                  <c:v>20.010913471502601</c:v>
                </c:pt>
                <c:pt idx="65">
                  <c:v>19.9666631443298</c:v>
                </c:pt>
                <c:pt idx="66">
                  <c:v>20.032829562981998</c:v>
                </c:pt>
                <c:pt idx="67">
                  <c:v>20.098656666666699</c:v>
                </c:pt>
                <c:pt idx="68">
                  <c:v>20.112707908163301</c:v>
                </c:pt>
                <c:pt idx="69">
                  <c:v>20.068614720812199</c:v>
                </c:pt>
                <c:pt idx="70">
                  <c:v>20.0249669191919</c:v>
                </c:pt>
                <c:pt idx="71">
                  <c:v>20.096595477386899</c:v>
                </c:pt>
                <c:pt idx="72">
                  <c:v>20.1607779448622</c:v>
                </c:pt>
                <c:pt idx="73">
                  <c:v>20.275327819548899</c:v>
                </c:pt>
                <c:pt idx="74">
                  <c:v>20.338902999999998</c:v>
                </c:pt>
                <c:pt idx="75">
                  <c:v>20.3451718204489</c:v>
                </c:pt>
                <c:pt idx="76">
                  <c:v>20.414322580645202</c:v>
                </c:pt>
                <c:pt idx="77">
                  <c:v>20.426363950617301</c:v>
                </c:pt>
                <c:pt idx="78">
                  <c:v>20.432340147783201</c:v>
                </c:pt>
                <c:pt idx="79">
                  <c:v>20.550585257985301</c:v>
                </c:pt>
                <c:pt idx="80">
                  <c:v>20.556227696078398</c:v>
                </c:pt>
                <c:pt idx="81">
                  <c:v>20.5618425427873</c:v>
                </c:pt>
                <c:pt idx="82">
                  <c:v>20.567430000000002</c:v>
                </c:pt>
                <c:pt idx="83">
                  <c:v>20.739798296837002</c:v>
                </c:pt>
                <c:pt idx="84">
                  <c:v>21.077733009708702</c:v>
                </c:pt>
                <c:pt idx="85">
                  <c:v>21.086307729468601</c:v>
                </c:pt>
                <c:pt idx="86">
                  <c:v>21.1967072463768</c:v>
                </c:pt>
                <c:pt idx="87">
                  <c:v>21.255764337349401</c:v>
                </c:pt>
                <c:pt idx="88">
                  <c:v>21.259603125000002</c:v>
                </c:pt>
                <c:pt idx="89">
                  <c:v>21.263423501199</c:v>
                </c:pt>
                <c:pt idx="90">
                  <c:v>21.321897129186599</c:v>
                </c:pt>
                <c:pt idx="91">
                  <c:v>21.380091646777998</c:v>
                </c:pt>
                <c:pt idx="92">
                  <c:v>21.387087410926402</c:v>
                </c:pt>
                <c:pt idx="93">
                  <c:v>21.498867061611399</c:v>
                </c:pt>
                <c:pt idx="94">
                  <c:v>21.451355188679202</c:v>
                </c:pt>
                <c:pt idx="95">
                  <c:v>21.5621945882353</c:v>
                </c:pt>
                <c:pt idx="96">
                  <c:v>21.568239110070198</c:v>
                </c:pt>
                <c:pt idx="97">
                  <c:v>21.470908837209301</c:v>
                </c:pt>
                <c:pt idx="98">
                  <c:v>21.3783322580645</c:v>
                </c:pt>
                <c:pt idx="99">
                  <c:v>21.336159267734601</c:v>
                </c:pt>
                <c:pt idx="100">
                  <c:v>21.3430683371298</c:v>
                </c:pt>
                <c:pt idx="101">
                  <c:v>21.3016117647059</c:v>
                </c:pt>
                <c:pt idx="102">
                  <c:v>21.4567205882352</c:v>
                </c:pt>
                <c:pt idx="103">
                  <c:v>21.126051555555598</c:v>
                </c:pt>
                <c:pt idx="104">
                  <c:v>21.184250663716799</c:v>
                </c:pt>
                <c:pt idx="105">
                  <c:v>21.098655043859701</c:v>
                </c:pt>
                <c:pt idx="106">
                  <c:v>21.060331372549001</c:v>
                </c:pt>
                <c:pt idx="107">
                  <c:v>20.9771004319654</c:v>
                </c:pt>
                <c:pt idx="108">
                  <c:v>20.801816666666699</c:v>
                </c:pt>
                <c:pt idx="109">
                  <c:v>20.726867441860499</c:v>
                </c:pt>
                <c:pt idx="110">
                  <c:v>20.605677196652699</c:v>
                </c:pt>
                <c:pt idx="111">
                  <c:v>20.6196918918919</c:v>
                </c:pt>
                <c:pt idx="112">
                  <c:v>20.6426652263374</c:v>
                </c:pt>
                <c:pt idx="113">
                  <c:v>20.660706326530601</c:v>
                </c:pt>
                <c:pt idx="114">
                  <c:v>20.627690669371201</c:v>
                </c:pt>
                <c:pt idx="115">
                  <c:v>20.562850300601198</c:v>
                </c:pt>
                <c:pt idx="116">
                  <c:v>20.459037747035602</c:v>
                </c:pt>
                <c:pt idx="117">
                  <c:v>20.433002352941202</c:v>
                </c:pt>
                <c:pt idx="118">
                  <c:v>20.278997864077699</c:v>
                </c:pt>
                <c:pt idx="119">
                  <c:v>20.298833718689799</c:v>
                </c:pt>
                <c:pt idx="120">
                  <c:v>20.143584512428301</c:v>
                </c:pt>
                <c:pt idx="121">
                  <c:v>20.115589543726198</c:v>
                </c:pt>
                <c:pt idx="122">
                  <c:v>20.169239015151501</c:v>
                </c:pt>
                <c:pt idx="123">
                  <c:v>20.0931286792453</c:v>
                </c:pt>
                <c:pt idx="124">
                  <c:v>20.141362711864399</c:v>
                </c:pt>
                <c:pt idx="125">
                  <c:v>20.1616343925233</c:v>
                </c:pt>
                <c:pt idx="126">
                  <c:v>20.0172724074074</c:v>
                </c:pt>
                <c:pt idx="127">
                  <c:v>20.1120625461255</c:v>
                </c:pt>
                <c:pt idx="128">
                  <c:v>20.048430952380901</c:v>
                </c:pt>
                <c:pt idx="129">
                  <c:v>20.022128779599299</c:v>
                </c:pt>
                <c:pt idx="130">
                  <c:v>20.042603074140999</c:v>
                </c:pt>
                <c:pt idx="131">
                  <c:v>20.0166634892086</c:v>
                </c:pt>
                <c:pt idx="132">
                  <c:v>20.067783154121901</c:v>
                </c:pt>
                <c:pt idx="133">
                  <c:v>20.195409302325601</c:v>
                </c:pt>
                <c:pt idx="134">
                  <c:v>20.2409628571429</c:v>
                </c:pt>
                <c:pt idx="135">
                  <c:v>20.286354010695199</c:v>
                </c:pt>
                <c:pt idx="136">
                  <c:v>20.340523758865199</c:v>
                </c:pt>
                <c:pt idx="137">
                  <c:v>20.313511111111101</c:v>
                </c:pt>
                <c:pt idx="138">
                  <c:v>20.326875263157898</c:v>
                </c:pt>
                <c:pt idx="139">
                  <c:v>20.419864572425801</c:v>
                </c:pt>
                <c:pt idx="140">
                  <c:v>20.432535590277801</c:v>
                </c:pt>
                <c:pt idx="141">
                  <c:v>20.4056060449049</c:v>
                </c:pt>
                <c:pt idx="142">
                  <c:v>20.492696557659201</c:v>
                </c:pt>
                <c:pt idx="143">
                  <c:v>20.465688527397202</c:v>
                </c:pt>
                <c:pt idx="144">
                  <c:v>20.477887904599701</c:v>
                </c:pt>
                <c:pt idx="145">
                  <c:v>20.424841483979801</c:v>
                </c:pt>
                <c:pt idx="146">
                  <c:v>20.4370622483221</c:v>
                </c:pt>
                <c:pt idx="147">
                  <c:v>20.453166499999998</c:v>
                </c:pt>
                <c:pt idx="148">
                  <c:v>20.4990996677741</c:v>
                </c:pt>
                <c:pt idx="149">
                  <c:v>20.510770413223099</c:v>
                </c:pt>
                <c:pt idx="150">
                  <c:v>20.522325986842102</c:v>
                </c:pt>
                <c:pt idx="151">
                  <c:v>20.496365957446798</c:v>
                </c:pt>
                <c:pt idx="152">
                  <c:v>20.541333931484498</c:v>
                </c:pt>
                <c:pt idx="153">
                  <c:v>20.626787662337701</c:v>
                </c:pt>
                <c:pt idx="154">
                  <c:v>20.6042891935484</c:v>
                </c:pt>
                <c:pt idx="155">
                  <c:v>20.5784345104334</c:v>
                </c:pt>
                <c:pt idx="156">
                  <c:v>20.6293910685805</c:v>
                </c:pt>
                <c:pt idx="157">
                  <c:v>20.639978253968302</c:v>
                </c:pt>
                <c:pt idx="158">
                  <c:v>20.653938643533099</c:v>
                </c:pt>
                <c:pt idx="159">
                  <c:v>20.706906572769899</c:v>
                </c:pt>
                <c:pt idx="160">
                  <c:v>20.620575813953501</c:v>
                </c:pt>
                <c:pt idx="161">
                  <c:v>20.637746</c:v>
                </c:pt>
                <c:pt idx="162">
                  <c:v>20.584874809160301</c:v>
                </c:pt>
                <c:pt idx="163">
                  <c:v>20.563962215478</c:v>
                </c:pt>
                <c:pt idx="164">
                  <c:v>20.515882556390999</c:v>
                </c:pt>
                <c:pt idx="165">
                  <c:v>20.536778092399398</c:v>
                </c:pt>
                <c:pt idx="166">
                  <c:v>20.516646222222199</c:v>
                </c:pt>
                <c:pt idx="167">
                  <c:v>20.530407952871901</c:v>
                </c:pt>
                <c:pt idx="168">
                  <c:v>20.484025985401502</c:v>
                </c:pt>
                <c:pt idx="169">
                  <c:v>20.408914161849701</c:v>
                </c:pt>
                <c:pt idx="170">
                  <c:v>20.3353067238913</c:v>
                </c:pt>
                <c:pt idx="171">
                  <c:v>20.133681869688399</c:v>
                </c:pt>
                <c:pt idx="172">
                  <c:v>20.100133893557398</c:v>
                </c:pt>
                <c:pt idx="173">
                  <c:v>20.004025484764501</c:v>
                </c:pt>
                <c:pt idx="174">
                  <c:v>19.910023561643801</c:v>
                </c:pt>
                <c:pt idx="175">
                  <c:v>19.8449497964722</c:v>
                </c:pt>
                <c:pt idx="176">
                  <c:v>19.811816532258099</c:v>
                </c:pt>
                <c:pt idx="177">
                  <c:v>19.661830984042499</c:v>
                </c:pt>
                <c:pt idx="178">
                  <c:v>19.575141710526299</c:v>
                </c:pt>
                <c:pt idx="179">
                  <c:v>19.5243483745123</c:v>
                </c:pt>
                <c:pt idx="180">
                  <c:v>19.249005</c:v>
                </c:pt>
                <c:pt idx="181">
                  <c:v>19.178911518987299</c:v>
                </c:pt>
                <c:pt idx="182">
                  <c:v>19.115242197253401</c:v>
                </c:pt>
                <c:pt idx="183">
                  <c:v>18.982712484548799</c:v>
                </c:pt>
                <c:pt idx="184">
                  <c:v>18.9087211750306</c:v>
                </c:pt>
                <c:pt idx="185">
                  <c:v>18.8915653333333</c:v>
                </c:pt>
                <c:pt idx="186">
                  <c:v>18.979361016949198</c:v>
                </c:pt>
                <c:pt idx="187">
                  <c:v>18.979826562500001</c:v>
                </c:pt>
                <c:pt idx="188">
                  <c:v>18.930424910607901</c:v>
                </c:pt>
                <c:pt idx="189">
                  <c:v>18.940490436835901</c:v>
                </c:pt>
                <c:pt idx="190">
                  <c:v>18.9282293224298</c:v>
                </c:pt>
                <c:pt idx="191">
                  <c:v>18.858767476851799</c:v>
                </c:pt>
                <c:pt idx="192">
                  <c:v>18.842994610091701</c:v>
                </c:pt>
                <c:pt idx="193">
                  <c:v>18.775570568181799</c:v>
                </c:pt>
                <c:pt idx="194">
                  <c:v>18.803180925507899</c:v>
                </c:pt>
                <c:pt idx="195">
                  <c:v>18.800257126823801</c:v>
                </c:pt>
                <c:pt idx="196">
                  <c:v>18.7764101449275</c:v>
                </c:pt>
                <c:pt idx="197">
                  <c:v>18.736688839778999</c:v>
                </c:pt>
                <c:pt idx="198">
                  <c:v>18.631818797814201</c:v>
                </c:pt>
                <c:pt idx="199">
                  <c:v>18.663864533622601</c:v>
                </c:pt>
                <c:pt idx="200">
                  <c:v>18.581626100966702</c:v>
                </c:pt>
                <c:pt idx="201">
                  <c:v>18.570877194860799</c:v>
                </c:pt>
                <c:pt idx="202">
                  <c:v>18.613499786780402</c:v>
                </c:pt>
                <c:pt idx="203">
                  <c:v>18.554158129649299</c:v>
                </c:pt>
                <c:pt idx="204">
                  <c:v>18.688860593220301</c:v>
                </c:pt>
                <c:pt idx="205">
                  <c:v>18.6537878563886</c:v>
                </c:pt>
                <c:pt idx="206">
                  <c:v>18.726182893347399</c:v>
                </c:pt>
                <c:pt idx="207">
                  <c:v>18.6911030526316</c:v>
                </c:pt>
                <c:pt idx="208">
                  <c:v>18.658669551616299</c:v>
                </c:pt>
                <c:pt idx="209">
                  <c:v>18.494195360824701</c:v>
                </c:pt>
                <c:pt idx="210">
                  <c:v>18.493107999999999</c:v>
                </c:pt>
                <c:pt idx="211">
                  <c:v>18.572204503582402</c:v>
                </c:pt>
                <c:pt idx="212">
                  <c:v>18.572204503582402</c:v>
                </c:pt>
                <c:pt idx="213">
                  <c:v>18.543067482161099</c:v>
                </c:pt>
                <c:pt idx="214">
                  <c:v>18.608627142857099</c:v>
                </c:pt>
                <c:pt idx="215">
                  <c:v>18.759329989764598</c:v>
                </c:pt>
                <c:pt idx="216">
                  <c:v>18.814378140960201</c:v>
                </c:pt>
                <c:pt idx="217">
                  <c:v>18.888456122449</c:v>
                </c:pt>
                <c:pt idx="218">
                  <c:v>18.869201834862402</c:v>
                </c:pt>
                <c:pt idx="219">
                  <c:v>18.804903947368398</c:v>
                </c:pt>
                <c:pt idx="220">
                  <c:v>18.821225705645201</c:v>
                </c:pt>
                <c:pt idx="221">
                  <c:v>18.829337323943701</c:v>
                </c:pt>
                <c:pt idx="222">
                  <c:v>18.845463026052101</c:v>
                </c:pt>
                <c:pt idx="223">
                  <c:v>18.720493506493501</c:v>
                </c:pt>
                <c:pt idx="224">
                  <c:v>18.801125697211202</c:v>
                </c:pt>
                <c:pt idx="225">
                  <c:v>18.839874702381</c:v>
                </c:pt>
                <c:pt idx="226">
                  <c:v>18.806574085064302</c:v>
                </c:pt>
                <c:pt idx="227">
                  <c:v>18.773470512820499</c:v>
                </c:pt>
                <c:pt idx="228">
                  <c:v>18.756672477962798</c:v>
                </c:pt>
                <c:pt idx="229">
                  <c:v>18.6429921052632</c:v>
                </c:pt>
                <c:pt idx="230">
                  <c:v>18.677473955296399</c:v>
                </c:pt>
                <c:pt idx="231">
                  <c:v>18.693641335914801</c:v>
                </c:pt>
                <c:pt idx="232">
                  <c:v>18.6354384541063</c:v>
                </c:pt>
                <c:pt idx="233">
                  <c:v>18.6876466730955</c:v>
                </c:pt>
                <c:pt idx="234">
                  <c:v>18.703650720461098</c:v>
                </c:pt>
                <c:pt idx="235">
                  <c:v>18.649904597701099</c:v>
                </c:pt>
                <c:pt idx="236">
                  <c:v>18.6837738299905</c:v>
                </c:pt>
                <c:pt idx="237">
                  <c:v>18.5909215033302</c:v>
                </c:pt>
                <c:pt idx="238">
                  <c:v>18.599016049382701</c:v>
                </c:pt>
                <c:pt idx="239">
                  <c:v>18.650402559241702</c:v>
                </c:pt>
                <c:pt idx="240">
                  <c:v>18.6151132450331</c:v>
                </c:pt>
                <c:pt idx="241">
                  <c:v>18.574536970837201</c:v>
                </c:pt>
                <c:pt idx="242">
                  <c:v>18.551770505617998</c:v>
                </c:pt>
                <c:pt idx="243">
                  <c:v>18.5598096261682</c:v>
                </c:pt>
                <c:pt idx="244">
                  <c:v>18.546500932835801</c:v>
                </c:pt>
                <c:pt idx="245">
                  <c:v>18.5797765581395</c:v>
                </c:pt>
                <c:pt idx="246">
                  <c:v>18.545273723305499</c:v>
                </c:pt>
                <c:pt idx="247">
                  <c:v>18.574437349397598</c:v>
                </c:pt>
                <c:pt idx="248">
                  <c:v>18.603493061979599</c:v>
                </c:pt>
                <c:pt idx="249">
                  <c:v>18.513846359447001</c:v>
                </c:pt>
                <c:pt idx="250">
                  <c:v>18.491817798165101</c:v>
                </c:pt>
                <c:pt idx="251">
                  <c:v>18.5117305022831</c:v>
                </c:pt>
                <c:pt idx="252">
                  <c:v>18.4027656960874</c:v>
                </c:pt>
                <c:pt idx="253">
                  <c:v>18.498812762078401</c:v>
                </c:pt>
                <c:pt idx="254">
                  <c:v>18.621494317140201</c:v>
                </c:pt>
                <c:pt idx="255">
                  <c:v>18.690018675253</c:v>
                </c:pt>
                <c:pt idx="256">
                  <c:v>18.659544036697199</c:v>
                </c:pt>
                <c:pt idx="257">
                  <c:v>18.612208135283399</c:v>
                </c:pt>
                <c:pt idx="258">
                  <c:v>18.616080730593598</c:v>
                </c:pt>
                <c:pt idx="259">
                  <c:v>18.640797262773699</c:v>
                </c:pt>
                <c:pt idx="260">
                  <c:v>18.5730125454545</c:v>
                </c:pt>
                <c:pt idx="261">
                  <c:v>18.580779673321199</c:v>
                </c:pt>
                <c:pt idx="262">
                  <c:v>18.629918478260901</c:v>
                </c:pt>
                <c:pt idx="263">
                  <c:v>18.583287635379001</c:v>
                </c:pt>
                <c:pt idx="264">
                  <c:v>18.503712208258499</c:v>
                </c:pt>
                <c:pt idx="265">
                  <c:v>18.498831395348802</c:v>
                </c:pt>
                <c:pt idx="266">
                  <c:v>18.473617557932201</c:v>
                </c:pt>
                <c:pt idx="267">
                  <c:v>18.4119357586513</c:v>
                </c:pt>
                <c:pt idx="268">
                  <c:v>18.423725398230101</c:v>
                </c:pt>
                <c:pt idx="269">
                  <c:v>18.3425636123348</c:v>
                </c:pt>
                <c:pt idx="270">
                  <c:v>18.3142903339191</c:v>
                </c:pt>
                <c:pt idx="271">
                  <c:v>18.354137007874002</c:v>
                </c:pt>
                <c:pt idx="272">
                  <c:v>18.3100534437663</c:v>
                </c:pt>
                <c:pt idx="273">
                  <c:v>18.321903826086999</c:v>
                </c:pt>
                <c:pt idx="274">
                  <c:v>18.357411525130001</c:v>
                </c:pt>
                <c:pt idx="275">
                  <c:v>18.345420069204099</c:v>
                </c:pt>
                <c:pt idx="276">
                  <c:v>18.301860603448301</c:v>
                </c:pt>
                <c:pt idx="277">
                  <c:v>18.2703599827883</c:v>
                </c:pt>
                <c:pt idx="278">
                  <c:v>18.2625439484978</c:v>
                </c:pt>
                <c:pt idx="279">
                  <c:v>18.250961774743999</c:v>
                </c:pt>
                <c:pt idx="280">
                  <c:v>18.301609106383001</c:v>
                </c:pt>
                <c:pt idx="281">
                  <c:v>18.2434266101695</c:v>
                </c:pt>
                <c:pt idx="282">
                  <c:v>18.224305063291101</c:v>
                </c:pt>
                <c:pt idx="283">
                  <c:v>18.166936302520998</c:v>
                </c:pt>
                <c:pt idx="284">
                  <c:v>18.1865420083681</c:v>
                </c:pt>
                <c:pt idx="285">
                  <c:v>18.221168640533801</c:v>
                </c:pt>
                <c:pt idx="286">
                  <c:v>18.198575727348299</c:v>
                </c:pt>
                <c:pt idx="287">
                  <c:v>18.1761325600663</c:v>
                </c:pt>
                <c:pt idx="288">
                  <c:v>18.195425330033</c:v>
                </c:pt>
                <c:pt idx="289">
                  <c:v>18.191951973684201</c:v>
                </c:pt>
                <c:pt idx="290">
                  <c:v>18.140031914893601</c:v>
                </c:pt>
                <c:pt idx="291">
                  <c:v>18.100229488221</c:v>
                </c:pt>
                <c:pt idx="292">
                  <c:v>17.975486742118001</c:v>
                </c:pt>
                <c:pt idx="293">
                  <c:v>17.991207010475399</c:v>
                </c:pt>
                <c:pt idx="294">
                  <c:v>18.0251818473896</c:v>
                </c:pt>
                <c:pt idx="295">
                  <c:v>18.043537429718899</c:v>
                </c:pt>
                <c:pt idx="296">
                  <c:v>18.073409375000001</c:v>
                </c:pt>
                <c:pt idx="297">
                  <c:v>18.096276794258401</c:v>
                </c:pt>
                <c:pt idx="298">
                  <c:v>18.024409134233501</c:v>
                </c:pt>
                <c:pt idx="299">
                  <c:v>18.0577946159937</c:v>
                </c:pt>
                <c:pt idx="300">
                  <c:v>17.959533647058802</c:v>
                </c:pt>
                <c:pt idx="301">
                  <c:v>17.996501250000001</c:v>
                </c:pt>
                <c:pt idx="302">
                  <c:v>17.965847356143101</c:v>
                </c:pt>
                <c:pt idx="303">
                  <c:v>17.941762916989902</c:v>
                </c:pt>
                <c:pt idx="304">
                  <c:v>17.984773973663799</c:v>
                </c:pt>
                <c:pt idx="305">
                  <c:v>17.9443833718245</c:v>
                </c:pt>
                <c:pt idx="306">
                  <c:v>17.8969037547893</c:v>
                </c:pt>
                <c:pt idx="307">
                  <c:v>17.7820401215806</c:v>
                </c:pt>
                <c:pt idx="308">
                  <c:v>17.730245735849</c:v>
                </c:pt>
                <c:pt idx="309">
                  <c:v>17.6448883058471</c:v>
                </c:pt>
                <c:pt idx="310">
                  <c:v>17.639481226626799</c:v>
                </c:pt>
                <c:pt idx="311">
                  <c:v>17.6248468703428</c:v>
                </c:pt>
                <c:pt idx="312">
                  <c:v>17.610321158129199</c:v>
                </c:pt>
                <c:pt idx="313">
                  <c:v>17.614210163204699</c:v>
                </c:pt>
                <c:pt idx="314">
                  <c:v>17.665069287833798</c:v>
                </c:pt>
                <c:pt idx="315">
                  <c:v>17.693504219097001</c:v>
                </c:pt>
                <c:pt idx="316">
                  <c:v>17.6788217551622</c:v>
                </c:pt>
                <c:pt idx="317">
                  <c:v>17.660432132352899</c:v>
                </c:pt>
                <c:pt idx="318">
                  <c:v>17.6848353891336</c:v>
                </c:pt>
                <c:pt idx="319">
                  <c:v>17.666508931185898</c:v>
                </c:pt>
                <c:pt idx="320">
                  <c:v>17.648289489051098</c:v>
                </c:pt>
                <c:pt idx="321">
                  <c:v>17.639219606413999</c:v>
                </c:pt>
                <c:pt idx="322">
                  <c:v>17.595583962264101</c:v>
                </c:pt>
                <c:pt idx="323">
                  <c:v>17.5942639652677</c:v>
                </c:pt>
                <c:pt idx="324">
                  <c:v>17.598066160520599</c:v>
                </c:pt>
                <c:pt idx="325">
                  <c:v>17.592951587301599</c:v>
                </c:pt>
                <c:pt idx="326">
                  <c:v>17.579000000000001</c:v>
                </c:pt>
                <c:pt idx="327">
                  <c:v>17.573955810616901</c:v>
                </c:pt>
                <c:pt idx="328">
                  <c:v>17.568933285612001</c:v>
                </c:pt>
                <c:pt idx="329">
                  <c:v>17.567707280513901</c:v>
                </c:pt>
                <c:pt idx="330">
                  <c:v>17.5502229893238</c:v>
                </c:pt>
                <c:pt idx="331">
                  <c:v>17.561520880681801</c:v>
                </c:pt>
                <c:pt idx="332">
                  <c:v>17.540378525868199</c:v>
                </c:pt>
                <c:pt idx="333">
                  <c:v>17.514489908256898</c:v>
                </c:pt>
                <c:pt idx="334">
                  <c:v>17.4812701618578</c:v>
                </c:pt>
                <c:pt idx="335">
                  <c:v>17.504879128601601</c:v>
                </c:pt>
                <c:pt idx="336">
                  <c:v>17.491597408963599</c:v>
                </c:pt>
                <c:pt idx="337">
                  <c:v>17.486866876310302</c:v>
                </c:pt>
                <c:pt idx="338">
                  <c:v>17.526250732728499</c:v>
                </c:pt>
                <c:pt idx="339">
                  <c:v>17.481203059805299</c:v>
                </c:pt>
                <c:pt idx="340">
                  <c:v>17.464407350901499</c:v>
                </c:pt>
                <c:pt idx="341">
                  <c:v>17.4681414414414</c:v>
                </c:pt>
                <c:pt idx="342">
                  <c:v>17.475594117647098</c:v>
                </c:pt>
                <c:pt idx="343">
                  <c:v>17.486734530386698</c:v>
                </c:pt>
                <c:pt idx="344">
                  <c:v>17.494135862069001</c:v>
                </c:pt>
                <c:pt idx="345">
                  <c:v>17.46913125</c:v>
                </c:pt>
                <c:pt idx="346">
                  <c:v>17.452575684931499</c:v>
                </c:pt>
                <c:pt idx="347">
                  <c:v>17.4636490772385</c:v>
                </c:pt>
                <c:pt idx="348">
                  <c:v>17.510510389610399</c:v>
                </c:pt>
                <c:pt idx="349">
                  <c:v>17.525076687116599</c:v>
                </c:pt>
                <c:pt idx="350">
                  <c:v>17.477421821889902</c:v>
                </c:pt>
                <c:pt idx="351">
                  <c:v>17.496598437500001</c:v>
                </c:pt>
                <c:pt idx="352">
                  <c:v>17.507492203389798</c:v>
                </c:pt>
                <c:pt idx="353">
                  <c:v>17.475594117647098</c:v>
                </c:pt>
                <c:pt idx="354">
                  <c:v>17.462912264150901</c:v>
                </c:pt>
                <c:pt idx="355">
                  <c:v>17.423266577181099</c:v>
                </c:pt>
                <c:pt idx="356">
                  <c:v>17.434176356329498</c:v>
                </c:pt>
                <c:pt idx="357">
                  <c:v>17.4836921686747</c:v>
                </c:pt>
                <c:pt idx="358">
                  <c:v>17.4675176902537</c:v>
                </c:pt>
                <c:pt idx="359">
                  <c:v>17.478280879413699</c:v>
                </c:pt>
                <c:pt idx="360">
                  <c:v>17.4470114950166</c:v>
                </c:pt>
                <c:pt idx="361">
                  <c:v>17.461340689198099</c:v>
                </c:pt>
                <c:pt idx="362">
                  <c:v>17.456923611111101</c:v>
                </c:pt>
                <c:pt idx="363">
                  <c:v>17.4180328722002</c:v>
                </c:pt>
                <c:pt idx="364">
                  <c:v>17.413727350427301</c:v>
                </c:pt>
                <c:pt idx="365">
                  <c:v>17.4394291994751</c:v>
                </c:pt>
                <c:pt idx="366">
                  <c:v>17.4764750327654</c:v>
                </c:pt>
                <c:pt idx="367">
                  <c:v>17.472077370830601</c:v>
                </c:pt>
                <c:pt idx="368">
                  <c:v>17.508959568909201</c:v>
                </c:pt>
                <c:pt idx="369">
                  <c:v>17.493109120521201</c:v>
                </c:pt>
                <c:pt idx="370">
                  <c:v>17.514951594014299</c:v>
                </c:pt>
                <c:pt idx="371">
                  <c:v>17.5367372969461</c:v>
                </c:pt>
                <c:pt idx="372">
                  <c:v>17.5199109243697</c:v>
                </c:pt>
                <c:pt idx="373">
                  <c:v>17.5007450967742</c:v>
                </c:pt>
                <c:pt idx="374">
                  <c:v>17.4738651446945</c:v>
                </c:pt>
                <c:pt idx="375">
                  <c:v>17.5091795003203</c:v>
                </c:pt>
                <c:pt idx="376">
                  <c:v>17.5048175191816</c:v>
                </c:pt>
                <c:pt idx="377">
                  <c:v>17.5442234205488</c:v>
                </c:pt>
                <c:pt idx="378">
                  <c:v>17.5543670063694</c:v>
                </c:pt>
                <c:pt idx="379">
                  <c:v>17.575645229007598</c:v>
                </c:pt>
                <c:pt idx="380">
                  <c:v>17.592376537729798</c:v>
                </c:pt>
                <c:pt idx="381">
                  <c:v>17.5656657395702</c:v>
                </c:pt>
                <c:pt idx="382">
                  <c:v>17.5823230623818</c:v>
                </c:pt>
                <c:pt idx="383">
                  <c:v>17.5955735386549</c:v>
                </c:pt>
                <c:pt idx="384">
                  <c:v>17.619804454203301</c:v>
                </c:pt>
                <c:pt idx="385">
                  <c:v>17.629634564808999</c:v>
                </c:pt>
                <c:pt idx="386">
                  <c:v>17.675805506883599</c:v>
                </c:pt>
                <c:pt idx="387">
                  <c:v>17.7076268292683</c:v>
                </c:pt>
                <c:pt idx="388">
                  <c:v>17.764794308943099</c:v>
                </c:pt>
                <c:pt idx="389">
                  <c:v>17.788587328339599</c:v>
                </c:pt>
                <c:pt idx="390">
                  <c:v>17.794901683291801</c:v>
                </c:pt>
                <c:pt idx="391">
                  <c:v>17.864330783582101</c:v>
                </c:pt>
                <c:pt idx="392">
                  <c:v>17.862532258064501</c:v>
                </c:pt>
                <c:pt idx="393">
                  <c:v>17.914252755418001</c:v>
                </c:pt>
                <c:pt idx="394">
                  <c:v>17.976892022263399</c:v>
                </c:pt>
                <c:pt idx="395">
                  <c:v>18.008153584672399</c:v>
                </c:pt>
                <c:pt idx="396">
                  <c:v>18.042347716049399</c:v>
                </c:pt>
                <c:pt idx="397">
                  <c:v>18.1128807407407</c:v>
                </c:pt>
                <c:pt idx="398">
                  <c:v>18.169307160493801</c:v>
                </c:pt>
                <c:pt idx="399">
                  <c:v>18.203260419235502</c:v>
                </c:pt>
                <c:pt idx="400">
                  <c:v>18.214698154981601</c:v>
                </c:pt>
                <c:pt idx="401">
                  <c:v>18.234433230958199</c:v>
                </c:pt>
                <c:pt idx="402">
                  <c:v>18.217746752450999</c:v>
                </c:pt>
                <c:pt idx="403">
                  <c:v>18.293348592411299</c:v>
                </c:pt>
                <c:pt idx="404">
                  <c:v>18.324091559633001</c:v>
                </c:pt>
                <c:pt idx="405">
                  <c:v>18.321200610128098</c:v>
                </c:pt>
                <c:pt idx="406">
                  <c:v>18.3406495429616</c:v>
                </c:pt>
                <c:pt idx="407">
                  <c:v>18.362783880778601</c:v>
                </c:pt>
                <c:pt idx="408">
                  <c:v>18.4125882817243</c:v>
                </c:pt>
                <c:pt idx="409">
                  <c:v>18.4542143290832</c:v>
                </c:pt>
                <c:pt idx="410">
                  <c:v>18.4846171723301</c:v>
                </c:pt>
                <c:pt idx="411">
                  <c:v>18.430929837251298</c:v>
                </c:pt>
                <c:pt idx="412">
                  <c:v>18.488660301204799</c:v>
                </c:pt>
                <c:pt idx="413">
                  <c:v>18.5437270481928</c:v>
                </c:pt>
                <c:pt idx="414">
                  <c:v>18.534403359328099</c:v>
                </c:pt>
                <c:pt idx="415">
                  <c:v>18.517388270496699</c:v>
                </c:pt>
                <c:pt idx="416">
                  <c:v>18.535473599523201</c:v>
                </c:pt>
                <c:pt idx="417">
                  <c:v>18.543178346222501</c:v>
                </c:pt>
                <c:pt idx="418">
                  <c:v>18.537285154394301</c:v>
                </c:pt>
                <c:pt idx="419">
                  <c:v>18.547511255924199</c:v>
                </c:pt>
                <c:pt idx="420">
                  <c:v>18.5602259303012</c:v>
                </c:pt>
                <c:pt idx="421">
                  <c:v>18.5510152941177</c:v>
                </c:pt>
                <c:pt idx="422">
                  <c:v>18.5093505847953</c:v>
                </c:pt>
                <c:pt idx="423">
                  <c:v>18.587040959625501</c:v>
                </c:pt>
                <c:pt idx="424">
                  <c:v>18.6078643691589</c:v>
                </c:pt>
                <c:pt idx="425">
                  <c:v>18.552888850174199</c:v>
                </c:pt>
                <c:pt idx="426">
                  <c:v>18.565337637521701</c:v>
                </c:pt>
                <c:pt idx="427">
                  <c:v>18.618268037058499</c:v>
                </c:pt>
                <c:pt idx="428">
                  <c:v>18.6007287442396</c:v>
                </c:pt>
                <c:pt idx="429">
                  <c:v>18.634346520989101</c:v>
                </c:pt>
                <c:pt idx="430">
                  <c:v>18.680967164179101</c:v>
                </c:pt>
                <c:pt idx="431">
                  <c:v>18.703613001145499</c:v>
                </c:pt>
                <c:pt idx="432">
                  <c:v>18.597100398633199</c:v>
                </c:pt>
                <c:pt idx="433">
                  <c:v>18.658710170454501</c:v>
                </c:pt>
                <c:pt idx="434">
                  <c:v>18.713000227143699</c:v>
                </c:pt>
                <c:pt idx="435">
                  <c:v>18.7329955782313</c:v>
                </c:pt>
                <c:pt idx="436">
                  <c:v>18.689461364918198</c:v>
                </c:pt>
                <c:pt idx="437">
                  <c:v>18.711693021947099</c:v>
                </c:pt>
                <c:pt idx="438">
                  <c:v>18.756218263810599</c:v>
                </c:pt>
                <c:pt idx="439">
                  <c:v>18.807746335963898</c:v>
                </c:pt>
                <c:pt idx="440">
                  <c:v>18.785150364963499</c:v>
                </c:pt>
                <c:pt idx="441">
                  <c:v>18.863771509008998</c:v>
                </c:pt>
                <c:pt idx="442">
                  <c:v>18.951647549295799</c:v>
                </c:pt>
                <c:pt idx="443">
                  <c:v>19.000976606538899</c:v>
                </c:pt>
                <c:pt idx="444">
                  <c:v>18.981758694428802</c:v>
                </c:pt>
                <c:pt idx="445">
                  <c:v>18.988282752808999</c:v>
                </c:pt>
                <c:pt idx="446">
                  <c:v>18.973502184873901</c:v>
                </c:pt>
                <c:pt idx="447">
                  <c:v>18.914337311768001</c:v>
                </c:pt>
                <c:pt idx="448">
                  <c:v>18.944188077994401</c:v>
                </c:pt>
                <c:pt idx="449">
                  <c:v>19.009985412026701</c:v>
                </c:pt>
                <c:pt idx="450">
                  <c:v>19.018524777777799</c:v>
                </c:pt>
                <c:pt idx="451">
                  <c:v>19.016484986149599</c:v>
                </c:pt>
                <c:pt idx="452">
                  <c:v>19.0481299225663</c:v>
                </c:pt>
                <c:pt idx="453">
                  <c:v>19.069140397350999</c:v>
                </c:pt>
                <c:pt idx="454">
                  <c:v>19.087985234159799</c:v>
                </c:pt>
                <c:pt idx="455">
                  <c:v>19.1193381188119</c:v>
                </c:pt>
                <c:pt idx="456">
                  <c:v>19.048088389923301</c:v>
                </c:pt>
                <c:pt idx="457">
                  <c:v>19.031469662309402</c:v>
                </c:pt>
                <c:pt idx="458">
                  <c:v>19.000423219140799</c:v>
                </c:pt>
                <c:pt idx="459">
                  <c:v>19.060548908296902</c:v>
                </c:pt>
                <c:pt idx="460">
                  <c:v>19.1542860032805</c:v>
                </c:pt>
                <c:pt idx="461">
                  <c:v>19.183287766248</c:v>
                </c:pt>
                <c:pt idx="462">
                  <c:v>19.157952095808401</c:v>
                </c:pt>
                <c:pt idx="463">
                  <c:v>19.0996549593496</c:v>
                </c:pt>
                <c:pt idx="464">
                  <c:v>19.037743598055101</c:v>
                </c:pt>
                <c:pt idx="465">
                  <c:v>19.0706955651704</c:v>
                </c:pt>
                <c:pt idx="466">
                  <c:v>19.122151135135098</c:v>
                </c:pt>
                <c:pt idx="467">
                  <c:v>19.0706089487871</c:v>
                </c:pt>
                <c:pt idx="468">
                  <c:v>19.0255167471819</c:v>
                </c:pt>
                <c:pt idx="469">
                  <c:v>19.033716389930401</c:v>
                </c:pt>
                <c:pt idx="470">
                  <c:v>19.005238482095098</c:v>
                </c:pt>
                <c:pt idx="471">
                  <c:v>19.023592315901801</c:v>
                </c:pt>
                <c:pt idx="472">
                  <c:v>18.991297980871401</c:v>
                </c:pt>
                <c:pt idx="473">
                  <c:v>18.9693137109582</c:v>
                </c:pt>
                <c:pt idx="474">
                  <c:v>18.9855059227922</c:v>
                </c:pt>
                <c:pt idx="475">
                  <c:v>19.0237856765328</c:v>
                </c:pt>
                <c:pt idx="476">
                  <c:v>19.0118089041096</c:v>
                </c:pt>
                <c:pt idx="477">
                  <c:v>18.948098218029301</c:v>
                </c:pt>
                <c:pt idx="478">
                  <c:v>18.894903234220099</c:v>
                </c:pt>
                <c:pt idx="479">
                  <c:v>18.918745383411601</c:v>
                </c:pt>
                <c:pt idx="480">
                  <c:v>18.9763286534447</c:v>
                </c:pt>
                <c:pt idx="481">
                  <c:v>18.921180405405401</c:v>
                </c:pt>
                <c:pt idx="482">
                  <c:v>18.911763127913002</c:v>
                </c:pt>
                <c:pt idx="483">
                  <c:v>18.9003744966443</c:v>
                </c:pt>
                <c:pt idx="484">
                  <c:v>18.9455493285123</c:v>
                </c:pt>
                <c:pt idx="485">
                  <c:v>18.982960402684601</c:v>
                </c:pt>
                <c:pt idx="486">
                  <c:v>18.959885017957902</c:v>
                </c:pt>
                <c:pt idx="487">
                  <c:v>18.855516879143199</c:v>
                </c:pt>
                <c:pt idx="488">
                  <c:v>18.622421529175</c:v>
                </c:pt>
                <c:pt idx="489">
                  <c:v>18.709141637368099</c:v>
                </c:pt>
                <c:pt idx="490">
                  <c:v>18.815120494699599</c:v>
                </c:pt>
                <c:pt idx="491">
                  <c:v>18.884336143361899</c:v>
                </c:pt>
                <c:pt idx="492">
                  <c:v>18.8394310587055</c:v>
                </c:pt>
                <c:pt idx="493">
                  <c:v>18.898747392176499</c:v>
                </c:pt>
                <c:pt idx="494">
                  <c:v>18.939017776665001</c:v>
                </c:pt>
                <c:pt idx="495">
                  <c:v>18.9585179372197</c:v>
                </c:pt>
                <c:pt idx="496">
                  <c:v>18.913362245404901</c:v>
                </c:pt>
                <c:pt idx="497">
                  <c:v>18.957096035678902</c:v>
                </c:pt>
                <c:pt idx="498">
                  <c:v>18.921900443568301</c:v>
                </c:pt>
                <c:pt idx="499">
                  <c:v>18.883192737978401</c:v>
                </c:pt>
                <c:pt idx="500">
                  <c:v>19.021379487179502</c:v>
                </c:pt>
                <c:pt idx="501">
                  <c:v>19.185401931649299</c:v>
                </c:pt>
                <c:pt idx="502">
                  <c:v>19.221157079207899</c:v>
                </c:pt>
                <c:pt idx="503">
                  <c:v>19.195817922205801</c:v>
                </c:pt>
                <c:pt idx="504">
                  <c:v>19.220185954374099</c:v>
                </c:pt>
                <c:pt idx="505">
                  <c:v>19.201880857481399</c:v>
                </c:pt>
                <c:pt idx="506">
                  <c:v>19.1916014574646</c:v>
                </c:pt>
                <c:pt idx="507">
                  <c:v>19.189679802237901</c:v>
                </c:pt>
                <c:pt idx="508">
                  <c:v>19.1770136151484</c:v>
                </c:pt>
                <c:pt idx="509">
                  <c:v>19.231935300192099</c:v>
                </c:pt>
                <c:pt idx="510">
                  <c:v>19.230775518658199</c:v>
                </c:pt>
                <c:pt idx="511">
                  <c:v>19.279871332469799</c:v>
                </c:pt>
                <c:pt idx="512">
                  <c:v>19.253306880463299</c:v>
                </c:pt>
                <c:pt idx="513">
                  <c:v>19.2268999474162</c:v>
                </c:pt>
                <c:pt idx="514">
                  <c:v>19.1311721543963</c:v>
                </c:pt>
                <c:pt idx="515">
                  <c:v>19.129929296034401</c:v>
                </c:pt>
                <c:pt idx="516">
                  <c:v>19.1158028548674</c:v>
                </c:pt>
                <c:pt idx="517">
                  <c:v>19.142171213838601</c:v>
                </c:pt>
                <c:pt idx="518">
                  <c:v>19.165171171424401</c:v>
                </c:pt>
                <c:pt idx="519">
                  <c:v>19.160420711217899</c:v>
                </c:pt>
                <c:pt idx="520">
                  <c:v>19.114178972705201</c:v>
                </c:pt>
                <c:pt idx="521">
                  <c:v>18.967730491562001</c:v>
                </c:pt>
                <c:pt idx="522">
                  <c:v>18.900494043543699</c:v>
                </c:pt>
                <c:pt idx="523">
                  <c:v>19.0030863226803</c:v>
                </c:pt>
                <c:pt idx="524">
                  <c:v>19.023730490880499</c:v>
                </c:pt>
                <c:pt idx="525">
                  <c:v>19.243514145073402</c:v>
                </c:pt>
                <c:pt idx="526">
                  <c:v>19.659366745825398</c:v>
                </c:pt>
                <c:pt idx="527">
                  <c:v>19.890619249672401</c:v>
                </c:pt>
                <c:pt idx="528">
                  <c:v>19.859537747332102</c:v>
                </c:pt>
                <c:pt idx="529">
                  <c:v>19.822145256856601</c:v>
                </c:pt>
                <c:pt idx="530">
                  <c:v>19.911084535733298</c:v>
                </c:pt>
                <c:pt idx="531">
                  <c:v>19.908348698902198</c:v>
                </c:pt>
                <c:pt idx="532">
                  <c:v>19.904383337167801</c:v>
                </c:pt>
                <c:pt idx="533">
                  <c:v>19.772527567708501</c:v>
                </c:pt>
                <c:pt idx="534">
                  <c:v>19.816755958756701</c:v>
                </c:pt>
                <c:pt idx="535">
                  <c:v>19.811138718854298</c:v>
                </c:pt>
                <c:pt idx="536">
                  <c:v>19.816407220577801</c:v>
                </c:pt>
                <c:pt idx="537">
                  <c:v>19.8149069180879</c:v>
                </c:pt>
                <c:pt idx="538">
                  <c:v>19.798873720136498</c:v>
                </c:pt>
                <c:pt idx="539">
                  <c:v>19.8316809460268</c:v>
                </c:pt>
                <c:pt idx="540">
                  <c:v>19.871547530912501</c:v>
                </c:pt>
                <c:pt idx="541">
                  <c:v>19.899152748197999</c:v>
                </c:pt>
                <c:pt idx="542">
                  <c:v>19.916237352833001</c:v>
                </c:pt>
                <c:pt idx="543">
                  <c:v>19.964428562885001</c:v>
                </c:pt>
                <c:pt idx="544">
                  <c:v>20.013553333149201</c:v>
                </c:pt>
                <c:pt idx="545">
                  <c:v>20.042905582718699</c:v>
                </c:pt>
                <c:pt idx="546">
                  <c:v>20.0336098948307</c:v>
                </c:pt>
                <c:pt idx="547">
                  <c:v>20.0375867413855</c:v>
                </c:pt>
                <c:pt idx="548">
                  <c:v>20.0412707680753</c:v>
                </c:pt>
                <c:pt idx="549">
                  <c:v>20.075150579855698</c:v>
                </c:pt>
                <c:pt idx="550">
                  <c:v>20.0262221280435</c:v>
                </c:pt>
                <c:pt idx="551">
                  <c:v>19.937817969820401</c:v>
                </c:pt>
                <c:pt idx="552">
                  <c:v>19.985101567165501</c:v>
                </c:pt>
                <c:pt idx="553">
                  <c:v>19.897602383697901</c:v>
                </c:pt>
                <c:pt idx="554">
                  <c:v>19.802198904087501</c:v>
                </c:pt>
                <c:pt idx="555">
                  <c:v>19.779219434897101</c:v>
                </c:pt>
                <c:pt idx="556">
                  <c:v>19.766729925122601</c:v>
                </c:pt>
                <c:pt idx="557">
                  <c:v>19.7692112508172</c:v>
                </c:pt>
                <c:pt idx="558">
                  <c:v>19.780710994833999</c:v>
                </c:pt>
                <c:pt idx="559">
                  <c:v>19.694856938293899</c:v>
                </c:pt>
                <c:pt idx="560">
                  <c:v>19.672642085775902</c:v>
                </c:pt>
                <c:pt idx="561">
                  <c:v>19.718670702456699</c:v>
                </c:pt>
                <c:pt idx="562">
                  <c:v>19.710496533253501</c:v>
                </c:pt>
                <c:pt idx="563">
                  <c:v>19.7189128012227</c:v>
                </c:pt>
                <c:pt idx="564">
                  <c:v>19.698092217753501</c:v>
                </c:pt>
                <c:pt idx="565">
                  <c:v>19.658085959559301</c:v>
                </c:pt>
                <c:pt idx="566">
                  <c:v>19.6209748230015</c:v>
                </c:pt>
                <c:pt idx="567">
                  <c:v>19.654097793408599</c:v>
                </c:pt>
                <c:pt idx="568">
                  <c:v>19.7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476-422A-814D-24CBC53315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40917376"/>
        <c:axId val="440919168"/>
      </c:lineChart>
      <c:dateAx>
        <c:axId val="440914304"/>
        <c:scaling>
          <c:orientation val="minMax"/>
          <c:max val="41395"/>
          <c:min val="23743"/>
        </c:scaling>
        <c:delete val="0"/>
        <c:axPos val="b"/>
        <c:numFmt formatCode="yyyy" sourceLinked="0"/>
        <c:majorTickMark val="cross"/>
        <c:minorTickMark val="in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  <c:crossAx val="440915840"/>
        <c:crosses val="autoZero"/>
        <c:auto val="1"/>
        <c:lblOffset val="100"/>
        <c:baseTimeUnit val="months"/>
        <c:majorUnit val="5"/>
        <c:majorTimeUnit val="years"/>
        <c:minorUnit val="1"/>
        <c:minorTimeUnit val="years"/>
      </c:dateAx>
      <c:valAx>
        <c:axId val="440915840"/>
        <c:scaling>
          <c:orientation val="minMax"/>
          <c:max val="900"/>
          <c:min val="0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  <c:crossAx val="440914304"/>
        <c:crosses val="autoZero"/>
        <c:crossBetween val="between"/>
        <c:majorUnit val="100"/>
      </c:valAx>
      <c:dateAx>
        <c:axId val="440917376"/>
        <c:scaling>
          <c:orientation val="minMax"/>
        </c:scaling>
        <c:delete val="1"/>
        <c:axPos val="b"/>
        <c:numFmt formatCode="yyyy\-mm\-dd" sourceLinked="1"/>
        <c:majorTickMark val="out"/>
        <c:minorTickMark val="none"/>
        <c:tickLblPos val="nextTo"/>
        <c:crossAx val="440919168"/>
        <c:crosses val="autoZero"/>
        <c:auto val="1"/>
        <c:lblOffset val="100"/>
        <c:baseTimeUnit val="months"/>
      </c:dateAx>
      <c:valAx>
        <c:axId val="440919168"/>
        <c:scaling>
          <c:orientation val="minMax"/>
          <c:max val="22.5"/>
          <c:min val="0"/>
        </c:scaling>
        <c:delete val="1"/>
        <c:axPos val="r"/>
        <c:numFmt formatCode="&quot;$&quot;#,##0" sourceLinked="0"/>
        <c:majorTickMark val="out"/>
        <c:minorTickMark val="none"/>
        <c:tickLblPos val="nextTo"/>
        <c:crossAx val="440917376"/>
        <c:crosses val="max"/>
        <c:crossBetween val="between"/>
        <c:majorUnit val="5"/>
        <c:minorUnit val="1"/>
      </c:valAx>
      <c:spPr>
        <a:solidFill>
          <a:schemeClr val="tx2">
            <a:lumMod val="40000"/>
            <a:lumOff val="60000"/>
          </a:schemeClr>
        </a:solidFill>
        <a:ln>
          <a:solidFill>
            <a:schemeClr val="tx1"/>
          </a:solidFill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68f1d401-80e5-4f4a-83b0-14c1015e036e}"/>
      </c:ext>
    </c:extLst>
  </c:chart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组合数据!$B$1</c:f>
              <c:strCache>
                <c:ptCount val="1"/>
                <c:pt idx="0">
                  <c:v>CPI(1978年=100)</c:v>
                </c:pt>
              </c:strCache>
            </c:strRef>
          </c:tx>
          <c:spPr>
            <a:ln w="4762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组合数据!$A$2:$A$44</c:f>
              <c:numCache>
                <c:formatCode>General</c:formatCode>
                <c:ptCount val="43"/>
                <c:pt idx="2" formatCode="0_);[Red]\(0\)">
                  <c:v>1980</c:v>
                </c:pt>
                <c:pt idx="7" formatCode="0_);[Red]\(0\)">
                  <c:v>1985</c:v>
                </c:pt>
                <c:pt idx="12" formatCode="0_);[Red]\(0\)">
                  <c:v>1990</c:v>
                </c:pt>
                <c:pt idx="17" formatCode="0_);[Red]\(0\)">
                  <c:v>1995</c:v>
                </c:pt>
                <c:pt idx="22" formatCode="0_);[Red]\(0\)">
                  <c:v>2000</c:v>
                </c:pt>
                <c:pt idx="27" formatCode="0_);[Red]\(0\)">
                  <c:v>2005</c:v>
                </c:pt>
                <c:pt idx="32" formatCode="0_);[Red]\(0\)">
                  <c:v>2010</c:v>
                </c:pt>
                <c:pt idx="37" formatCode="0_);[Red]\(0\)">
                  <c:v>2015</c:v>
                </c:pt>
                <c:pt idx="42" formatCode="0_);[Red]\(0\)">
                  <c:v>2020</c:v>
                </c:pt>
              </c:numCache>
            </c:numRef>
          </c:cat>
          <c:val>
            <c:numRef>
              <c:f>组合数据!$B$2:$B$44</c:f>
              <c:numCache>
                <c:formatCode>General</c:formatCode>
                <c:ptCount val="43"/>
                <c:pt idx="0">
                  <c:v>100</c:v>
                </c:pt>
                <c:pt idx="1">
                  <c:v>101.9</c:v>
                </c:pt>
                <c:pt idx="2">
                  <c:v>109.5</c:v>
                </c:pt>
                <c:pt idx="3">
                  <c:v>112.2</c:v>
                </c:pt>
                <c:pt idx="4">
                  <c:v>114.4</c:v>
                </c:pt>
                <c:pt idx="5">
                  <c:v>116.7</c:v>
                </c:pt>
                <c:pt idx="6">
                  <c:v>119.9</c:v>
                </c:pt>
                <c:pt idx="7">
                  <c:v>131.05070000000001</c:v>
                </c:pt>
                <c:pt idx="8">
                  <c:v>139.568996</c:v>
                </c:pt>
                <c:pt idx="9">
                  <c:v>149.757532</c:v>
                </c:pt>
                <c:pt idx="10">
                  <c:v>177.911948</c:v>
                </c:pt>
                <c:pt idx="11">
                  <c:v>209.93609900000001</c:v>
                </c:pt>
                <c:pt idx="12">
                  <c:v>216.444118</c:v>
                </c:pt>
                <c:pt idx="13">
                  <c:v>223.80321799999999</c:v>
                </c:pt>
                <c:pt idx="14">
                  <c:v>238.12662399999999</c:v>
                </c:pt>
                <c:pt idx="15">
                  <c:v>273.131238</c:v>
                </c:pt>
                <c:pt idx="16">
                  <c:v>338.95586600000001</c:v>
                </c:pt>
                <c:pt idx="17">
                  <c:v>396.91731900000002</c:v>
                </c:pt>
                <c:pt idx="18">
                  <c:v>429.86145599999998</c:v>
                </c:pt>
                <c:pt idx="19">
                  <c:v>441.89757700000001</c:v>
                </c:pt>
                <c:pt idx="20">
                  <c:v>438.36239699999999</c:v>
                </c:pt>
                <c:pt idx="21">
                  <c:v>432.225323</c:v>
                </c:pt>
                <c:pt idx="22">
                  <c:v>433.95422400000001</c:v>
                </c:pt>
                <c:pt idx="23">
                  <c:v>436.99190399999998</c:v>
                </c:pt>
                <c:pt idx="24">
                  <c:v>433.495969</c:v>
                </c:pt>
                <c:pt idx="25">
                  <c:v>438.69792000000001</c:v>
                </c:pt>
                <c:pt idx="26">
                  <c:v>455.80713900000001</c:v>
                </c:pt>
                <c:pt idx="27">
                  <c:v>464.01166799999999</c:v>
                </c:pt>
                <c:pt idx="28">
                  <c:v>471</c:v>
                </c:pt>
                <c:pt idx="29">
                  <c:v>493.6</c:v>
                </c:pt>
                <c:pt idx="30">
                  <c:v>522.70000000000005</c:v>
                </c:pt>
                <c:pt idx="31">
                  <c:v>519</c:v>
                </c:pt>
                <c:pt idx="32">
                  <c:v>536.1</c:v>
                </c:pt>
                <c:pt idx="33">
                  <c:v>565</c:v>
                </c:pt>
                <c:pt idx="34">
                  <c:v>579.70000000000005</c:v>
                </c:pt>
                <c:pt idx="35">
                  <c:v>594.79999999999995</c:v>
                </c:pt>
                <c:pt idx="36">
                  <c:v>606.70000000000005</c:v>
                </c:pt>
                <c:pt idx="37">
                  <c:v>615.20000000000005</c:v>
                </c:pt>
                <c:pt idx="38">
                  <c:v>627.5</c:v>
                </c:pt>
                <c:pt idx="39">
                  <c:v>637.5</c:v>
                </c:pt>
                <c:pt idx="40">
                  <c:v>650.9</c:v>
                </c:pt>
                <c:pt idx="41">
                  <c:v>669.8</c:v>
                </c:pt>
                <c:pt idx="42">
                  <c:v>686.5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D23-4FB7-A2CA-27086C43C951}"/>
            </c:ext>
          </c:extLst>
        </c:ser>
        <c:ser>
          <c:idx val="2"/>
          <c:order val="1"/>
          <c:tx>
            <c:strRef>
              <c:f>组合数据!$C$1</c:f>
              <c:strCache>
                <c:ptCount val="1"/>
                <c:pt idx="0">
                  <c:v>城镇单位就业人员年平均工资</c:v>
                </c:pt>
              </c:strCache>
            </c:strRef>
          </c:tx>
          <c:spPr>
            <a:ln w="47625" cap="rnd">
              <a:solidFill>
                <a:srgbClr val="0000FF"/>
              </a:solidFill>
              <a:round/>
            </a:ln>
            <a:effectLst/>
          </c:spPr>
          <c:marker>
            <c:symbol val="none"/>
          </c:marker>
          <c:cat>
            <c:numRef>
              <c:f>组合数据!$A$2:$A$44</c:f>
              <c:numCache>
                <c:formatCode>General</c:formatCode>
                <c:ptCount val="43"/>
                <c:pt idx="2" formatCode="0_);[Red]\(0\)">
                  <c:v>1980</c:v>
                </c:pt>
                <c:pt idx="7" formatCode="0_);[Red]\(0\)">
                  <c:v>1985</c:v>
                </c:pt>
                <c:pt idx="12" formatCode="0_);[Red]\(0\)">
                  <c:v>1990</c:v>
                </c:pt>
                <c:pt idx="17" formatCode="0_);[Red]\(0\)">
                  <c:v>1995</c:v>
                </c:pt>
                <c:pt idx="22" formatCode="0_);[Red]\(0\)">
                  <c:v>2000</c:v>
                </c:pt>
                <c:pt idx="27" formatCode="0_);[Red]\(0\)">
                  <c:v>2005</c:v>
                </c:pt>
                <c:pt idx="32" formatCode="0_);[Red]\(0\)">
                  <c:v>2010</c:v>
                </c:pt>
                <c:pt idx="37" formatCode="0_);[Red]\(0\)">
                  <c:v>2015</c:v>
                </c:pt>
                <c:pt idx="42" formatCode="0_);[Red]\(0\)">
                  <c:v>2020</c:v>
                </c:pt>
              </c:numCache>
            </c:numRef>
          </c:cat>
          <c:val>
            <c:numRef>
              <c:f>组合数据!$C$2:$C$44</c:f>
              <c:numCache>
                <c:formatCode>General</c:formatCode>
                <c:ptCount val="43"/>
                <c:pt idx="0">
                  <c:v>6.15</c:v>
                </c:pt>
                <c:pt idx="1">
                  <c:v>6.68</c:v>
                </c:pt>
                <c:pt idx="2">
                  <c:v>7.62</c:v>
                </c:pt>
                <c:pt idx="3">
                  <c:v>7.72</c:v>
                </c:pt>
                <c:pt idx="4">
                  <c:v>7.98</c:v>
                </c:pt>
                <c:pt idx="5">
                  <c:v>8.26</c:v>
                </c:pt>
                <c:pt idx="6">
                  <c:v>9.74</c:v>
                </c:pt>
                <c:pt idx="7">
                  <c:v>11.48</c:v>
                </c:pt>
                <c:pt idx="8">
                  <c:v>13.29</c:v>
                </c:pt>
                <c:pt idx="9">
                  <c:v>14.59</c:v>
                </c:pt>
                <c:pt idx="10">
                  <c:v>17.47</c:v>
                </c:pt>
                <c:pt idx="11">
                  <c:v>19.350000000000001</c:v>
                </c:pt>
                <c:pt idx="12">
                  <c:v>21.4</c:v>
                </c:pt>
                <c:pt idx="13">
                  <c:v>23.4</c:v>
                </c:pt>
                <c:pt idx="14">
                  <c:v>27.11</c:v>
                </c:pt>
                <c:pt idx="15">
                  <c:v>33.71</c:v>
                </c:pt>
                <c:pt idx="16">
                  <c:v>45.38</c:v>
                </c:pt>
                <c:pt idx="17">
                  <c:v>53.48</c:v>
                </c:pt>
                <c:pt idx="18">
                  <c:v>59.8</c:v>
                </c:pt>
                <c:pt idx="19">
                  <c:v>64.44</c:v>
                </c:pt>
                <c:pt idx="20">
                  <c:v>74.459999999999994</c:v>
                </c:pt>
                <c:pt idx="21">
                  <c:v>83.19</c:v>
                </c:pt>
                <c:pt idx="22">
                  <c:v>93.33</c:v>
                </c:pt>
                <c:pt idx="23">
                  <c:v>108.34</c:v>
                </c:pt>
                <c:pt idx="24">
                  <c:v>123.73</c:v>
                </c:pt>
                <c:pt idx="25">
                  <c:v>139.69</c:v>
                </c:pt>
                <c:pt idx="26">
                  <c:v>159.19999999999999</c:v>
                </c:pt>
                <c:pt idx="27">
                  <c:v>182</c:v>
                </c:pt>
                <c:pt idx="28">
                  <c:v>208.56</c:v>
                </c:pt>
                <c:pt idx="29">
                  <c:v>247.21</c:v>
                </c:pt>
                <c:pt idx="30">
                  <c:v>288.98</c:v>
                </c:pt>
                <c:pt idx="31">
                  <c:v>322.44</c:v>
                </c:pt>
                <c:pt idx="32">
                  <c:v>365.39</c:v>
                </c:pt>
                <c:pt idx="33">
                  <c:v>417.99</c:v>
                </c:pt>
                <c:pt idx="34">
                  <c:v>467.69</c:v>
                </c:pt>
                <c:pt idx="35">
                  <c:v>514.83000000000004</c:v>
                </c:pt>
                <c:pt idx="36">
                  <c:v>563.6</c:v>
                </c:pt>
                <c:pt idx="37">
                  <c:v>620.29</c:v>
                </c:pt>
                <c:pt idx="38">
                  <c:v>675.69</c:v>
                </c:pt>
                <c:pt idx="39">
                  <c:v>743.18</c:v>
                </c:pt>
                <c:pt idx="40">
                  <c:v>824.13</c:v>
                </c:pt>
                <c:pt idx="41">
                  <c:v>905.01</c:v>
                </c:pt>
                <c:pt idx="42">
                  <c:v>973.79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D23-4FB7-A2CA-27086C43C9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31581824"/>
        <c:axId val="431583616"/>
      </c:lineChart>
      <c:catAx>
        <c:axId val="431581824"/>
        <c:scaling>
          <c:orientation val="minMax"/>
        </c:scaling>
        <c:delete val="0"/>
        <c:axPos val="b"/>
        <c:numFmt formatCode="General" sourceLinked="1"/>
        <c:majorTickMark val="cross"/>
        <c:minorTickMark val="in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  <c:crossAx val="431583616"/>
        <c:crosses val="autoZero"/>
        <c:auto val="1"/>
        <c:lblAlgn val="ctr"/>
        <c:lblOffset val="100"/>
        <c:noMultiLvlLbl val="0"/>
      </c:catAx>
      <c:valAx>
        <c:axId val="431583616"/>
        <c:scaling>
          <c:orientation val="minMax"/>
          <c:max val="1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  <c:crossAx val="431581824"/>
        <c:crosses val="autoZero"/>
        <c:crossBetween val="between"/>
      </c:valAx>
      <c:spPr>
        <a:solidFill>
          <a:schemeClr val="tx2">
            <a:lumMod val="40000"/>
            <a:lumOff val="60000"/>
          </a:schemeClr>
        </a:solidFill>
        <a:ln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eceba43a-e52f-4a47-9330-d20cea9bfbed}"/>
      </c:ext>
    </c:extLst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0.12873</cdr:x>
      <cdr:y>0.14327</cdr:y>
    </cdr:from>
    <cdr:to>
      <cdr:x>0.67557</cdr:x>
      <cdr:y>0.29307</cdr:y>
    </cdr:to>
    <cdr:sp macro="" textlink="">
      <cdr:nvSpPr>
        <cdr:cNvPr id="2" name="矩形 1"/>
        <cdr:cNvSpPr/>
      </cdr:nvSpPr>
      <cdr:spPr>
        <a:xfrm xmlns:a="http://schemas.openxmlformats.org/drawingml/2006/main">
          <a:off x="1033976" y="794742"/>
          <a:ext cx="4392488" cy="830997"/>
        </a:xfrm>
        <a:prstGeom xmlns:a="http://schemas.openxmlformats.org/drawingml/2006/main" prst="rect">
          <a:avLst/>
        </a:prstGeom>
        <a:solidFill xmlns:a="http://schemas.openxmlformats.org/drawingml/2006/main">
          <a:srgbClr val="99CCFF"/>
        </a:solidFill>
        <a:ln xmlns:a="http://schemas.openxmlformats.org/drawingml/2006/main">
          <a:noFill/>
        </a:ln>
      </cdr:spPr>
      <cdr:txBody>
        <a:bodyPr xmlns:a="http://schemas.openxmlformats.org/drawingml/2006/main" wrap="square">
          <a:spAutoFit/>
        </a:bodyPr>
        <a:lstStyle xmlns:a="http://schemas.openxmlformats.org/drawingml/2006/main">
          <a:defPPr>
            <a:defRPr lang="zh-CN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eaLnBrk="1" hangingPunct="1">
            <a:spcBef>
              <a:spcPct val="50000"/>
            </a:spcBef>
          </a:pPr>
          <a:r>
            <a: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（ 中国：19</a:t>
          </a:r>
          <a:r>
            <a: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90</a:t>
          </a:r>
          <a:r>
            <a: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-</a:t>
          </a:r>
          <a:r>
            <a: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2020</a:t>
          </a:r>
          <a:r>
            <a: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）</a:t>
          </a:r>
          <a:r>
            <a: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从长远来看，</a:t>
          </a:r>
          <a:r>
            <a: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货币流通速度</a:t>
          </a:r>
          <a:r>
            <a: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相当稳定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5EC70B0-ECBC-4B7D-8C89-098621BD1DDF}" type="slidenum">
              <a:rPr lang="en-US" smtClean="0"/>
              <a:t>5</a:t>
            </a:fld>
            <a:endParaRPr lang="en-US"/>
          </a:p>
        </p:txBody>
      </p:sp>
      <p:sp>
        <p:nvSpPr>
          <p:cNvPr id="70659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9A8E063F-360E-4BC5-8912-453287EE78F3}" type="slidenum">
              <a:rPr lang="en-US" sz="1200">
                <a:cs typeface="Arial" panose="020B0604020202020204" pitchFamily="34" charset="0"/>
              </a:rPr>
              <a:t>5</a:t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7066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706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3455196-5B94-4BC3-8B7D-D3EFDA77A8E0}" type="slidenum">
              <a:rPr lang="en-US" smtClean="0"/>
              <a:t>7</a:t>
            </a:fld>
            <a:endParaRPr lang="en-US"/>
          </a:p>
        </p:txBody>
      </p:sp>
      <p:sp>
        <p:nvSpPr>
          <p:cNvPr id="71683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9FDD7889-7C6F-4782-A8EB-21D347C73784}" type="slidenum">
              <a:rPr lang="en-US" sz="1200">
                <a:cs typeface="Arial" panose="020B0604020202020204" pitchFamily="34" charset="0"/>
              </a:rPr>
              <a:t>7</a:t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716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716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DC3F37D-4E7D-4F77-9606-156E83614294}" type="slidenum">
              <a:rPr lang="en-US" smtClean="0"/>
              <a:t>9</a:t>
            </a:fld>
            <a:endParaRPr lang="en-US"/>
          </a:p>
        </p:txBody>
      </p:sp>
      <p:sp>
        <p:nvSpPr>
          <p:cNvPr id="72707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05691563-A409-46DC-A824-5FF23F5559BE}" type="slidenum">
              <a:rPr lang="en-US" sz="1200">
                <a:cs typeface="Arial" panose="020B0604020202020204" pitchFamily="34" charset="0"/>
              </a:rPr>
              <a:t>9</a:t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7270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727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9151B6B-008D-4071-890E-564917119A21}" type="slidenum">
              <a:rPr lang="en-US" smtClean="0"/>
              <a:t>10</a:t>
            </a:fld>
            <a:endParaRPr lang="en-US"/>
          </a:p>
        </p:txBody>
      </p:sp>
      <p:sp>
        <p:nvSpPr>
          <p:cNvPr id="73731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FB5F5631-093D-4700-BF67-556BB7F928D5}" type="slidenum">
              <a:rPr lang="en-US" sz="1200">
                <a:cs typeface="Arial" panose="020B0604020202020204" pitchFamily="34" charset="0"/>
              </a:rPr>
              <a:t>10</a:t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737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737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425825E-2413-473A-A30E-D2D22AB24763}" type="slidenum">
              <a:rPr lang="en-US" smtClean="0"/>
              <a:t>11</a:t>
            </a:fld>
            <a:endParaRPr lang="en-US"/>
          </a:p>
        </p:txBody>
      </p:sp>
      <p:sp>
        <p:nvSpPr>
          <p:cNvPr id="74755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DC99AD28-DD7B-4636-9F5A-7CC4BBE65DEE}" type="slidenum">
              <a:rPr lang="en-US" sz="1200">
                <a:cs typeface="Arial" panose="020B0604020202020204" pitchFamily="34" charset="0"/>
              </a:rPr>
              <a:t>11</a:t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747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747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50000"/>
              </a:spcBef>
            </a:pPr>
            <a:endParaRPr lang="en-US" altLang="zh-CN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55C0B58-E140-4E96-9B8A-31B340A46A7D}" type="slidenum">
              <a:rPr lang="en-US" smtClean="0"/>
              <a:t>17</a:t>
            </a:fld>
            <a:endParaRPr lang="en-US"/>
          </a:p>
        </p:txBody>
      </p:sp>
      <p:sp>
        <p:nvSpPr>
          <p:cNvPr id="80899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E0106E83-E4D5-40B9-9523-1FFE2C5379C2}" type="slidenum">
              <a:rPr lang="en-US" sz="1200">
                <a:cs typeface="Arial" panose="020B0604020202020204" pitchFamily="34" charset="0"/>
              </a:rPr>
              <a:t>17</a:t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8090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809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A78AE53-04D6-4618-B473-8000E4A8C1B0}" type="slidenum">
              <a:rPr lang="en-US" smtClean="0">
                <a:solidFill>
                  <a:srgbClr val="000000"/>
                </a:solidFill>
              </a:rPr>
              <a:t>23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8067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EB80E071-6850-4E77-AECB-2AB10B6AA6D0}" type="slidenum">
              <a:rPr lang="en-US" sz="1200">
                <a:solidFill>
                  <a:srgbClr val="000000"/>
                </a:solidFill>
                <a:cs typeface="Arial" panose="020B0604020202020204" pitchFamily="34" charset="0"/>
              </a:rPr>
              <a:t>23</a:t>
            </a:fld>
            <a:endParaRPr lang="en-US" sz="12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880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880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A78AE53-04D6-4618-B473-8000E4A8C1B0}" type="slidenum">
              <a:rPr lang="en-US" smtClean="0">
                <a:solidFill>
                  <a:srgbClr val="000000"/>
                </a:solidFill>
              </a:rPr>
              <a:t>24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8067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EB80E071-6850-4E77-AECB-2AB10B6AA6D0}" type="slidenum">
              <a:rPr lang="en-US" sz="1200">
                <a:solidFill>
                  <a:srgbClr val="000000"/>
                </a:solidFill>
                <a:cs typeface="Arial" panose="020B0604020202020204" pitchFamily="34" charset="0"/>
              </a:rPr>
              <a:t>24</a:t>
            </a:fld>
            <a:endParaRPr lang="en-US" sz="12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880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880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C0E10B4-5FC2-4A97-8BF8-1CF1552D05C7}" type="slidenum">
              <a:rPr lang="en-US" smtClean="0">
                <a:solidFill>
                  <a:srgbClr val="000000"/>
                </a:solidFill>
              </a:rPr>
              <a:t>36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9331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F9C7BA9D-F4E9-4ECB-A5AF-21911D0598BD}" type="slidenum">
              <a:rPr lang="en-US" sz="1200">
                <a:solidFill>
                  <a:srgbClr val="000000"/>
                </a:solidFill>
                <a:cs typeface="Arial" panose="020B0604020202020204" pitchFamily="34" charset="0"/>
              </a:rPr>
              <a:t>36</a:t>
            </a:fld>
            <a:endParaRPr lang="en-US" sz="12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993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993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C0E10B4-5FC2-4A97-8BF8-1CF1552D05C7}" type="slidenum">
              <a:rPr lang="en-US" smtClean="0">
                <a:solidFill>
                  <a:srgbClr val="000000"/>
                </a:solidFill>
              </a:rPr>
              <a:t>37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9331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F9C7BA9D-F4E9-4ECB-A5AF-21911D0598BD}" type="slidenum">
              <a:rPr lang="en-US" sz="1200">
                <a:solidFill>
                  <a:srgbClr val="000000"/>
                </a:solidFill>
                <a:cs typeface="Arial" panose="020B0604020202020204" pitchFamily="34" charset="0"/>
              </a:rPr>
              <a:t>37</a:t>
            </a:fld>
            <a:endParaRPr lang="en-US" sz="12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993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993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A065F76-4CDF-47C5-A595-3EAA131C4AFA}" type="slidenum">
              <a:rPr lang="en-US" smtClean="0">
                <a:solidFill>
                  <a:prstClr val="black"/>
                </a:solidFill>
              </a:rPr>
              <a:t>44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02403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AF3084E4-96F6-4722-B362-F93F3CCEF226}" type="slidenum">
              <a:rPr lang="en-US" sz="1200" b="1">
                <a:solidFill>
                  <a:srgbClr val="000000"/>
                </a:solidFill>
                <a:cs typeface="Arial" panose="020B0604020202020204" pitchFamily="34" charset="0"/>
              </a:rPr>
              <a:t>44</a:t>
            </a:fld>
            <a:endParaRPr lang="en-US" sz="1200" b="1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024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1024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A065F76-4CDF-47C5-A595-3EAA131C4AFA}" type="slidenum">
              <a:rPr lang="en-US" smtClean="0">
                <a:solidFill>
                  <a:prstClr val="black"/>
                </a:solidFill>
              </a:rPr>
              <a:t>45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02403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AF3084E4-96F6-4722-B362-F93F3CCEF226}" type="slidenum">
              <a:rPr lang="en-US" sz="1200" b="1">
                <a:solidFill>
                  <a:srgbClr val="000000"/>
                </a:solidFill>
                <a:cs typeface="Arial" panose="020B0604020202020204" pitchFamily="34" charset="0"/>
              </a:rPr>
              <a:t>45</a:t>
            </a:fld>
            <a:endParaRPr lang="en-US" sz="1200" b="1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024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1024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46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>
          <a:xfrm>
            <a:off x="45720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idx="14"/>
          </p:nvPr>
        </p:nvSpPr>
        <p:spPr>
          <a:xfrm>
            <a:off x="460121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内容占位符 9"/>
          <p:cNvSpPr>
            <a:spLocks noGrp="1"/>
          </p:cNvSpPr>
          <p:nvPr>
            <p:ph idx="15"/>
          </p:nvPr>
        </p:nvSpPr>
        <p:spPr>
          <a:xfrm>
            <a:off x="460121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A0150222-B3E2-42E8-8B2E-B8ED8BD6EB09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1A5C27E8-6C78-4FD2-80C7-0DA5228077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>
            <a:normAutofit/>
          </a:bodyPr>
          <a:lstStyle>
            <a:lvl1pPr algn="l">
              <a:defRPr sz="3600" b="0">
                <a:solidFill>
                  <a:srgbClr val="006699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79581"/>
          </a:xfrm>
        </p:spPr>
        <p:txBody>
          <a:bodyPr/>
          <a:lstStyle>
            <a:lvl1pPr>
              <a:lnSpc>
                <a:spcPct val="105000"/>
              </a:lnSpc>
              <a:spcBef>
                <a:spcPts val="1200"/>
              </a:spcBef>
              <a:buClr>
                <a:srgbClr val="A3C167"/>
              </a:buClr>
              <a:buFont typeface="Wingdings" panose="05000000000000000000" pitchFamily="2" charset="2"/>
              <a:buChar char="§"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5000"/>
              </a:lnSpc>
              <a:spcBef>
                <a:spcPts val="300"/>
              </a:spcBef>
              <a:buClr>
                <a:srgbClr val="CC9900"/>
              </a:buClr>
              <a:buFont typeface="Wingdings" panose="05000000000000000000" pitchFamily="2" charset="2"/>
              <a:buChar char="§"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5000"/>
              </a:lnSpc>
              <a:spcBef>
                <a:spcPts val="300"/>
              </a:spcBef>
              <a:buClr>
                <a:srgbClr val="B3A2C7"/>
              </a:buClr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5000"/>
              </a:lnSpc>
              <a:spcBef>
                <a:spcPts val="300"/>
              </a:spcBef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5000"/>
              </a:lnSpc>
              <a:spcBef>
                <a:spcPts val="300"/>
              </a:spcBef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>
            <a:normAutofit/>
          </a:bodyPr>
          <a:lstStyle>
            <a:lvl1pPr algn="l">
              <a:defRPr sz="3600" b="0">
                <a:solidFill>
                  <a:srgbClr val="006699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79581"/>
          </a:xfrm>
        </p:spPr>
        <p:txBody>
          <a:bodyPr/>
          <a:lstStyle>
            <a:lvl1pPr>
              <a:lnSpc>
                <a:spcPct val="105000"/>
              </a:lnSpc>
              <a:spcBef>
                <a:spcPts val="1200"/>
              </a:spcBef>
              <a:buClr>
                <a:srgbClr val="A3C167"/>
              </a:buClr>
              <a:buFont typeface="Wingdings" panose="05000000000000000000" pitchFamily="2" charset="2"/>
              <a:buChar char="§"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5000"/>
              </a:lnSpc>
              <a:spcBef>
                <a:spcPts val="300"/>
              </a:spcBef>
              <a:buClr>
                <a:srgbClr val="CC9900"/>
              </a:buClr>
              <a:buFont typeface="Wingdings" panose="05000000000000000000" pitchFamily="2" charset="2"/>
              <a:buChar char="§"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5000"/>
              </a:lnSpc>
              <a:spcBef>
                <a:spcPts val="300"/>
              </a:spcBef>
              <a:buClr>
                <a:srgbClr val="B3A2C7"/>
              </a:buClr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5000"/>
              </a:lnSpc>
              <a:spcBef>
                <a:spcPts val="300"/>
              </a:spcBef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5000"/>
              </a:lnSpc>
              <a:spcBef>
                <a:spcPts val="300"/>
              </a:spcBef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>
          <a:xfrm>
            <a:off x="45720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idx="14"/>
          </p:nvPr>
        </p:nvSpPr>
        <p:spPr>
          <a:xfrm>
            <a:off x="460121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内容占位符 9"/>
          <p:cNvSpPr>
            <a:spLocks noGrp="1"/>
          </p:cNvSpPr>
          <p:nvPr>
            <p:ph idx="15"/>
          </p:nvPr>
        </p:nvSpPr>
        <p:spPr>
          <a:xfrm>
            <a:off x="460121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>
            <a:normAutofit/>
          </a:bodyPr>
          <a:lstStyle>
            <a:lvl1pPr algn="l">
              <a:defRPr sz="3600" b="0">
                <a:solidFill>
                  <a:srgbClr val="006699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79581"/>
          </a:xfrm>
        </p:spPr>
        <p:txBody>
          <a:bodyPr/>
          <a:lstStyle>
            <a:lvl1pPr>
              <a:lnSpc>
                <a:spcPct val="105000"/>
              </a:lnSpc>
              <a:spcBef>
                <a:spcPts val="1200"/>
              </a:spcBef>
              <a:buClr>
                <a:srgbClr val="A3C167"/>
              </a:buClr>
              <a:buFont typeface="Wingdings" panose="05000000000000000000" pitchFamily="2" charset="2"/>
              <a:buChar char="§"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5000"/>
              </a:lnSpc>
              <a:spcBef>
                <a:spcPts val="300"/>
              </a:spcBef>
              <a:buClr>
                <a:srgbClr val="CC9900"/>
              </a:buClr>
              <a:buFont typeface="Wingdings" panose="05000000000000000000" pitchFamily="2" charset="2"/>
              <a:buChar char="§"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5000"/>
              </a:lnSpc>
              <a:spcBef>
                <a:spcPts val="300"/>
              </a:spcBef>
              <a:buClr>
                <a:srgbClr val="B3A2C7"/>
              </a:buClr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5000"/>
              </a:lnSpc>
              <a:spcBef>
                <a:spcPts val="300"/>
              </a:spcBef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5000"/>
              </a:lnSpc>
              <a:spcBef>
                <a:spcPts val="300"/>
              </a:spcBef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-10633" y="6500422"/>
            <a:ext cx="5649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0" i="1" dirty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2015 </a:t>
            </a:r>
            <a:r>
              <a:rPr lang="en-US" sz="800" b="0" i="1" dirty="0" err="1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Cengage</a:t>
            </a:r>
            <a:r>
              <a:rPr lang="en-US" sz="800" b="0" i="1" dirty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sz="800" b="0" i="1" dirty="0">
              <a:solidFill>
                <a:srgbClr val="777777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>
            <a:normAutofit/>
          </a:bodyPr>
          <a:lstStyle>
            <a:lvl1pPr algn="l">
              <a:defRPr sz="3600" b="0">
                <a:solidFill>
                  <a:srgbClr val="006699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79581"/>
          </a:xfrm>
        </p:spPr>
        <p:txBody>
          <a:bodyPr/>
          <a:lstStyle>
            <a:lvl1pPr>
              <a:lnSpc>
                <a:spcPct val="105000"/>
              </a:lnSpc>
              <a:spcBef>
                <a:spcPts val="1200"/>
              </a:spcBef>
              <a:buClr>
                <a:srgbClr val="A3C167"/>
              </a:buClr>
              <a:buFont typeface="Wingdings" panose="05000000000000000000" pitchFamily="2" charset="2"/>
              <a:buChar char="§"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5000"/>
              </a:lnSpc>
              <a:spcBef>
                <a:spcPts val="300"/>
              </a:spcBef>
              <a:buClr>
                <a:srgbClr val="CC9900"/>
              </a:buClr>
              <a:buFont typeface="Wingdings" panose="05000000000000000000" pitchFamily="2" charset="2"/>
              <a:buChar char="§"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5000"/>
              </a:lnSpc>
              <a:spcBef>
                <a:spcPts val="300"/>
              </a:spcBef>
              <a:buClr>
                <a:srgbClr val="B3A2C7"/>
              </a:buClr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5000"/>
              </a:lnSpc>
              <a:spcBef>
                <a:spcPts val="300"/>
              </a:spcBef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5000"/>
              </a:lnSpc>
              <a:spcBef>
                <a:spcPts val="300"/>
              </a:spcBef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-10633" y="6500422"/>
            <a:ext cx="5649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0" i="1" dirty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2015 </a:t>
            </a:r>
            <a:r>
              <a:rPr lang="en-US" sz="800" b="0" i="1" dirty="0" err="1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Cengage</a:t>
            </a:r>
            <a:r>
              <a:rPr lang="en-US" sz="800" b="0" i="1" dirty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sz="800" b="0" i="1" dirty="0">
              <a:solidFill>
                <a:srgbClr val="777777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>
            <a:normAutofit/>
          </a:bodyPr>
          <a:lstStyle>
            <a:lvl1pPr algn="l">
              <a:defRPr sz="3600" b="0">
                <a:solidFill>
                  <a:srgbClr val="006699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79581"/>
          </a:xfrm>
        </p:spPr>
        <p:txBody>
          <a:bodyPr/>
          <a:lstStyle>
            <a:lvl1pPr>
              <a:lnSpc>
                <a:spcPct val="105000"/>
              </a:lnSpc>
              <a:spcBef>
                <a:spcPts val="1200"/>
              </a:spcBef>
              <a:buClr>
                <a:srgbClr val="A3C167"/>
              </a:buClr>
              <a:buFont typeface="Wingdings" panose="05000000000000000000" pitchFamily="2" charset="2"/>
              <a:buChar char="§"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5000"/>
              </a:lnSpc>
              <a:spcBef>
                <a:spcPts val="300"/>
              </a:spcBef>
              <a:buClr>
                <a:srgbClr val="CC9900"/>
              </a:buClr>
              <a:buFont typeface="Wingdings" panose="05000000000000000000" pitchFamily="2" charset="2"/>
              <a:buChar char="§"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5000"/>
              </a:lnSpc>
              <a:spcBef>
                <a:spcPts val="300"/>
              </a:spcBef>
              <a:buClr>
                <a:srgbClr val="B3A2C7"/>
              </a:buClr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5000"/>
              </a:lnSpc>
              <a:spcBef>
                <a:spcPts val="300"/>
              </a:spcBef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5000"/>
              </a:lnSpc>
              <a:spcBef>
                <a:spcPts val="300"/>
              </a:spcBef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-10633" y="6500422"/>
            <a:ext cx="5649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0" i="1" dirty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2015 </a:t>
            </a:r>
            <a:r>
              <a:rPr lang="en-US" sz="800" b="0" i="1" dirty="0" err="1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Cengage</a:t>
            </a:r>
            <a:r>
              <a:rPr lang="en-US" sz="800" b="0" i="1" dirty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sz="800" b="0" i="1" dirty="0">
              <a:solidFill>
                <a:srgbClr val="777777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>
          <a:xfrm>
            <a:off x="45720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idx="14"/>
          </p:nvPr>
        </p:nvSpPr>
        <p:spPr>
          <a:xfrm>
            <a:off x="460121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内容占位符 9"/>
          <p:cNvSpPr>
            <a:spLocks noGrp="1"/>
          </p:cNvSpPr>
          <p:nvPr>
            <p:ph idx="15"/>
          </p:nvPr>
        </p:nvSpPr>
        <p:spPr>
          <a:xfrm>
            <a:off x="460121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A0150222-B3E2-42E8-8B2E-B8ED8BD6EB09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1A5C27E8-6C78-4FD2-80C7-0DA5228077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.jpe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1.jpe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1.jpeg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5" Type="http://schemas.openxmlformats.org/officeDocument/2006/relationships/image" Target="../media/image1.jpeg"/><Relationship Id="rId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0521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z="1400">
                <a:sym typeface="+mn-ea"/>
              </a:rPr>
              <a:t>单击此处编辑母版文本样式</a:t>
            </a:r>
            <a:endParaRPr lang="zh-CN" altLang="en-US" sz="1400"/>
          </a:p>
          <a:p>
            <a:pPr lvl="1"/>
            <a:r>
              <a:rPr lang="zh-CN" altLang="en-US" sz="1400">
                <a:sym typeface="+mn-ea"/>
              </a:rPr>
              <a:t>第二级</a:t>
            </a:r>
            <a:endParaRPr lang="zh-CN" altLang="en-US" sz="1400"/>
          </a:p>
          <a:p>
            <a:pPr lvl="2"/>
            <a:r>
              <a:rPr lang="zh-CN" altLang="en-US" sz="1400">
                <a:sym typeface="+mn-ea"/>
              </a:rPr>
              <a:t>第三级</a:t>
            </a:r>
            <a:endParaRPr lang="zh-CN" altLang="en-US"/>
          </a:p>
        </p:txBody>
      </p:sp>
      <p:pic>
        <p:nvPicPr>
          <p:cNvPr id="7" name="图片 6" descr="logo-VI系统0630-PPT-12.png"/>
          <p:cNvPicPr>
            <a:picLocks noChangeAspect="1"/>
          </p:cNvPicPr>
          <p:nvPr userDrawn="1"/>
        </p:nvPicPr>
        <p:blipFill>
          <a:blip r:embed="rId15" cstate="print"/>
          <a:stretch>
            <a:fillRect/>
          </a:stretch>
        </p:blipFill>
        <p:spPr>
          <a:xfrm>
            <a:off x="428836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 userDrawn="1"/>
        </p:nvPicPr>
        <p:blipFill>
          <a:blip r:embed="rId16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000" kern="1200">
          <a:solidFill>
            <a:srgbClr val="002060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rgbClr val="9D7B55"/>
          </a:solidFill>
          <a:latin typeface="思源黑体 CN Light" panose="020B0300000000000000" pitchFamily="34" charset="-122"/>
          <a:ea typeface="思源黑体 CN Light" panose="020B0300000000000000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38145"/>
            <a:ext cx="8229600" cy="884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47424"/>
            <a:ext cx="8229600" cy="4878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7543800" y="6324600"/>
            <a:ext cx="11430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756EF793-6576-47D7-8D74-034072F16359}" type="slidenum">
              <a:rPr lang="en-US" sz="1700" i="0" smtClean="0">
                <a:solidFill>
                  <a:srgbClr val="B2B2B2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‹#›</a:t>
            </a:fld>
            <a:endParaRPr lang="en-US" sz="1700" i="0" dirty="0">
              <a:solidFill>
                <a:srgbClr val="B2B2B2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-10633" y="6500422"/>
            <a:ext cx="5649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0" i="1" dirty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2015 </a:t>
            </a:r>
            <a:r>
              <a:rPr lang="en-US" sz="800" b="0" i="1" dirty="0" err="1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Cengage</a:t>
            </a:r>
            <a:r>
              <a:rPr lang="en-US" sz="800" b="0" i="1" dirty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sz="800" b="0" i="1" dirty="0">
              <a:solidFill>
                <a:srgbClr val="777777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006699"/>
          </a:solidFill>
          <a:latin typeface="Arial" panose="020B0604020202020204"/>
          <a:ea typeface="+mj-ea"/>
          <a:cs typeface="Arial" panose="020B0604020202020204"/>
        </a:defRPr>
      </a:lvl1pPr>
    </p:titleStyle>
    <p:bodyStyle>
      <a:lvl1pPr marL="342900" marR="0" indent="-342900" algn="l" defTabSz="914400" rtl="0" eaLnBrk="1" fontAlgn="auto" latinLnBrk="0" hangingPunct="1">
        <a:lnSpc>
          <a:spcPct val="105000"/>
        </a:lnSpc>
        <a:spcBef>
          <a:spcPts val="1200"/>
        </a:spcBef>
        <a:spcAft>
          <a:spcPts val="0"/>
        </a:spcAft>
        <a:buClr>
          <a:srgbClr val="A3C167"/>
        </a:buClr>
        <a:buSzTx/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1pPr>
      <a:lvl2pPr marL="742950" marR="0" indent="-285750" algn="l" defTabSz="914400" rtl="0" eaLnBrk="1" fontAlgn="auto" latinLnBrk="0" hangingPunct="1">
        <a:lnSpc>
          <a:spcPct val="105000"/>
        </a:lnSpc>
        <a:spcBef>
          <a:spcPts val="300"/>
        </a:spcBef>
        <a:spcAft>
          <a:spcPts val="0"/>
        </a:spcAft>
        <a:buClr>
          <a:srgbClr val="CC9900"/>
        </a:buClr>
        <a:buSzTx/>
        <a:buFont typeface="Wingdings" panose="05000000000000000000" pitchFamily="2" charset="2"/>
        <a:buChar char="§"/>
        <a:defRPr sz="27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2pPr>
      <a:lvl3pPr marL="1143000" marR="0" indent="-228600" algn="l" defTabSz="914400" rtl="0" eaLnBrk="1" fontAlgn="auto" latinLnBrk="0" hangingPunct="1">
        <a:lnSpc>
          <a:spcPct val="105000"/>
        </a:lnSpc>
        <a:spcBef>
          <a:spcPts val="300"/>
        </a:spcBef>
        <a:spcAft>
          <a:spcPts val="0"/>
        </a:spcAft>
        <a:buClr>
          <a:srgbClr val="B3A2C7"/>
        </a:buClr>
        <a:buSzTx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3pPr>
      <a:lvl4pPr marL="1600200" marR="0" indent="-228600" algn="l" defTabSz="914400" rtl="0" eaLnBrk="1" fontAlgn="auto" latinLnBrk="0" hangingPunct="1">
        <a:lnSpc>
          <a:spcPct val="105000"/>
        </a:lnSpc>
        <a:spcBef>
          <a:spcPts val="300"/>
        </a:spcBef>
        <a:spcAft>
          <a:spcPts val="0"/>
        </a:spcAft>
        <a:buClrTx/>
        <a:buSzTx/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4pPr>
      <a:lvl5pPr marL="2057400" marR="0" indent="-228600" algn="l" defTabSz="914400" rtl="0" eaLnBrk="1" fontAlgn="auto" latinLnBrk="0" hangingPunct="1">
        <a:lnSpc>
          <a:spcPct val="105000"/>
        </a:lnSpc>
        <a:spcBef>
          <a:spcPts val="300"/>
        </a:spcBef>
        <a:spcAft>
          <a:spcPts val="0"/>
        </a:spcAft>
        <a:buClrTx/>
        <a:buSzTx/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38145"/>
            <a:ext cx="8229600" cy="884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47424"/>
            <a:ext cx="8229600" cy="4878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7543800" y="6324600"/>
            <a:ext cx="11430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756EF793-6576-47D7-8D74-034072F16359}" type="slidenum">
              <a:rPr lang="en-US" sz="1700" i="0" smtClean="0">
                <a:solidFill>
                  <a:srgbClr val="B2B2B2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‹#›</a:t>
            </a:fld>
            <a:endParaRPr lang="en-US" sz="1700" i="0" dirty="0">
              <a:solidFill>
                <a:srgbClr val="B2B2B2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-10633" y="6500422"/>
            <a:ext cx="5649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0" i="1" dirty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2015 </a:t>
            </a:r>
            <a:r>
              <a:rPr lang="en-US" sz="800" b="0" i="1" dirty="0" err="1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Cengage</a:t>
            </a:r>
            <a:r>
              <a:rPr lang="en-US" sz="800" b="0" i="1" dirty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sz="800" b="0" i="1" dirty="0">
              <a:solidFill>
                <a:srgbClr val="777777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006699"/>
          </a:solidFill>
          <a:latin typeface="Arial" panose="020B0604020202020204"/>
          <a:ea typeface="+mj-ea"/>
          <a:cs typeface="Arial" panose="020B0604020202020204"/>
        </a:defRPr>
      </a:lvl1pPr>
    </p:titleStyle>
    <p:bodyStyle>
      <a:lvl1pPr marL="342900" marR="0" indent="-342900" algn="l" defTabSz="914400" rtl="0" eaLnBrk="1" fontAlgn="auto" latinLnBrk="0" hangingPunct="1">
        <a:lnSpc>
          <a:spcPct val="105000"/>
        </a:lnSpc>
        <a:spcBef>
          <a:spcPts val="1200"/>
        </a:spcBef>
        <a:spcAft>
          <a:spcPts val="0"/>
        </a:spcAft>
        <a:buClr>
          <a:srgbClr val="A3C167"/>
        </a:buClr>
        <a:buSzTx/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1pPr>
      <a:lvl2pPr marL="742950" marR="0" indent="-285750" algn="l" defTabSz="914400" rtl="0" eaLnBrk="1" fontAlgn="auto" latinLnBrk="0" hangingPunct="1">
        <a:lnSpc>
          <a:spcPct val="105000"/>
        </a:lnSpc>
        <a:spcBef>
          <a:spcPts val="300"/>
        </a:spcBef>
        <a:spcAft>
          <a:spcPts val="0"/>
        </a:spcAft>
        <a:buClr>
          <a:srgbClr val="CC9900"/>
        </a:buClr>
        <a:buSzTx/>
        <a:buFont typeface="Wingdings" panose="05000000000000000000" pitchFamily="2" charset="2"/>
        <a:buChar char="§"/>
        <a:defRPr sz="27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2pPr>
      <a:lvl3pPr marL="1143000" marR="0" indent="-228600" algn="l" defTabSz="914400" rtl="0" eaLnBrk="1" fontAlgn="auto" latinLnBrk="0" hangingPunct="1">
        <a:lnSpc>
          <a:spcPct val="105000"/>
        </a:lnSpc>
        <a:spcBef>
          <a:spcPts val="300"/>
        </a:spcBef>
        <a:spcAft>
          <a:spcPts val="0"/>
        </a:spcAft>
        <a:buClr>
          <a:srgbClr val="B3A2C7"/>
        </a:buClr>
        <a:buSzTx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3pPr>
      <a:lvl4pPr marL="1600200" marR="0" indent="-228600" algn="l" defTabSz="914400" rtl="0" eaLnBrk="1" fontAlgn="auto" latinLnBrk="0" hangingPunct="1">
        <a:lnSpc>
          <a:spcPct val="105000"/>
        </a:lnSpc>
        <a:spcBef>
          <a:spcPts val="300"/>
        </a:spcBef>
        <a:spcAft>
          <a:spcPts val="0"/>
        </a:spcAft>
        <a:buClrTx/>
        <a:buSzTx/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4pPr>
      <a:lvl5pPr marL="2057400" marR="0" indent="-228600" algn="l" defTabSz="914400" rtl="0" eaLnBrk="1" fontAlgn="auto" latinLnBrk="0" hangingPunct="1">
        <a:lnSpc>
          <a:spcPct val="105000"/>
        </a:lnSpc>
        <a:spcBef>
          <a:spcPts val="300"/>
        </a:spcBef>
        <a:spcAft>
          <a:spcPts val="0"/>
        </a:spcAft>
        <a:buClrTx/>
        <a:buSzTx/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38145"/>
            <a:ext cx="8229600" cy="884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47424"/>
            <a:ext cx="8229600" cy="4878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7543800" y="6324600"/>
            <a:ext cx="11430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756EF793-6576-47D7-8D74-034072F16359}" type="slidenum">
              <a:rPr lang="en-US" sz="1700" i="0" smtClean="0">
                <a:solidFill>
                  <a:srgbClr val="B2B2B2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‹#›</a:t>
            </a:fld>
            <a:endParaRPr lang="en-US" sz="1700" i="0" dirty="0">
              <a:solidFill>
                <a:srgbClr val="B2B2B2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-10633" y="6500422"/>
            <a:ext cx="5649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0" i="1" dirty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2015 </a:t>
            </a:r>
            <a:r>
              <a:rPr lang="en-US" sz="800" b="0" i="1" dirty="0" err="1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Cengage</a:t>
            </a:r>
            <a:r>
              <a:rPr lang="en-US" sz="800" b="0" i="1" dirty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sz="800" b="0" i="1" dirty="0">
              <a:solidFill>
                <a:srgbClr val="777777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006699"/>
          </a:solidFill>
          <a:latin typeface="Arial" panose="020B0604020202020204"/>
          <a:ea typeface="+mj-ea"/>
          <a:cs typeface="Arial" panose="020B0604020202020204"/>
        </a:defRPr>
      </a:lvl1pPr>
    </p:titleStyle>
    <p:bodyStyle>
      <a:lvl1pPr marL="342900" marR="0" indent="-342900" algn="l" defTabSz="914400" rtl="0" eaLnBrk="1" fontAlgn="auto" latinLnBrk="0" hangingPunct="1">
        <a:lnSpc>
          <a:spcPct val="105000"/>
        </a:lnSpc>
        <a:spcBef>
          <a:spcPts val="1200"/>
        </a:spcBef>
        <a:spcAft>
          <a:spcPts val="0"/>
        </a:spcAft>
        <a:buClr>
          <a:srgbClr val="A3C167"/>
        </a:buClr>
        <a:buSzTx/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1pPr>
      <a:lvl2pPr marL="742950" marR="0" indent="-285750" algn="l" defTabSz="914400" rtl="0" eaLnBrk="1" fontAlgn="auto" latinLnBrk="0" hangingPunct="1">
        <a:lnSpc>
          <a:spcPct val="105000"/>
        </a:lnSpc>
        <a:spcBef>
          <a:spcPts val="300"/>
        </a:spcBef>
        <a:spcAft>
          <a:spcPts val="0"/>
        </a:spcAft>
        <a:buClr>
          <a:srgbClr val="CC9900"/>
        </a:buClr>
        <a:buSzTx/>
        <a:buFont typeface="Wingdings" panose="05000000000000000000" pitchFamily="2" charset="2"/>
        <a:buChar char="§"/>
        <a:defRPr sz="27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2pPr>
      <a:lvl3pPr marL="1143000" marR="0" indent="-228600" algn="l" defTabSz="914400" rtl="0" eaLnBrk="1" fontAlgn="auto" latinLnBrk="0" hangingPunct="1">
        <a:lnSpc>
          <a:spcPct val="105000"/>
        </a:lnSpc>
        <a:spcBef>
          <a:spcPts val="300"/>
        </a:spcBef>
        <a:spcAft>
          <a:spcPts val="0"/>
        </a:spcAft>
        <a:buClr>
          <a:srgbClr val="B3A2C7"/>
        </a:buClr>
        <a:buSzTx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3pPr>
      <a:lvl4pPr marL="1600200" marR="0" indent="-228600" algn="l" defTabSz="914400" rtl="0" eaLnBrk="1" fontAlgn="auto" latinLnBrk="0" hangingPunct="1">
        <a:lnSpc>
          <a:spcPct val="105000"/>
        </a:lnSpc>
        <a:spcBef>
          <a:spcPts val="300"/>
        </a:spcBef>
        <a:spcAft>
          <a:spcPts val="0"/>
        </a:spcAft>
        <a:buClrTx/>
        <a:buSzTx/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4pPr>
      <a:lvl5pPr marL="2057400" marR="0" indent="-228600" algn="l" defTabSz="914400" rtl="0" eaLnBrk="1" fontAlgn="auto" latinLnBrk="0" hangingPunct="1">
        <a:lnSpc>
          <a:spcPct val="105000"/>
        </a:lnSpc>
        <a:spcBef>
          <a:spcPts val="300"/>
        </a:spcBef>
        <a:spcAft>
          <a:spcPts val="0"/>
        </a:spcAft>
        <a:buClrTx/>
        <a:buSzTx/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38145"/>
            <a:ext cx="8229600" cy="884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47424"/>
            <a:ext cx="8229600" cy="4878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7543800" y="6324600"/>
            <a:ext cx="11430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756EF793-6576-47D7-8D74-034072F16359}" type="slidenum">
              <a:rPr lang="en-US" sz="1700" i="0" smtClean="0">
                <a:solidFill>
                  <a:srgbClr val="B2B2B2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‹#›</a:t>
            </a:fld>
            <a:endParaRPr lang="en-US" sz="1700" i="0" dirty="0">
              <a:solidFill>
                <a:srgbClr val="B2B2B2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-10633" y="6500422"/>
            <a:ext cx="5649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0" i="1" dirty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2015 </a:t>
            </a:r>
            <a:r>
              <a:rPr lang="en-US" sz="800" b="0" i="1" dirty="0" err="1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Cengage</a:t>
            </a:r>
            <a:r>
              <a:rPr lang="en-US" sz="800" b="0" i="1" dirty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sz="800" b="0" i="1" dirty="0">
              <a:solidFill>
                <a:srgbClr val="777777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006699"/>
          </a:solidFill>
          <a:latin typeface="Arial" panose="020B0604020202020204"/>
          <a:ea typeface="+mj-ea"/>
          <a:cs typeface="Arial" panose="020B0604020202020204"/>
        </a:defRPr>
      </a:lvl1pPr>
    </p:titleStyle>
    <p:bodyStyle>
      <a:lvl1pPr marL="342900" marR="0" indent="-342900" algn="l" defTabSz="914400" rtl="0" eaLnBrk="1" fontAlgn="auto" latinLnBrk="0" hangingPunct="1">
        <a:lnSpc>
          <a:spcPct val="105000"/>
        </a:lnSpc>
        <a:spcBef>
          <a:spcPts val="1200"/>
        </a:spcBef>
        <a:spcAft>
          <a:spcPts val="0"/>
        </a:spcAft>
        <a:buClr>
          <a:srgbClr val="A3C167"/>
        </a:buClr>
        <a:buSzTx/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1pPr>
      <a:lvl2pPr marL="742950" marR="0" indent="-285750" algn="l" defTabSz="914400" rtl="0" eaLnBrk="1" fontAlgn="auto" latinLnBrk="0" hangingPunct="1">
        <a:lnSpc>
          <a:spcPct val="105000"/>
        </a:lnSpc>
        <a:spcBef>
          <a:spcPts val="300"/>
        </a:spcBef>
        <a:spcAft>
          <a:spcPts val="0"/>
        </a:spcAft>
        <a:buClr>
          <a:srgbClr val="CC9900"/>
        </a:buClr>
        <a:buSzTx/>
        <a:buFont typeface="Wingdings" panose="05000000000000000000" pitchFamily="2" charset="2"/>
        <a:buChar char="§"/>
        <a:defRPr sz="27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2pPr>
      <a:lvl3pPr marL="1143000" marR="0" indent="-228600" algn="l" defTabSz="914400" rtl="0" eaLnBrk="1" fontAlgn="auto" latinLnBrk="0" hangingPunct="1">
        <a:lnSpc>
          <a:spcPct val="105000"/>
        </a:lnSpc>
        <a:spcBef>
          <a:spcPts val="300"/>
        </a:spcBef>
        <a:spcAft>
          <a:spcPts val="0"/>
        </a:spcAft>
        <a:buClr>
          <a:srgbClr val="B3A2C7"/>
        </a:buClr>
        <a:buSzTx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3pPr>
      <a:lvl4pPr marL="1600200" marR="0" indent="-228600" algn="l" defTabSz="914400" rtl="0" eaLnBrk="1" fontAlgn="auto" latinLnBrk="0" hangingPunct="1">
        <a:lnSpc>
          <a:spcPct val="105000"/>
        </a:lnSpc>
        <a:spcBef>
          <a:spcPts val="300"/>
        </a:spcBef>
        <a:spcAft>
          <a:spcPts val="0"/>
        </a:spcAft>
        <a:buClrTx/>
        <a:buSzTx/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4pPr>
      <a:lvl5pPr marL="2057400" marR="0" indent="-228600" algn="l" defTabSz="914400" rtl="0" eaLnBrk="1" fontAlgn="auto" latinLnBrk="0" hangingPunct="1">
        <a:lnSpc>
          <a:spcPct val="105000"/>
        </a:lnSpc>
        <a:spcBef>
          <a:spcPts val="300"/>
        </a:spcBef>
        <a:spcAft>
          <a:spcPts val="0"/>
        </a:spcAft>
        <a:buClrTx/>
        <a:buSzTx/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0521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z="1400">
                <a:sym typeface="+mn-ea"/>
              </a:rPr>
              <a:t>单击此处编辑母版文本样式</a:t>
            </a:r>
            <a:endParaRPr lang="zh-CN" altLang="en-US" sz="1400"/>
          </a:p>
          <a:p>
            <a:pPr lvl="1"/>
            <a:r>
              <a:rPr lang="zh-CN" altLang="en-US" sz="1400">
                <a:sym typeface="+mn-ea"/>
              </a:rPr>
              <a:t>第二级</a:t>
            </a:r>
            <a:endParaRPr lang="zh-CN" altLang="en-US" sz="1400"/>
          </a:p>
          <a:p>
            <a:pPr lvl="2"/>
            <a:r>
              <a:rPr lang="zh-CN" altLang="en-US" sz="1400">
                <a:sym typeface="+mn-ea"/>
              </a:rPr>
              <a:t>第三级</a:t>
            </a:r>
            <a:endParaRPr lang="zh-CN" altLang="en-US"/>
          </a:p>
        </p:txBody>
      </p:sp>
      <p:pic>
        <p:nvPicPr>
          <p:cNvPr id="7" name="图片 6" descr="logo-VI系统0630-PPT-12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428836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 userDrawn="1"/>
        </p:nvPicPr>
        <p:blipFill>
          <a:blip r:embed="rId15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000" kern="1200">
          <a:solidFill>
            <a:srgbClr val="002060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rgbClr val="9D7B55"/>
          </a:solidFill>
          <a:latin typeface="思源黑体 CN Light" panose="020B0300000000000000" pitchFamily="34" charset="-122"/>
          <a:ea typeface="思源黑体 CN Light" panose="020B0300000000000000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../../../../../../Program%20Files/TurningPoint/2003/Questions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../../../../../../Program%20Files/TurningPoint/2003/Questions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../../../../../../Program%20Files/TurningPoint/2003/Questions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../../../../../../Program%20Files/TurningPoint/2003/Questions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../../../../../../Program%20Files/TurningPoint/2003/Questions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../../../../../../Program%20Files/TurningPoint/2003/Questions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3.jpeg"/><Relationship Id="rId4" Type="http://schemas.openxmlformats.org/officeDocument/2006/relationships/hyperlink" Target="../../../../../../Program%20Files/TurningPoint/2003/Questions.html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../../../../../../Program%20Files/TurningPoint/2003/Questions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2.xml"/><Relationship Id="rId5" Type="http://schemas.openxmlformats.org/officeDocument/2006/relationships/chart" Target="../charts/chart2.xml"/><Relationship Id="rId4" Type="http://schemas.openxmlformats.org/officeDocument/2006/relationships/image" Target="../media/image3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6.png"/><Relationship Id="rId4" Type="http://schemas.openxmlformats.org/officeDocument/2006/relationships/image" Target="../media/image3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3.jpeg"/><Relationship Id="rId4" Type="http://schemas.openxmlformats.org/officeDocument/2006/relationships/hyperlink" Target="../../../../../../Program%20Files/TurningPoint/2003/Questions.html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../../../../../../Program%20Files/TurningPoint/2003/Questions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5.xml"/><Relationship Id="rId5" Type="http://schemas.openxmlformats.org/officeDocument/2006/relationships/chart" Target="../charts/chart4.xml"/><Relationship Id="rId4" Type="http://schemas.openxmlformats.org/officeDocument/2006/relationships/image" Target="../media/image3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hyperlink" Target="../../../../../../Program%20Files/TurningPoint/2003/Questions.html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../../../../../../Program%20Files/TurningPoint/2003/Questions.ht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6.xml"/><Relationship Id="rId4" Type="http://schemas.openxmlformats.org/officeDocument/2006/relationships/image" Target="../media/image3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VI系统0709-PPT-2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71" y="-31802"/>
            <a:ext cx="9143129" cy="6858000"/>
          </a:xfrm>
          <a:prstGeom prst="rect">
            <a:avLst/>
          </a:prstGeom>
        </p:spPr>
      </p:pic>
      <p:pic>
        <p:nvPicPr>
          <p:cNvPr id="5" name="图片 4" descr="logo-VI系统0630-PPT-09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2910" y="571480"/>
            <a:ext cx="2714644" cy="523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544" y="5092729"/>
            <a:ext cx="3957391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哈尔滨工业大学（</a:t>
            </a:r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深圳）</a:t>
            </a:r>
            <a:endParaRPr lang="en-US" altLang="zh-CN" sz="24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经济管理</a:t>
            </a:r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学院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544" y="6055687"/>
            <a:ext cx="2736304" cy="4616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altLang="zh-CN" sz="1200" dirty="0">
                <a:solidFill>
                  <a:srgbClr val="9D7B55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THE HITSZ SCHOOL OF ECONOMICS AND MANAGEMENT</a:t>
            </a:r>
            <a:endParaRPr lang="zh-CN" altLang="en-US" sz="1200" dirty="0">
              <a:solidFill>
                <a:srgbClr val="9D7B55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25666" y="2226922"/>
            <a:ext cx="44935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《</a:t>
            </a:r>
            <a:r>
              <a:rPr lang="zh-CN" altLang="en-US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经济学原理</a:t>
            </a:r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》</a:t>
            </a:r>
            <a:endParaRPr lang="zh-CN" altLang="en-US" sz="48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6926" y="3264142"/>
            <a:ext cx="71102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第</a:t>
            </a:r>
            <a:r>
              <a:rPr lang="en-US" altLang="zh-CN" sz="40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8</a:t>
            </a:r>
            <a:r>
              <a:rPr lang="zh-CN" altLang="en-US" sz="40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章</a:t>
            </a:r>
            <a:r>
              <a:rPr lang="zh-CN" altLang="en-US" sz="4000" b="1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：货币增长与通货膨胀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71500" y="630555"/>
            <a:ext cx="626173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本章回答如下问题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3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433070" y="1633855"/>
            <a:ext cx="7667322" cy="2456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60000"/>
              </a:lnSpc>
              <a:buFont typeface="+mj-lt"/>
              <a:buAutoNum type="arabicPeriod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数量论”的基本主张是什么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60000"/>
              </a:lnSpc>
              <a:buFont typeface="+mj-lt"/>
              <a:buAutoNum type="arabicPeriod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如何用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货币供需图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货币数量方程式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来演示货币数量论？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60000"/>
              </a:lnSpc>
              <a:buFont typeface="+mj-lt"/>
              <a:buAutoNum type="arabicPeriod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通货膨胀的成本是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71789" y="630534"/>
            <a:ext cx="4572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货币数量论</a:t>
            </a:r>
          </a:p>
        </p:txBody>
      </p:sp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3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527549" y="1340768"/>
            <a:ext cx="8603937" cy="4653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ts val="4000"/>
              </a:lnSpc>
              <a:buFont typeface="Wingdings" panose="05000000000000000000" pitchFamily="2" charset="2"/>
              <a:buChar char="Ø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世纪哲学家大卫·休谟（David Hume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）和古典经济学家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们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提出的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ts val="4000"/>
              </a:lnSpc>
              <a:buFont typeface="Wingdings" panose="05000000000000000000" pitchFamily="2" charset="2"/>
              <a:buChar char="Ø"/>
            </a:pP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近代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由诺贝尔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经济学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奖获得者米尔顿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·弗里德曼（Milton Friedman，1976）倡导。</a:t>
            </a:r>
          </a:p>
          <a:p>
            <a:pPr marL="342900" indent="-342900">
              <a:lnSpc>
                <a:spcPts val="4000"/>
              </a:lnSpc>
              <a:buFont typeface="Wingdings" panose="05000000000000000000" pitchFamily="2" charset="2"/>
              <a:buChar char="Ø"/>
            </a:pP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主张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货币的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数量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决定货币的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价值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</a:t>
            </a:r>
            <a:r>
              <a:rPr lang="zh-CN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货币的数量越多，单位货币的价值就越低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ts val="4000"/>
              </a:lnSpc>
              <a:buFont typeface="Wingdings" panose="05000000000000000000" pitchFamily="2" charset="2"/>
              <a:buChar char="Ø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我们使用两种方法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这个理论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marL="800100" lvl="1" indent="-342900">
              <a:lnSpc>
                <a:spcPts val="40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供需图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40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货币数量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方程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式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3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539552" y="1412776"/>
            <a:ext cx="8280920" cy="4228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货币的价值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：假如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一篮子商品的价格水平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货币的数量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来衡量，</a:t>
            </a:r>
            <a:r>
              <a:rPr lang="zh-CN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比如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元，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元等等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1/P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就是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货币或单位货币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的价值，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货币的价值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的数量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衡量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 algn="l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华文琥珀" pitchFamily="2" charset="-122"/>
                <a:ea typeface="华文琥珀" pitchFamily="2" charset="-122"/>
              </a:rPr>
              <a:t>举例</a:t>
            </a:r>
            <a:r>
              <a:rPr lang="en-US" altLang="zh-CN" sz="2400">
                <a:solidFill>
                  <a:srgbClr val="002060"/>
                </a:solidFill>
                <a:latin typeface="华文琥珀" pitchFamily="2" charset="-122"/>
                <a:ea typeface="华文琥珀" pitchFamily="2" charset="-122"/>
              </a:rPr>
              <a:t>1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假如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篮子包含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苹果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 P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2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货币的价值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 1/2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苹果。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 P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3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货币的价值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 1/3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苹果。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通货膨胀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推高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商品的价格水平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就会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压低货币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价值</a:t>
            </a:r>
            <a:r>
              <a:rPr sz="2400" dirty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。</a:t>
            </a:r>
          </a:p>
        </p:txBody>
      </p:sp>
      <p:sp>
        <p:nvSpPr>
          <p:cNvPr id="7" name="矩形 6"/>
          <p:cNvSpPr/>
          <p:nvPr/>
        </p:nvSpPr>
        <p:spPr>
          <a:xfrm>
            <a:off x="571789" y="630534"/>
            <a:ext cx="4572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货币数量论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7"/>
          <p:cNvGrpSpPr/>
          <p:nvPr/>
        </p:nvGrpSpPr>
        <p:grpSpPr bwMode="auto">
          <a:xfrm>
            <a:off x="369888" y="998538"/>
            <a:ext cx="8459788" cy="4543426"/>
            <a:chOff x="233" y="629"/>
            <a:chExt cx="5329" cy="2862"/>
          </a:xfrm>
        </p:grpSpPr>
        <p:sp>
          <p:nvSpPr>
            <p:cNvPr id="13326" name="Line 53"/>
            <p:cNvSpPr>
              <a:spLocks noChangeShapeType="1"/>
            </p:cNvSpPr>
            <p:nvPr/>
          </p:nvSpPr>
          <p:spPr bwMode="auto">
            <a:xfrm>
              <a:off x="1380" y="3023"/>
              <a:ext cx="3024" cy="0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7" name="Line 56"/>
            <p:cNvSpPr>
              <a:spLocks noChangeShapeType="1"/>
            </p:cNvSpPr>
            <p:nvPr/>
          </p:nvSpPr>
          <p:spPr bwMode="auto">
            <a:xfrm>
              <a:off x="1379" y="1568"/>
              <a:ext cx="3024" cy="0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8" name="Line 55"/>
            <p:cNvSpPr>
              <a:spLocks noChangeShapeType="1"/>
            </p:cNvSpPr>
            <p:nvPr/>
          </p:nvSpPr>
          <p:spPr bwMode="auto">
            <a:xfrm>
              <a:off x="1380" y="2057"/>
              <a:ext cx="3024" cy="0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9" name="Line 54"/>
            <p:cNvSpPr>
              <a:spLocks noChangeShapeType="1"/>
            </p:cNvSpPr>
            <p:nvPr/>
          </p:nvSpPr>
          <p:spPr bwMode="auto">
            <a:xfrm>
              <a:off x="1379" y="2538"/>
              <a:ext cx="3024" cy="0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330" name="Group 96"/>
            <p:cNvGrpSpPr/>
            <p:nvPr/>
          </p:nvGrpSpPr>
          <p:grpSpPr bwMode="auto">
            <a:xfrm>
              <a:off x="233" y="629"/>
              <a:ext cx="5329" cy="2862"/>
              <a:chOff x="233" y="629"/>
              <a:chExt cx="5329" cy="2862"/>
            </a:xfrm>
          </p:grpSpPr>
          <p:sp>
            <p:nvSpPr>
              <p:cNvPr id="13331" name="Line 5"/>
              <p:cNvSpPr>
                <a:spLocks noChangeShapeType="1"/>
              </p:cNvSpPr>
              <p:nvPr/>
            </p:nvSpPr>
            <p:spPr bwMode="auto">
              <a:xfrm>
                <a:off x="1382" y="3491"/>
                <a:ext cx="301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32" name="Line 6"/>
              <p:cNvSpPr>
                <a:spLocks noChangeShapeType="1"/>
              </p:cNvSpPr>
              <p:nvPr/>
            </p:nvSpPr>
            <p:spPr bwMode="auto">
              <a:xfrm flipV="1">
                <a:off x="1374" y="884"/>
                <a:ext cx="0" cy="26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3333" name="Group 95"/>
              <p:cNvGrpSpPr/>
              <p:nvPr/>
            </p:nvGrpSpPr>
            <p:grpSpPr bwMode="auto">
              <a:xfrm>
                <a:off x="233" y="629"/>
                <a:ext cx="5329" cy="2859"/>
                <a:chOff x="233" y="629"/>
                <a:chExt cx="5329" cy="2859"/>
              </a:xfrm>
            </p:grpSpPr>
            <p:sp>
              <p:nvSpPr>
                <p:cNvPr id="13334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233" y="629"/>
                  <a:ext cx="1140" cy="7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r" eaLnBrk="1" hangingPunct="1">
                    <a:lnSpc>
                      <a:spcPct val="150000"/>
                    </a:lnSpc>
                    <a:spcBef>
                      <a:spcPct val="50000"/>
                    </a:spcBef>
                  </a:pPr>
                  <a:r>
                    <a:rPr lang="zh-CN" altLang="en-US" sz="2400"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货币价值</a:t>
                  </a:r>
                  <a:r>
                    <a:rPr lang="en-US" sz="2400"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 1/P</a:t>
                  </a:r>
                </a:p>
              </p:txBody>
            </p:sp>
            <p:sp>
              <p:nvSpPr>
                <p:cNvPr id="13335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4422" y="754"/>
                  <a:ext cx="1140" cy="61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5000"/>
                    </a:lnSpc>
                    <a:spcBef>
                      <a:spcPct val="50000"/>
                    </a:spcBef>
                  </a:pPr>
                  <a:r>
                    <a:rPr lang="zh-CN" altLang="en-US" sz="2400"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价格水平</a:t>
                  </a:r>
                  <a:r>
                    <a:rPr lang="en-US" sz="2400"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 </a:t>
                  </a:r>
                </a:p>
                <a:p>
                  <a:pPr eaLnBrk="1" hangingPunct="1">
                    <a:lnSpc>
                      <a:spcPct val="95000"/>
                    </a:lnSpc>
                    <a:spcBef>
                      <a:spcPct val="50000"/>
                    </a:spcBef>
                  </a:pPr>
                  <a:r>
                    <a:rPr lang="en-US" sz="2400"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P</a:t>
                  </a:r>
                </a:p>
              </p:txBody>
            </p:sp>
            <p:grpSp>
              <p:nvGrpSpPr>
                <p:cNvPr id="13337" name="Group 94"/>
                <p:cNvGrpSpPr/>
                <p:nvPr/>
              </p:nvGrpSpPr>
              <p:grpSpPr bwMode="auto">
                <a:xfrm>
                  <a:off x="1038" y="881"/>
                  <a:ext cx="3929" cy="2607"/>
                  <a:chOff x="1038" y="881"/>
                  <a:chExt cx="3929" cy="2607"/>
                </a:xfrm>
              </p:grpSpPr>
              <p:sp>
                <p:nvSpPr>
                  <p:cNvPr id="13338" name="Text Box 3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38" y="1422"/>
                    <a:ext cx="294" cy="36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r" eaLnBrk="1" hangingPunct="1">
                      <a:lnSpc>
                        <a:spcPct val="150000"/>
                      </a:lnSpc>
                      <a:spcBef>
                        <a:spcPct val="50000"/>
                      </a:spcBef>
                    </a:pPr>
                    <a:r>
                      <a:rPr 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a:t>1</a:t>
                    </a:r>
                  </a:p>
                </p:txBody>
              </p:sp>
              <p:sp>
                <p:nvSpPr>
                  <p:cNvPr id="13339" name="Text Box 4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428" y="1422"/>
                    <a:ext cx="294" cy="36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r" eaLnBrk="1" hangingPunct="1">
                      <a:lnSpc>
                        <a:spcPct val="150000"/>
                      </a:lnSpc>
                      <a:spcBef>
                        <a:spcPct val="50000"/>
                      </a:spcBef>
                    </a:pPr>
                    <a:r>
                      <a:rPr 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a:t>1</a:t>
                    </a:r>
                  </a:p>
                </p:txBody>
              </p:sp>
              <p:sp>
                <p:nvSpPr>
                  <p:cNvPr id="13340" name="Text Box 4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50" y="1914"/>
                    <a:ext cx="282" cy="36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r" eaLnBrk="1" hangingPunct="1">
                      <a:lnSpc>
                        <a:spcPct val="150000"/>
                      </a:lnSpc>
                      <a:spcBef>
                        <a:spcPct val="50000"/>
                      </a:spcBef>
                    </a:pPr>
                    <a:r>
                      <a:rPr 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a:t>¾</a:t>
                    </a:r>
                  </a:p>
                </p:txBody>
              </p:sp>
              <p:sp>
                <p:nvSpPr>
                  <p:cNvPr id="13341" name="Text Box 4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428" y="1908"/>
                    <a:ext cx="539" cy="40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r" eaLnBrk="1" hangingPunct="1">
                      <a:lnSpc>
                        <a:spcPct val="150000"/>
                      </a:lnSpc>
                      <a:spcBef>
                        <a:spcPct val="50000"/>
                      </a:spcBef>
                    </a:pPr>
                    <a:r>
                      <a:rPr 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a:t>1.33</a:t>
                    </a:r>
                  </a:p>
                </p:txBody>
              </p:sp>
              <p:sp>
                <p:nvSpPr>
                  <p:cNvPr id="13342" name="Text Box 4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50" y="2394"/>
                    <a:ext cx="282" cy="36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r" eaLnBrk="1" hangingPunct="1">
                      <a:lnSpc>
                        <a:spcPct val="150000"/>
                      </a:lnSpc>
                      <a:spcBef>
                        <a:spcPct val="50000"/>
                      </a:spcBef>
                    </a:pPr>
                    <a:r>
                      <a:rPr 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a:t>½</a:t>
                    </a:r>
                  </a:p>
                </p:txBody>
              </p:sp>
              <p:sp>
                <p:nvSpPr>
                  <p:cNvPr id="13343" name="Text Box 4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468" y="2387"/>
                    <a:ext cx="226" cy="40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r" eaLnBrk="1" hangingPunct="1">
                      <a:lnSpc>
                        <a:spcPct val="150000"/>
                      </a:lnSpc>
                      <a:spcBef>
                        <a:spcPct val="50000"/>
                      </a:spcBef>
                    </a:pPr>
                    <a:r>
                      <a:rPr 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a:t>2</a:t>
                    </a:r>
                  </a:p>
                </p:txBody>
              </p:sp>
              <p:sp>
                <p:nvSpPr>
                  <p:cNvPr id="13344" name="Line 18"/>
                  <p:cNvSpPr>
                    <a:spLocks noChangeShapeType="1"/>
                  </p:cNvSpPr>
                  <p:nvPr/>
                </p:nvSpPr>
                <p:spPr bwMode="auto">
                  <a:xfrm>
                    <a:off x="1374" y="2057"/>
                    <a:ext cx="8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3345" name="Line 19"/>
                  <p:cNvSpPr>
                    <a:spLocks noChangeShapeType="1"/>
                  </p:cNvSpPr>
                  <p:nvPr/>
                </p:nvSpPr>
                <p:spPr bwMode="auto">
                  <a:xfrm>
                    <a:off x="1374" y="2538"/>
                    <a:ext cx="8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3346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1374" y="1569"/>
                    <a:ext cx="8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3347" name="Line 17"/>
                  <p:cNvSpPr>
                    <a:spLocks noChangeShapeType="1"/>
                  </p:cNvSpPr>
                  <p:nvPr/>
                </p:nvSpPr>
                <p:spPr bwMode="auto">
                  <a:xfrm>
                    <a:off x="1374" y="3022"/>
                    <a:ext cx="8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13348" name="Group 87"/>
                  <p:cNvGrpSpPr/>
                  <p:nvPr/>
                </p:nvGrpSpPr>
                <p:grpSpPr bwMode="auto">
                  <a:xfrm>
                    <a:off x="4320" y="881"/>
                    <a:ext cx="86" cy="2607"/>
                    <a:chOff x="4320" y="881"/>
                    <a:chExt cx="86" cy="2607"/>
                  </a:xfrm>
                </p:grpSpPr>
                <p:sp>
                  <p:nvSpPr>
                    <p:cNvPr id="13351" name="Line 7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4405" y="881"/>
                      <a:ext cx="0" cy="2607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352" name="Line 3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320" y="2057"/>
                      <a:ext cx="86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353" name="Line 3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320" y="2538"/>
                      <a:ext cx="86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354" name="Line 3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320" y="1569"/>
                      <a:ext cx="86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355" name="Line 3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320" y="3022"/>
                      <a:ext cx="86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3349" name="Text Box 4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66" y="2840"/>
                    <a:ext cx="282" cy="36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r" eaLnBrk="1" hangingPunct="1">
                      <a:lnSpc>
                        <a:spcPct val="150000"/>
                      </a:lnSpc>
                      <a:spcBef>
                        <a:spcPct val="50000"/>
                      </a:spcBef>
                    </a:pPr>
                    <a:r>
                      <a:rPr 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a:t>¼</a:t>
                    </a:r>
                  </a:p>
                </p:txBody>
              </p:sp>
              <p:sp>
                <p:nvSpPr>
                  <p:cNvPr id="13350" name="Text Box 4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77" y="2795"/>
                    <a:ext cx="294" cy="36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r" eaLnBrk="1" hangingPunct="1">
                      <a:lnSpc>
                        <a:spcPct val="150000"/>
                      </a:lnSpc>
                      <a:spcBef>
                        <a:spcPct val="50000"/>
                      </a:spcBef>
                    </a:pPr>
                    <a:r>
                      <a:rPr 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a:t>4</a:t>
                    </a:r>
                  </a:p>
                </p:txBody>
              </p:sp>
            </p:grpSp>
          </p:grpSp>
        </p:grpSp>
      </p:grpSp>
      <p:sp>
        <p:nvSpPr>
          <p:cNvPr id="63557" name="Text Box 69"/>
          <p:cNvSpPr txBox="1">
            <a:spLocks noChangeArrowheads="1"/>
          </p:cNvSpPr>
          <p:nvPr/>
        </p:nvSpPr>
        <p:spPr bwMode="auto">
          <a:xfrm>
            <a:off x="2915817" y="1412776"/>
            <a:ext cx="3240360" cy="830997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货币价值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下降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是伴随着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物价水平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上升</a:t>
            </a:r>
            <a:r>
              <a:rPr 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63559" name="Line 71"/>
          <p:cNvSpPr>
            <a:spLocks noChangeShapeType="1"/>
          </p:cNvSpPr>
          <p:nvPr/>
        </p:nvSpPr>
        <p:spPr bwMode="auto">
          <a:xfrm flipV="1">
            <a:off x="2174558" y="3990658"/>
            <a:ext cx="0" cy="766762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60" name="Line 72"/>
          <p:cNvSpPr>
            <a:spLocks noChangeShapeType="1"/>
          </p:cNvSpPr>
          <p:nvPr/>
        </p:nvSpPr>
        <p:spPr bwMode="auto">
          <a:xfrm flipV="1">
            <a:off x="2179638" y="3265488"/>
            <a:ext cx="0" cy="766762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61" name="Line 73"/>
          <p:cNvSpPr>
            <a:spLocks noChangeShapeType="1"/>
          </p:cNvSpPr>
          <p:nvPr/>
        </p:nvSpPr>
        <p:spPr bwMode="auto">
          <a:xfrm flipV="1">
            <a:off x="2179638" y="2493963"/>
            <a:ext cx="0" cy="766762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63" name="Line 75"/>
          <p:cNvSpPr>
            <a:spLocks noChangeShapeType="1"/>
          </p:cNvSpPr>
          <p:nvPr/>
        </p:nvSpPr>
        <p:spPr bwMode="auto">
          <a:xfrm flipV="1">
            <a:off x="6984683" y="3981133"/>
            <a:ext cx="0" cy="766762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64" name="Line 76"/>
          <p:cNvSpPr>
            <a:spLocks noChangeShapeType="1"/>
          </p:cNvSpPr>
          <p:nvPr/>
        </p:nvSpPr>
        <p:spPr bwMode="auto">
          <a:xfrm flipV="1">
            <a:off x="6989763" y="3255963"/>
            <a:ext cx="0" cy="766762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65" name="Line 77"/>
          <p:cNvSpPr>
            <a:spLocks noChangeShapeType="1"/>
          </p:cNvSpPr>
          <p:nvPr/>
        </p:nvSpPr>
        <p:spPr bwMode="auto">
          <a:xfrm flipV="1">
            <a:off x="6989763" y="2484438"/>
            <a:ext cx="0" cy="766762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5" name="FlagCount" hidden="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</a:p>
        </p:txBody>
      </p:sp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4" cstate="print"/>
          <a:srcRect t="-37500" b="-37500"/>
          <a:stretch>
            <a:fillRect/>
          </a:stretch>
        </p:blipFill>
        <p:spPr bwMode="auto">
          <a:xfrm flipV="1">
            <a:off x="486381" y="962561"/>
            <a:ext cx="3960000" cy="36000"/>
          </a:xfrm>
          <a:prstGeom prst="rect">
            <a:avLst/>
          </a:prstGeom>
          <a:noFill/>
        </p:spPr>
      </p:pic>
      <p:pic>
        <p:nvPicPr>
          <p:cNvPr id="4" name="图片 3" descr="logo-VI系统0630-PPT-12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44" name="矩形 43"/>
          <p:cNvSpPr/>
          <p:nvPr/>
        </p:nvSpPr>
        <p:spPr>
          <a:xfrm>
            <a:off x="539552" y="332656"/>
            <a:ext cx="4572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货币数量论</a:t>
            </a:r>
          </a:p>
        </p:txBody>
      </p:sp>
      <p:sp>
        <p:nvSpPr>
          <p:cNvPr id="45" name="Text Box 69"/>
          <p:cNvSpPr txBox="1">
            <a:spLocks noChangeArrowheads="1"/>
          </p:cNvSpPr>
          <p:nvPr/>
        </p:nvSpPr>
        <p:spPr bwMode="auto">
          <a:xfrm>
            <a:off x="3923928" y="5733256"/>
            <a:ext cx="1728192" cy="461665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货币供需图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6" name="Text Box 26"/>
          <p:cNvSpPr txBox="1">
            <a:spLocks noChangeArrowheads="1"/>
          </p:cNvSpPr>
          <p:nvPr/>
        </p:nvSpPr>
        <p:spPr bwMode="auto">
          <a:xfrm>
            <a:off x="6156325" y="5589588"/>
            <a:ext cx="1590675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lnSpc>
                <a:spcPct val="95000"/>
              </a:lnSpc>
              <a:spcBef>
                <a:spcPct val="50000"/>
              </a:spcBef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货币数量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35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55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35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56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35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56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35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56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557" grpId="0" bldLvl="0" animBg="1"/>
      <p:bldP spid="63559" grpId="0" bldLvl="0" animBg="1"/>
      <p:bldP spid="63560" grpId="0" bldLvl="0" animBg="1"/>
      <p:bldP spid="63561" grpId="0" bldLvl="0" animBg="1"/>
      <p:bldP spid="63563" grpId="0" bldLvl="0" animBg="1"/>
      <p:bldP spid="63564" grpId="0" bldLvl="0" animBg="1"/>
      <p:bldP spid="63565" grpId="0" bldLvl="0" animBg="1"/>
      <p:bldP spid="45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3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467544" y="1412776"/>
            <a:ext cx="8459410" cy="1709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ts val="4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货币供给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：在货币的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供需图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中，我们假设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中央银行精准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货币供给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并将其设置为某个固定数量。</a:t>
            </a:r>
            <a:endParaRPr 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ct val="160000"/>
              </a:lnSpc>
              <a:buFont typeface="Wingdings" panose="05000000000000000000" pitchFamily="2" charset="2"/>
              <a:buChar char="Ø"/>
            </a:pP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71789" y="630534"/>
            <a:ext cx="4572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货币数量论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41" name="Group 8"/>
          <p:cNvGrpSpPr/>
          <p:nvPr/>
        </p:nvGrpSpPr>
        <p:grpSpPr bwMode="auto">
          <a:xfrm>
            <a:off x="312738" y="1035685"/>
            <a:ext cx="8526463" cy="4503738"/>
            <a:chOff x="197" y="654"/>
            <a:chExt cx="5371" cy="2837"/>
          </a:xfrm>
        </p:grpSpPr>
        <p:grpSp>
          <p:nvGrpSpPr>
            <p:cNvPr id="14351" name="Group 9"/>
            <p:cNvGrpSpPr/>
            <p:nvPr/>
          </p:nvGrpSpPr>
          <p:grpSpPr bwMode="auto">
            <a:xfrm>
              <a:off x="1374" y="1569"/>
              <a:ext cx="86" cy="1453"/>
              <a:chOff x="1374" y="1563"/>
              <a:chExt cx="128" cy="1453"/>
            </a:xfrm>
          </p:grpSpPr>
          <p:sp>
            <p:nvSpPr>
              <p:cNvPr id="14373" name="Line 10"/>
              <p:cNvSpPr>
                <a:spLocks noChangeShapeType="1"/>
              </p:cNvSpPr>
              <p:nvPr/>
            </p:nvSpPr>
            <p:spPr bwMode="auto">
              <a:xfrm>
                <a:off x="1374" y="3016"/>
                <a:ext cx="1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74" name="Line 11"/>
              <p:cNvSpPr>
                <a:spLocks noChangeShapeType="1"/>
              </p:cNvSpPr>
              <p:nvPr/>
            </p:nvSpPr>
            <p:spPr bwMode="auto">
              <a:xfrm>
                <a:off x="1374" y="2051"/>
                <a:ext cx="1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75" name="Line 12"/>
              <p:cNvSpPr>
                <a:spLocks noChangeShapeType="1"/>
              </p:cNvSpPr>
              <p:nvPr/>
            </p:nvSpPr>
            <p:spPr bwMode="auto">
              <a:xfrm>
                <a:off x="1374" y="2532"/>
                <a:ext cx="1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76" name="Line 13"/>
              <p:cNvSpPr>
                <a:spLocks noChangeShapeType="1"/>
              </p:cNvSpPr>
              <p:nvPr/>
            </p:nvSpPr>
            <p:spPr bwMode="auto">
              <a:xfrm>
                <a:off x="1374" y="1563"/>
                <a:ext cx="1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352" name="Group 14"/>
            <p:cNvGrpSpPr/>
            <p:nvPr/>
          </p:nvGrpSpPr>
          <p:grpSpPr bwMode="auto">
            <a:xfrm>
              <a:off x="4320" y="1569"/>
              <a:ext cx="86" cy="1453"/>
              <a:chOff x="1374" y="1563"/>
              <a:chExt cx="128" cy="1453"/>
            </a:xfrm>
          </p:grpSpPr>
          <p:sp>
            <p:nvSpPr>
              <p:cNvPr id="14369" name="Line 15"/>
              <p:cNvSpPr>
                <a:spLocks noChangeShapeType="1"/>
              </p:cNvSpPr>
              <p:nvPr/>
            </p:nvSpPr>
            <p:spPr bwMode="auto">
              <a:xfrm>
                <a:off x="1374" y="3016"/>
                <a:ext cx="1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70" name="Line 16"/>
              <p:cNvSpPr>
                <a:spLocks noChangeShapeType="1"/>
              </p:cNvSpPr>
              <p:nvPr/>
            </p:nvSpPr>
            <p:spPr bwMode="auto">
              <a:xfrm>
                <a:off x="1374" y="2051"/>
                <a:ext cx="1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71" name="Line 17"/>
              <p:cNvSpPr>
                <a:spLocks noChangeShapeType="1"/>
              </p:cNvSpPr>
              <p:nvPr/>
            </p:nvSpPr>
            <p:spPr bwMode="auto">
              <a:xfrm>
                <a:off x="1374" y="2532"/>
                <a:ext cx="1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72" name="Line 18"/>
              <p:cNvSpPr>
                <a:spLocks noChangeShapeType="1"/>
              </p:cNvSpPr>
              <p:nvPr/>
            </p:nvSpPr>
            <p:spPr bwMode="auto">
              <a:xfrm>
                <a:off x="1374" y="1563"/>
                <a:ext cx="1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353" name="Group 19"/>
            <p:cNvGrpSpPr/>
            <p:nvPr/>
          </p:nvGrpSpPr>
          <p:grpSpPr bwMode="auto">
            <a:xfrm>
              <a:off x="197" y="654"/>
              <a:ext cx="5371" cy="2837"/>
              <a:chOff x="197" y="654"/>
              <a:chExt cx="5371" cy="2837"/>
            </a:xfrm>
          </p:grpSpPr>
          <p:grpSp>
            <p:nvGrpSpPr>
              <p:cNvPr id="14354" name="Group 20"/>
              <p:cNvGrpSpPr/>
              <p:nvPr/>
            </p:nvGrpSpPr>
            <p:grpSpPr bwMode="auto">
              <a:xfrm>
                <a:off x="1374" y="881"/>
                <a:ext cx="3031" cy="2610"/>
                <a:chOff x="1973" y="2495"/>
                <a:chExt cx="1151" cy="999"/>
              </a:xfrm>
            </p:grpSpPr>
            <p:sp>
              <p:nvSpPr>
                <p:cNvPr id="14366" name="Line 21"/>
                <p:cNvSpPr>
                  <a:spLocks noChangeShapeType="1"/>
                </p:cNvSpPr>
                <p:nvPr/>
              </p:nvSpPr>
              <p:spPr bwMode="auto">
                <a:xfrm>
                  <a:off x="1976" y="3494"/>
                  <a:ext cx="114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367" name="Line 22"/>
                <p:cNvSpPr>
                  <a:spLocks noChangeShapeType="1"/>
                </p:cNvSpPr>
                <p:nvPr/>
              </p:nvSpPr>
              <p:spPr bwMode="auto">
                <a:xfrm flipV="1">
                  <a:off x="1973" y="2496"/>
                  <a:ext cx="0" cy="99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368" name="Line 23"/>
                <p:cNvSpPr>
                  <a:spLocks noChangeShapeType="1"/>
                </p:cNvSpPr>
                <p:nvPr/>
              </p:nvSpPr>
              <p:spPr bwMode="auto">
                <a:xfrm flipV="1">
                  <a:off x="3124" y="2495"/>
                  <a:ext cx="0" cy="99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4355" name="Text Box 24"/>
              <p:cNvSpPr txBox="1">
                <a:spLocks noChangeArrowheads="1"/>
              </p:cNvSpPr>
              <p:nvPr/>
            </p:nvSpPr>
            <p:spPr bwMode="auto">
              <a:xfrm>
                <a:off x="197" y="654"/>
                <a:ext cx="1140" cy="7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r" eaLnBrk="1" hangingPunct="1">
                  <a:lnSpc>
                    <a:spcPct val="150000"/>
                  </a:lnSpc>
                  <a:spcBef>
                    <a:spcPct val="50000"/>
                  </a:spcBef>
                </a:pPr>
                <a:r>
                  <a:rPr lang="zh-CN" altLang="en-US" sz="24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货币价值</a:t>
                </a:r>
                <a:r>
                  <a:rPr lang="en-US" sz="24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 1/P</a:t>
                </a:r>
              </a:p>
            </p:txBody>
          </p:sp>
          <p:sp>
            <p:nvSpPr>
              <p:cNvPr id="14356" name="Text Box 25"/>
              <p:cNvSpPr txBox="1">
                <a:spLocks noChangeArrowheads="1"/>
              </p:cNvSpPr>
              <p:nvPr/>
            </p:nvSpPr>
            <p:spPr bwMode="auto">
              <a:xfrm>
                <a:off x="4428" y="714"/>
                <a:ext cx="1140" cy="6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95000"/>
                  </a:lnSpc>
                  <a:spcBef>
                    <a:spcPct val="50000"/>
                  </a:spcBef>
                </a:pPr>
                <a:r>
                  <a:rPr lang="zh-CN" altLang="en-US" sz="24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价格水平</a:t>
                </a:r>
                <a:r>
                  <a:rPr lang="en-US" sz="24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 </a:t>
                </a:r>
              </a:p>
              <a:p>
                <a:pPr eaLnBrk="1" hangingPunct="1">
                  <a:lnSpc>
                    <a:spcPct val="95000"/>
                  </a:lnSpc>
                  <a:spcBef>
                    <a:spcPct val="50000"/>
                  </a:spcBef>
                </a:pPr>
                <a:r>
                  <a:rPr lang="en-US" sz="24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P</a:t>
                </a:r>
              </a:p>
            </p:txBody>
          </p:sp>
          <p:sp>
            <p:nvSpPr>
              <p:cNvPr id="14358" name="Text Box 27"/>
              <p:cNvSpPr txBox="1">
                <a:spLocks noChangeArrowheads="1"/>
              </p:cNvSpPr>
              <p:nvPr/>
            </p:nvSpPr>
            <p:spPr bwMode="auto">
              <a:xfrm>
                <a:off x="1038" y="1422"/>
                <a:ext cx="294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r" eaLnBrk="1" hangingPunct="1">
                  <a:spcBef>
                    <a:spcPct val="50000"/>
                  </a:spcBef>
                </a:pPr>
                <a:r>
                  <a:rPr lang="en-US" sz="2300"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4359" name="Text Box 28"/>
              <p:cNvSpPr txBox="1">
                <a:spLocks noChangeArrowheads="1"/>
              </p:cNvSpPr>
              <p:nvPr/>
            </p:nvSpPr>
            <p:spPr bwMode="auto">
              <a:xfrm>
                <a:off x="1050" y="1914"/>
                <a:ext cx="282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r" eaLnBrk="1" hangingPunct="1">
                  <a:spcBef>
                    <a:spcPct val="50000"/>
                  </a:spcBef>
                </a:pPr>
                <a:r>
                  <a:rPr lang="en-US" sz="2300">
                    <a:cs typeface="Arial" panose="020B0604020202020204" pitchFamily="34" charset="0"/>
                  </a:rPr>
                  <a:t>¾</a:t>
                </a:r>
              </a:p>
            </p:txBody>
          </p:sp>
          <p:sp>
            <p:nvSpPr>
              <p:cNvPr id="14360" name="Text Box 29"/>
              <p:cNvSpPr txBox="1">
                <a:spLocks noChangeArrowheads="1"/>
              </p:cNvSpPr>
              <p:nvPr/>
            </p:nvSpPr>
            <p:spPr bwMode="auto">
              <a:xfrm>
                <a:off x="1050" y="2394"/>
                <a:ext cx="282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r" eaLnBrk="1" hangingPunct="1">
                  <a:spcBef>
                    <a:spcPct val="50000"/>
                  </a:spcBef>
                </a:pPr>
                <a:r>
                  <a:rPr lang="en-US" sz="2300">
                    <a:cs typeface="Arial" panose="020B0604020202020204" pitchFamily="34" charset="0"/>
                  </a:rPr>
                  <a:t>½</a:t>
                </a:r>
              </a:p>
            </p:txBody>
          </p:sp>
          <p:sp>
            <p:nvSpPr>
              <p:cNvPr id="14361" name="Text Box 30"/>
              <p:cNvSpPr txBox="1">
                <a:spLocks noChangeArrowheads="1"/>
              </p:cNvSpPr>
              <p:nvPr/>
            </p:nvSpPr>
            <p:spPr bwMode="auto">
              <a:xfrm>
                <a:off x="1044" y="2874"/>
                <a:ext cx="282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r" eaLnBrk="1" hangingPunct="1">
                  <a:spcBef>
                    <a:spcPct val="50000"/>
                  </a:spcBef>
                </a:pPr>
                <a:r>
                  <a:rPr lang="en-US" sz="2300">
                    <a:cs typeface="Arial" panose="020B0604020202020204" pitchFamily="34" charset="0"/>
                  </a:rPr>
                  <a:t>¼</a:t>
                </a:r>
              </a:p>
            </p:txBody>
          </p:sp>
          <p:sp>
            <p:nvSpPr>
              <p:cNvPr id="14362" name="Text Box 31"/>
              <p:cNvSpPr txBox="1">
                <a:spLocks noChangeArrowheads="1"/>
              </p:cNvSpPr>
              <p:nvPr/>
            </p:nvSpPr>
            <p:spPr bwMode="auto">
              <a:xfrm>
                <a:off x="4428" y="1422"/>
                <a:ext cx="294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2300"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4363" name="Text Box 32"/>
              <p:cNvSpPr txBox="1">
                <a:spLocks noChangeArrowheads="1"/>
              </p:cNvSpPr>
              <p:nvPr/>
            </p:nvSpPr>
            <p:spPr bwMode="auto">
              <a:xfrm>
                <a:off x="4428" y="1908"/>
                <a:ext cx="618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2300">
                    <a:cs typeface="Arial" panose="020B0604020202020204" pitchFamily="34" charset="0"/>
                  </a:rPr>
                  <a:t>1.33</a:t>
                </a:r>
              </a:p>
            </p:txBody>
          </p:sp>
          <p:sp>
            <p:nvSpPr>
              <p:cNvPr id="14364" name="Text Box 33"/>
              <p:cNvSpPr txBox="1">
                <a:spLocks noChangeArrowheads="1"/>
              </p:cNvSpPr>
              <p:nvPr/>
            </p:nvSpPr>
            <p:spPr bwMode="auto">
              <a:xfrm>
                <a:off x="4428" y="2394"/>
                <a:ext cx="294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2300"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4365" name="Text Box 34"/>
              <p:cNvSpPr txBox="1">
                <a:spLocks noChangeArrowheads="1"/>
              </p:cNvSpPr>
              <p:nvPr/>
            </p:nvSpPr>
            <p:spPr bwMode="auto">
              <a:xfrm>
                <a:off x="4428" y="2877"/>
                <a:ext cx="294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2300">
                    <a:cs typeface="Arial" panose="020B0604020202020204" pitchFamily="34" charset="0"/>
                  </a:rPr>
                  <a:t>4</a:t>
                </a:r>
              </a:p>
            </p:txBody>
          </p:sp>
        </p:grpSp>
      </p:grpSp>
      <p:grpSp>
        <p:nvGrpSpPr>
          <p:cNvPr id="7" name="Group 51"/>
          <p:cNvGrpSpPr/>
          <p:nvPr/>
        </p:nvGrpSpPr>
        <p:grpSpPr bwMode="auto">
          <a:xfrm>
            <a:off x="2989263" y="1400175"/>
            <a:ext cx="1071562" cy="4638675"/>
            <a:chOff x="1883" y="882"/>
            <a:chExt cx="675" cy="2922"/>
          </a:xfrm>
        </p:grpSpPr>
        <p:grpSp>
          <p:nvGrpSpPr>
            <p:cNvPr id="14347" name="Group 52"/>
            <p:cNvGrpSpPr/>
            <p:nvPr/>
          </p:nvGrpSpPr>
          <p:grpSpPr bwMode="auto">
            <a:xfrm>
              <a:off x="1986" y="882"/>
              <a:ext cx="468" cy="2604"/>
              <a:chOff x="1986" y="882"/>
              <a:chExt cx="468" cy="2604"/>
            </a:xfrm>
          </p:grpSpPr>
          <p:sp>
            <p:nvSpPr>
              <p:cNvPr id="14349" name="Line 53"/>
              <p:cNvSpPr>
                <a:spLocks noChangeShapeType="1"/>
              </p:cNvSpPr>
              <p:nvPr/>
            </p:nvSpPr>
            <p:spPr bwMode="auto">
              <a:xfrm flipV="1">
                <a:off x="2220" y="1128"/>
                <a:ext cx="0" cy="2358"/>
              </a:xfrm>
              <a:prstGeom prst="line">
                <a:avLst/>
              </a:prstGeom>
              <a:noFill/>
              <a:ln w="38100">
                <a:solidFill>
                  <a:srgbClr val="003366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50" name="Text Box 54"/>
              <p:cNvSpPr txBox="1">
                <a:spLocks noChangeArrowheads="1"/>
              </p:cNvSpPr>
              <p:nvPr/>
            </p:nvSpPr>
            <p:spPr bwMode="auto">
              <a:xfrm>
                <a:off x="1986" y="882"/>
                <a:ext cx="468" cy="2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5000"/>
                  </a:lnSpc>
                  <a:spcBef>
                    <a:spcPct val="50000"/>
                  </a:spcBef>
                </a:pPr>
                <a:r>
                  <a:rPr lang="en-US" sz="2300" i="1">
                    <a:cs typeface="Arial" panose="020B0604020202020204" pitchFamily="34" charset="0"/>
                  </a:rPr>
                  <a:t>MS</a:t>
                </a:r>
                <a:r>
                  <a:rPr lang="en-US" sz="2300" baseline="-25000">
                    <a:cs typeface="Arial" panose="020B0604020202020204" pitchFamily="34" charset="0"/>
                  </a:rPr>
                  <a:t>1</a:t>
                </a:r>
                <a:endParaRPr lang="en-US" sz="2300" b="1" i="1" baseline="-25000"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4348" name="Text Box 55"/>
            <p:cNvSpPr txBox="1">
              <a:spLocks noChangeArrowheads="1"/>
            </p:cNvSpPr>
            <p:nvPr/>
          </p:nvSpPr>
          <p:spPr bwMode="auto">
            <a:xfrm>
              <a:off x="1883" y="3516"/>
              <a:ext cx="67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>
                  <a:cs typeface="Arial" panose="020B0604020202020204" pitchFamily="34" charset="0"/>
                </a:rPr>
                <a:t>1000</a:t>
              </a:r>
            </a:p>
          </p:txBody>
        </p:sp>
      </p:grpSp>
      <p:sp>
        <p:nvSpPr>
          <p:cNvPr id="14345" name="Line 57"/>
          <p:cNvSpPr>
            <a:spLocks noChangeShapeType="1"/>
          </p:cNvSpPr>
          <p:nvPr/>
        </p:nvSpPr>
        <p:spPr bwMode="auto">
          <a:xfrm flipH="1">
            <a:off x="3707904" y="2276872"/>
            <a:ext cx="758825" cy="1235075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4" name="FlagCount" hidden="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</a:p>
        </p:txBody>
      </p:sp>
      <p:pic>
        <p:nvPicPr>
          <p:cNvPr id="4" name="图片 3" descr="logo-VI系统0630-PPT-12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5" cstate="print"/>
          <a:srcRect t="-37500" b="-37500"/>
          <a:stretch>
            <a:fillRect/>
          </a:stretch>
        </p:blipFill>
        <p:spPr bwMode="auto">
          <a:xfrm flipV="1">
            <a:off x="486381" y="962561"/>
            <a:ext cx="3960000" cy="36000"/>
          </a:xfrm>
          <a:prstGeom prst="rect">
            <a:avLst/>
          </a:prstGeom>
          <a:noFill/>
        </p:spPr>
      </p:pic>
      <p:sp>
        <p:nvSpPr>
          <p:cNvPr id="41" name="矩形 40"/>
          <p:cNvSpPr/>
          <p:nvPr/>
        </p:nvSpPr>
        <p:spPr>
          <a:xfrm>
            <a:off x="539552" y="332656"/>
            <a:ext cx="4572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货币数量论</a:t>
            </a:r>
          </a:p>
        </p:txBody>
      </p:sp>
      <p:sp>
        <p:nvSpPr>
          <p:cNvPr id="42" name="Text Box 69"/>
          <p:cNvSpPr txBox="1">
            <a:spLocks noChangeArrowheads="1"/>
          </p:cNvSpPr>
          <p:nvPr/>
        </p:nvSpPr>
        <p:spPr bwMode="auto">
          <a:xfrm>
            <a:off x="3923928" y="1052736"/>
            <a:ext cx="2879675" cy="1200329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央行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 MS 设置为某个固定值，而不管 P 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Text Box 69"/>
          <p:cNvSpPr txBox="1">
            <a:spLocks noChangeArrowheads="1"/>
          </p:cNvSpPr>
          <p:nvPr/>
        </p:nvSpPr>
        <p:spPr bwMode="auto">
          <a:xfrm>
            <a:off x="3923928" y="5877272"/>
            <a:ext cx="1728192" cy="461665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货币供需图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4" name="Text Box 26"/>
          <p:cNvSpPr txBox="1">
            <a:spLocks noChangeArrowheads="1"/>
          </p:cNvSpPr>
          <p:nvPr/>
        </p:nvSpPr>
        <p:spPr bwMode="auto">
          <a:xfrm>
            <a:off x="6156325" y="5589588"/>
            <a:ext cx="1590675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lnSpc>
                <a:spcPct val="95000"/>
              </a:lnSpc>
              <a:spcBef>
                <a:spcPct val="50000"/>
              </a:spcBef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货币数量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bldLvl="0" animBg="1"/>
      <p:bldP spid="43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3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467544" y="1412776"/>
            <a:ext cx="8459410" cy="2660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4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货币需求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：经济主体希望以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流动形式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持有财富的数量。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40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取决于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：因为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增加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降低货币价值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，因此需要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更多货币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来购买数量不变的商品和服务。</a:t>
            </a:r>
          </a:p>
          <a:p>
            <a:pPr marL="800100" lvl="1" indent="-342900">
              <a:lnSpc>
                <a:spcPts val="40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因此：货币需求量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与货币价值负相关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 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正相关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 algn="l">
              <a:lnSpc>
                <a:spcPct val="160000"/>
              </a:lnSpc>
              <a:buFont typeface="Wingdings" panose="05000000000000000000" pitchFamily="2" charset="2"/>
              <a:buChar char="Ø"/>
            </a:pP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71789" y="630534"/>
            <a:ext cx="4572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货币数量论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5" name="Group 8"/>
          <p:cNvGrpSpPr/>
          <p:nvPr/>
        </p:nvGrpSpPr>
        <p:grpSpPr bwMode="auto">
          <a:xfrm>
            <a:off x="276225" y="933450"/>
            <a:ext cx="8562975" cy="5099051"/>
            <a:chOff x="174" y="588"/>
            <a:chExt cx="5394" cy="3212"/>
          </a:xfrm>
        </p:grpSpPr>
        <p:grpSp>
          <p:nvGrpSpPr>
            <p:cNvPr id="15371" name="Group 9"/>
            <p:cNvGrpSpPr/>
            <p:nvPr/>
          </p:nvGrpSpPr>
          <p:grpSpPr bwMode="auto">
            <a:xfrm>
              <a:off x="1374" y="1569"/>
              <a:ext cx="86" cy="1453"/>
              <a:chOff x="1374" y="1563"/>
              <a:chExt cx="128" cy="1453"/>
            </a:xfrm>
          </p:grpSpPr>
          <p:sp>
            <p:nvSpPr>
              <p:cNvPr id="15393" name="Line 10"/>
              <p:cNvSpPr>
                <a:spLocks noChangeShapeType="1"/>
              </p:cNvSpPr>
              <p:nvPr/>
            </p:nvSpPr>
            <p:spPr bwMode="auto">
              <a:xfrm>
                <a:off x="1374" y="3016"/>
                <a:ext cx="1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4" name="Line 11"/>
              <p:cNvSpPr>
                <a:spLocks noChangeShapeType="1"/>
              </p:cNvSpPr>
              <p:nvPr/>
            </p:nvSpPr>
            <p:spPr bwMode="auto">
              <a:xfrm>
                <a:off x="1374" y="2051"/>
                <a:ext cx="1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5" name="Line 12"/>
              <p:cNvSpPr>
                <a:spLocks noChangeShapeType="1"/>
              </p:cNvSpPr>
              <p:nvPr/>
            </p:nvSpPr>
            <p:spPr bwMode="auto">
              <a:xfrm>
                <a:off x="1374" y="2532"/>
                <a:ext cx="1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6" name="Line 13"/>
              <p:cNvSpPr>
                <a:spLocks noChangeShapeType="1"/>
              </p:cNvSpPr>
              <p:nvPr/>
            </p:nvSpPr>
            <p:spPr bwMode="auto">
              <a:xfrm>
                <a:off x="1374" y="1563"/>
                <a:ext cx="1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372" name="Group 14"/>
            <p:cNvGrpSpPr/>
            <p:nvPr/>
          </p:nvGrpSpPr>
          <p:grpSpPr bwMode="auto">
            <a:xfrm>
              <a:off x="4320" y="1569"/>
              <a:ext cx="86" cy="1453"/>
              <a:chOff x="1374" y="1563"/>
              <a:chExt cx="128" cy="1453"/>
            </a:xfrm>
          </p:grpSpPr>
          <p:sp>
            <p:nvSpPr>
              <p:cNvPr id="15389" name="Line 15"/>
              <p:cNvSpPr>
                <a:spLocks noChangeShapeType="1"/>
              </p:cNvSpPr>
              <p:nvPr/>
            </p:nvSpPr>
            <p:spPr bwMode="auto">
              <a:xfrm>
                <a:off x="1374" y="3016"/>
                <a:ext cx="1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0" name="Line 16"/>
              <p:cNvSpPr>
                <a:spLocks noChangeShapeType="1"/>
              </p:cNvSpPr>
              <p:nvPr/>
            </p:nvSpPr>
            <p:spPr bwMode="auto">
              <a:xfrm>
                <a:off x="1374" y="2051"/>
                <a:ext cx="1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1" name="Line 17"/>
              <p:cNvSpPr>
                <a:spLocks noChangeShapeType="1"/>
              </p:cNvSpPr>
              <p:nvPr/>
            </p:nvSpPr>
            <p:spPr bwMode="auto">
              <a:xfrm>
                <a:off x="1374" y="2532"/>
                <a:ext cx="1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2" name="Line 18"/>
              <p:cNvSpPr>
                <a:spLocks noChangeShapeType="1"/>
              </p:cNvSpPr>
              <p:nvPr/>
            </p:nvSpPr>
            <p:spPr bwMode="auto">
              <a:xfrm>
                <a:off x="1374" y="1563"/>
                <a:ext cx="1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373" name="Group 19"/>
            <p:cNvGrpSpPr/>
            <p:nvPr/>
          </p:nvGrpSpPr>
          <p:grpSpPr bwMode="auto">
            <a:xfrm>
              <a:off x="174" y="588"/>
              <a:ext cx="5394" cy="3212"/>
              <a:chOff x="174" y="588"/>
              <a:chExt cx="5394" cy="3212"/>
            </a:xfrm>
          </p:grpSpPr>
          <p:grpSp>
            <p:nvGrpSpPr>
              <p:cNvPr id="15374" name="Group 20"/>
              <p:cNvGrpSpPr/>
              <p:nvPr/>
            </p:nvGrpSpPr>
            <p:grpSpPr bwMode="auto">
              <a:xfrm>
                <a:off x="1374" y="881"/>
                <a:ext cx="3031" cy="2610"/>
                <a:chOff x="1973" y="2495"/>
                <a:chExt cx="1151" cy="999"/>
              </a:xfrm>
            </p:grpSpPr>
            <p:sp>
              <p:nvSpPr>
                <p:cNvPr id="15386" name="Line 21"/>
                <p:cNvSpPr>
                  <a:spLocks noChangeShapeType="1"/>
                </p:cNvSpPr>
                <p:nvPr/>
              </p:nvSpPr>
              <p:spPr bwMode="auto">
                <a:xfrm>
                  <a:off x="1976" y="3494"/>
                  <a:ext cx="114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87" name="Line 22"/>
                <p:cNvSpPr>
                  <a:spLocks noChangeShapeType="1"/>
                </p:cNvSpPr>
                <p:nvPr/>
              </p:nvSpPr>
              <p:spPr bwMode="auto">
                <a:xfrm flipV="1">
                  <a:off x="1973" y="2496"/>
                  <a:ext cx="0" cy="99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88" name="Line 23"/>
                <p:cNvSpPr>
                  <a:spLocks noChangeShapeType="1"/>
                </p:cNvSpPr>
                <p:nvPr/>
              </p:nvSpPr>
              <p:spPr bwMode="auto">
                <a:xfrm flipV="1">
                  <a:off x="3124" y="2495"/>
                  <a:ext cx="0" cy="99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5375" name="Text Box 24"/>
              <p:cNvSpPr txBox="1">
                <a:spLocks noChangeArrowheads="1"/>
              </p:cNvSpPr>
              <p:nvPr/>
            </p:nvSpPr>
            <p:spPr bwMode="auto">
              <a:xfrm>
                <a:off x="174" y="588"/>
                <a:ext cx="1140" cy="7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r" eaLnBrk="1" hangingPunct="1">
                  <a:lnSpc>
                    <a:spcPct val="150000"/>
                  </a:lnSpc>
                  <a:spcBef>
                    <a:spcPct val="50000"/>
                  </a:spcBef>
                </a:pPr>
                <a:r>
                  <a:rPr lang="zh-CN" altLang="en-US" sz="24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货币价值</a:t>
                </a:r>
                <a:r>
                  <a:rPr lang="en-US" sz="24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 1/P</a:t>
                </a:r>
              </a:p>
            </p:txBody>
          </p:sp>
          <p:sp>
            <p:nvSpPr>
              <p:cNvPr id="15376" name="Text Box 25"/>
              <p:cNvSpPr txBox="1">
                <a:spLocks noChangeArrowheads="1"/>
              </p:cNvSpPr>
              <p:nvPr/>
            </p:nvSpPr>
            <p:spPr bwMode="auto">
              <a:xfrm>
                <a:off x="4428" y="714"/>
                <a:ext cx="1140" cy="6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95000"/>
                  </a:lnSpc>
                  <a:spcBef>
                    <a:spcPct val="50000"/>
                  </a:spcBef>
                </a:pPr>
                <a:r>
                  <a:rPr lang="zh-CN" altLang="en-US" sz="24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价格水平</a:t>
                </a:r>
                <a:r>
                  <a:rPr lang="en-US" sz="24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 </a:t>
                </a:r>
              </a:p>
              <a:p>
                <a:pPr eaLnBrk="1" hangingPunct="1">
                  <a:lnSpc>
                    <a:spcPct val="95000"/>
                  </a:lnSpc>
                  <a:spcBef>
                    <a:spcPct val="50000"/>
                  </a:spcBef>
                </a:pPr>
                <a:r>
                  <a:rPr lang="en-US" sz="24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P</a:t>
                </a:r>
              </a:p>
            </p:txBody>
          </p:sp>
          <p:sp>
            <p:nvSpPr>
              <p:cNvPr id="15377" name="Text Box 26"/>
              <p:cNvSpPr txBox="1">
                <a:spLocks noChangeArrowheads="1"/>
              </p:cNvSpPr>
              <p:nvPr/>
            </p:nvSpPr>
            <p:spPr bwMode="auto">
              <a:xfrm>
                <a:off x="3878" y="3521"/>
                <a:ext cx="1002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r" eaLnBrk="1" hangingPunct="1">
                  <a:lnSpc>
                    <a:spcPct val="95000"/>
                  </a:lnSpc>
                  <a:spcBef>
                    <a:spcPct val="50000"/>
                  </a:spcBef>
                </a:pPr>
                <a:r>
                  <a:rPr lang="zh-CN" altLang="en-US" sz="24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货币数量</a:t>
                </a:r>
              </a:p>
            </p:txBody>
          </p:sp>
          <p:sp>
            <p:nvSpPr>
              <p:cNvPr id="15378" name="Text Box 27"/>
              <p:cNvSpPr txBox="1">
                <a:spLocks noChangeArrowheads="1"/>
              </p:cNvSpPr>
              <p:nvPr/>
            </p:nvSpPr>
            <p:spPr bwMode="auto">
              <a:xfrm>
                <a:off x="1038" y="1422"/>
                <a:ext cx="294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r" eaLnBrk="1" hangingPunct="1">
                  <a:spcBef>
                    <a:spcPct val="50000"/>
                  </a:spcBef>
                </a:pPr>
                <a:r>
                  <a:rPr lang="en-US" sz="2300"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5379" name="Text Box 28"/>
              <p:cNvSpPr txBox="1">
                <a:spLocks noChangeArrowheads="1"/>
              </p:cNvSpPr>
              <p:nvPr/>
            </p:nvSpPr>
            <p:spPr bwMode="auto">
              <a:xfrm>
                <a:off x="1050" y="1914"/>
                <a:ext cx="282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r" eaLnBrk="1" hangingPunct="1">
                  <a:spcBef>
                    <a:spcPct val="50000"/>
                  </a:spcBef>
                </a:pPr>
                <a:r>
                  <a:rPr lang="en-US" sz="2300">
                    <a:cs typeface="Arial" panose="020B0604020202020204" pitchFamily="34" charset="0"/>
                  </a:rPr>
                  <a:t>¾</a:t>
                </a:r>
              </a:p>
            </p:txBody>
          </p:sp>
          <p:sp>
            <p:nvSpPr>
              <p:cNvPr id="15380" name="Text Box 29"/>
              <p:cNvSpPr txBox="1">
                <a:spLocks noChangeArrowheads="1"/>
              </p:cNvSpPr>
              <p:nvPr/>
            </p:nvSpPr>
            <p:spPr bwMode="auto">
              <a:xfrm>
                <a:off x="1050" y="2394"/>
                <a:ext cx="282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r" eaLnBrk="1" hangingPunct="1">
                  <a:spcBef>
                    <a:spcPct val="50000"/>
                  </a:spcBef>
                </a:pPr>
                <a:r>
                  <a:rPr lang="en-US" sz="2300">
                    <a:cs typeface="Arial" panose="020B0604020202020204" pitchFamily="34" charset="0"/>
                  </a:rPr>
                  <a:t>½</a:t>
                </a:r>
              </a:p>
            </p:txBody>
          </p:sp>
          <p:sp>
            <p:nvSpPr>
              <p:cNvPr id="15381" name="Text Box 30"/>
              <p:cNvSpPr txBox="1">
                <a:spLocks noChangeArrowheads="1"/>
              </p:cNvSpPr>
              <p:nvPr/>
            </p:nvSpPr>
            <p:spPr bwMode="auto">
              <a:xfrm>
                <a:off x="1044" y="2874"/>
                <a:ext cx="282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r" eaLnBrk="1" hangingPunct="1">
                  <a:spcBef>
                    <a:spcPct val="50000"/>
                  </a:spcBef>
                </a:pPr>
                <a:r>
                  <a:rPr lang="en-US" sz="2300">
                    <a:cs typeface="Arial" panose="020B0604020202020204" pitchFamily="34" charset="0"/>
                  </a:rPr>
                  <a:t>¼</a:t>
                </a:r>
              </a:p>
            </p:txBody>
          </p:sp>
          <p:sp>
            <p:nvSpPr>
              <p:cNvPr id="15382" name="Text Box 31"/>
              <p:cNvSpPr txBox="1">
                <a:spLocks noChangeArrowheads="1"/>
              </p:cNvSpPr>
              <p:nvPr/>
            </p:nvSpPr>
            <p:spPr bwMode="auto">
              <a:xfrm>
                <a:off x="4428" y="1422"/>
                <a:ext cx="294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2300"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5383" name="Text Box 32"/>
              <p:cNvSpPr txBox="1">
                <a:spLocks noChangeArrowheads="1"/>
              </p:cNvSpPr>
              <p:nvPr/>
            </p:nvSpPr>
            <p:spPr bwMode="auto">
              <a:xfrm>
                <a:off x="4428" y="1908"/>
                <a:ext cx="618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2300">
                    <a:cs typeface="Arial" panose="020B0604020202020204" pitchFamily="34" charset="0"/>
                  </a:rPr>
                  <a:t>1.33</a:t>
                </a:r>
              </a:p>
            </p:txBody>
          </p:sp>
          <p:sp>
            <p:nvSpPr>
              <p:cNvPr id="15384" name="Text Box 33"/>
              <p:cNvSpPr txBox="1">
                <a:spLocks noChangeArrowheads="1"/>
              </p:cNvSpPr>
              <p:nvPr/>
            </p:nvSpPr>
            <p:spPr bwMode="auto">
              <a:xfrm>
                <a:off x="4428" y="2394"/>
                <a:ext cx="294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2300"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5385" name="Text Box 34"/>
              <p:cNvSpPr txBox="1">
                <a:spLocks noChangeArrowheads="1"/>
              </p:cNvSpPr>
              <p:nvPr/>
            </p:nvSpPr>
            <p:spPr bwMode="auto">
              <a:xfrm>
                <a:off x="4428" y="2877"/>
                <a:ext cx="294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2300">
                    <a:cs typeface="Arial" panose="020B0604020202020204" pitchFamily="34" charset="0"/>
                  </a:rPr>
                  <a:t>4</a:t>
                </a:r>
              </a:p>
            </p:txBody>
          </p:sp>
        </p:grpSp>
      </p:grpSp>
      <p:grpSp>
        <p:nvGrpSpPr>
          <p:cNvPr id="7" name="Group 50"/>
          <p:cNvGrpSpPr/>
          <p:nvPr/>
        </p:nvGrpSpPr>
        <p:grpSpPr bwMode="auto">
          <a:xfrm>
            <a:off x="2468563" y="1800225"/>
            <a:ext cx="4113212" cy="3463925"/>
            <a:chOff x="1555" y="1134"/>
            <a:chExt cx="2591" cy="2182"/>
          </a:xfrm>
        </p:grpSpPr>
        <p:sp>
          <p:nvSpPr>
            <p:cNvPr id="15369" name="Arc 35"/>
            <p:cNvSpPr/>
            <p:nvPr/>
          </p:nvSpPr>
          <p:spPr bwMode="auto">
            <a:xfrm flipH="1" flipV="1">
              <a:off x="1555" y="1134"/>
              <a:ext cx="2578" cy="2033"/>
            </a:xfrm>
            <a:custGeom>
              <a:avLst/>
              <a:gdLst>
                <a:gd name="T0" fmla="*/ 0 w 21330"/>
                <a:gd name="T1" fmla="*/ 0 h 21295"/>
                <a:gd name="T2" fmla="*/ 0 w 21330"/>
                <a:gd name="T3" fmla="*/ 0 h 21295"/>
                <a:gd name="T4" fmla="*/ 0 w 21330"/>
                <a:gd name="T5" fmla="*/ 0 h 21295"/>
                <a:gd name="T6" fmla="*/ 0 60000 65536"/>
                <a:gd name="T7" fmla="*/ 0 60000 65536"/>
                <a:gd name="T8" fmla="*/ 0 60000 65536"/>
                <a:gd name="T9" fmla="*/ 0 w 21330"/>
                <a:gd name="T10" fmla="*/ 0 h 21295"/>
                <a:gd name="T11" fmla="*/ 21330 w 21330"/>
                <a:gd name="T12" fmla="*/ 21295 h 2129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330" h="21295" fill="none" extrusionOk="0">
                  <a:moveTo>
                    <a:pt x="3617" y="0"/>
                  </a:moveTo>
                  <a:cubicBezTo>
                    <a:pt x="12747" y="1551"/>
                    <a:pt x="19871" y="8748"/>
                    <a:pt x="21330" y="17892"/>
                  </a:cubicBezTo>
                </a:path>
                <a:path w="21330" h="21295" stroke="0" extrusionOk="0">
                  <a:moveTo>
                    <a:pt x="3617" y="0"/>
                  </a:moveTo>
                  <a:cubicBezTo>
                    <a:pt x="12747" y="1551"/>
                    <a:pt x="19871" y="8748"/>
                    <a:pt x="21330" y="17892"/>
                  </a:cubicBezTo>
                  <a:lnTo>
                    <a:pt x="0" y="21295"/>
                  </a:lnTo>
                  <a:lnTo>
                    <a:pt x="3617" y="0"/>
                  </a:lnTo>
                  <a:close/>
                </a:path>
              </a:pathLst>
            </a:custGeom>
            <a:noFill/>
            <a:ln w="38100">
              <a:solidFill>
                <a:srgbClr val="0033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70" name="Text Box 36"/>
            <p:cNvSpPr txBox="1">
              <a:spLocks noChangeArrowheads="1"/>
            </p:cNvSpPr>
            <p:nvPr/>
          </p:nvSpPr>
          <p:spPr bwMode="auto">
            <a:xfrm>
              <a:off x="3618" y="3048"/>
              <a:ext cx="528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50000"/>
                </a:spcBef>
              </a:pPr>
              <a:r>
                <a:rPr lang="en-US" sz="2300" i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MD</a:t>
              </a:r>
              <a:r>
                <a:rPr lang="en-US" sz="2300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1</a:t>
              </a:r>
              <a:endParaRPr lang="en-US" sz="2300" b="1" i="1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15368" name="FlagCount" hidden="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</a:p>
        </p:txBody>
      </p:sp>
      <p:pic>
        <p:nvPicPr>
          <p:cNvPr id="4" name="图片 3" descr="logo-VI系统0630-PPT-12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5" cstate="print"/>
          <a:srcRect t="-37500" b="-37500"/>
          <a:stretch>
            <a:fillRect/>
          </a:stretch>
        </p:blipFill>
        <p:spPr bwMode="auto">
          <a:xfrm flipV="1">
            <a:off x="486381" y="915571"/>
            <a:ext cx="3960000" cy="36000"/>
          </a:xfrm>
          <a:prstGeom prst="rect">
            <a:avLst/>
          </a:prstGeom>
          <a:noFill/>
        </p:spPr>
      </p:pic>
      <p:sp>
        <p:nvSpPr>
          <p:cNvPr id="37" name="Text Box 69"/>
          <p:cNvSpPr txBox="1">
            <a:spLocks noChangeArrowheads="1"/>
          </p:cNvSpPr>
          <p:nvPr/>
        </p:nvSpPr>
        <p:spPr bwMode="auto">
          <a:xfrm>
            <a:off x="3347864" y="1628800"/>
            <a:ext cx="3168352" cy="1246495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货币价值的下降（或 P 的增加）增加了货币需求量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Text Box 69"/>
          <p:cNvSpPr txBox="1">
            <a:spLocks noChangeArrowheads="1"/>
          </p:cNvSpPr>
          <p:nvPr/>
        </p:nvSpPr>
        <p:spPr bwMode="auto">
          <a:xfrm>
            <a:off x="3923928" y="5877272"/>
            <a:ext cx="1728192" cy="461665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货币供需图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39552" y="332656"/>
            <a:ext cx="4572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货币数量论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bldLvl="0" animBg="1"/>
      <p:bldP spid="38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8" name="Group 49"/>
          <p:cNvGrpSpPr/>
          <p:nvPr/>
        </p:nvGrpSpPr>
        <p:grpSpPr bwMode="auto">
          <a:xfrm>
            <a:off x="2989263" y="1400175"/>
            <a:ext cx="1071562" cy="4638675"/>
            <a:chOff x="1883" y="882"/>
            <a:chExt cx="675" cy="2922"/>
          </a:xfrm>
        </p:grpSpPr>
        <p:grpSp>
          <p:nvGrpSpPr>
            <p:cNvPr id="16432" name="Group 35"/>
            <p:cNvGrpSpPr/>
            <p:nvPr/>
          </p:nvGrpSpPr>
          <p:grpSpPr bwMode="auto">
            <a:xfrm>
              <a:off x="1986" y="882"/>
              <a:ext cx="468" cy="2604"/>
              <a:chOff x="1986" y="882"/>
              <a:chExt cx="468" cy="2604"/>
            </a:xfrm>
          </p:grpSpPr>
          <p:sp>
            <p:nvSpPr>
              <p:cNvPr id="16434" name="Line 36"/>
              <p:cNvSpPr>
                <a:spLocks noChangeShapeType="1"/>
              </p:cNvSpPr>
              <p:nvPr/>
            </p:nvSpPr>
            <p:spPr bwMode="auto">
              <a:xfrm flipV="1">
                <a:off x="2220" y="1128"/>
                <a:ext cx="0" cy="2358"/>
              </a:xfrm>
              <a:prstGeom prst="line">
                <a:avLst/>
              </a:prstGeom>
              <a:noFill/>
              <a:ln w="38100">
                <a:solidFill>
                  <a:srgbClr val="003366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35" name="Text Box 37"/>
              <p:cNvSpPr txBox="1">
                <a:spLocks noChangeArrowheads="1"/>
              </p:cNvSpPr>
              <p:nvPr/>
            </p:nvSpPr>
            <p:spPr bwMode="auto">
              <a:xfrm>
                <a:off x="1986" y="882"/>
                <a:ext cx="468" cy="2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5000"/>
                  </a:lnSpc>
                  <a:spcBef>
                    <a:spcPct val="50000"/>
                  </a:spcBef>
                </a:pPr>
                <a:r>
                  <a:rPr lang="en-US" sz="2300" i="1">
                    <a:cs typeface="Arial" panose="020B0604020202020204" pitchFamily="34" charset="0"/>
                  </a:rPr>
                  <a:t>MS</a:t>
                </a:r>
                <a:r>
                  <a:rPr lang="en-US" sz="2300" baseline="-25000">
                    <a:cs typeface="Arial" panose="020B0604020202020204" pitchFamily="34" charset="0"/>
                  </a:rPr>
                  <a:t>1</a:t>
                </a:r>
                <a:endParaRPr lang="en-US" sz="2300" b="1" i="1" baseline="-25000"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6433" name="Text Box 46"/>
            <p:cNvSpPr txBox="1">
              <a:spLocks noChangeArrowheads="1"/>
            </p:cNvSpPr>
            <p:nvPr/>
          </p:nvSpPr>
          <p:spPr bwMode="auto">
            <a:xfrm>
              <a:off x="1883" y="3516"/>
              <a:ext cx="67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>
                  <a:cs typeface="Arial" panose="020B0604020202020204" pitchFamily="34" charset="0"/>
                </a:rPr>
                <a:t>1000</a:t>
              </a:r>
            </a:p>
          </p:txBody>
        </p:sp>
      </p:grpSp>
      <p:grpSp>
        <p:nvGrpSpPr>
          <p:cNvPr id="16389" name="Group 8"/>
          <p:cNvGrpSpPr/>
          <p:nvPr/>
        </p:nvGrpSpPr>
        <p:grpSpPr bwMode="auto">
          <a:xfrm>
            <a:off x="295275" y="1068388"/>
            <a:ext cx="8543925" cy="4473576"/>
            <a:chOff x="186" y="673"/>
            <a:chExt cx="5382" cy="2818"/>
          </a:xfrm>
        </p:grpSpPr>
        <p:grpSp>
          <p:nvGrpSpPr>
            <p:cNvPr id="16406" name="Group 9"/>
            <p:cNvGrpSpPr/>
            <p:nvPr/>
          </p:nvGrpSpPr>
          <p:grpSpPr bwMode="auto">
            <a:xfrm>
              <a:off x="1374" y="1569"/>
              <a:ext cx="86" cy="1453"/>
              <a:chOff x="1374" y="1563"/>
              <a:chExt cx="128" cy="1453"/>
            </a:xfrm>
          </p:grpSpPr>
          <p:sp>
            <p:nvSpPr>
              <p:cNvPr id="16428" name="Line 10"/>
              <p:cNvSpPr>
                <a:spLocks noChangeShapeType="1"/>
              </p:cNvSpPr>
              <p:nvPr/>
            </p:nvSpPr>
            <p:spPr bwMode="auto">
              <a:xfrm>
                <a:off x="1374" y="3016"/>
                <a:ext cx="1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29" name="Line 11"/>
              <p:cNvSpPr>
                <a:spLocks noChangeShapeType="1"/>
              </p:cNvSpPr>
              <p:nvPr/>
            </p:nvSpPr>
            <p:spPr bwMode="auto">
              <a:xfrm>
                <a:off x="1374" y="2051"/>
                <a:ext cx="1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30" name="Line 12"/>
              <p:cNvSpPr>
                <a:spLocks noChangeShapeType="1"/>
              </p:cNvSpPr>
              <p:nvPr/>
            </p:nvSpPr>
            <p:spPr bwMode="auto">
              <a:xfrm>
                <a:off x="1374" y="2532"/>
                <a:ext cx="1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31" name="Line 13"/>
              <p:cNvSpPr>
                <a:spLocks noChangeShapeType="1"/>
              </p:cNvSpPr>
              <p:nvPr/>
            </p:nvSpPr>
            <p:spPr bwMode="auto">
              <a:xfrm>
                <a:off x="1374" y="1563"/>
                <a:ext cx="1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407" name="Group 14"/>
            <p:cNvGrpSpPr/>
            <p:nvPr/>
          </p:nvGrpSpPr>
          <p:grpSpPr bwMode="auto">
            <a:xfrm>
              <a:off x="4320" y="1569"/>
              <a:ext cx="86" cy="1453"/>
              <a:chOff x="1374" y="1563"/>
              <a:chExt cx="128" cy="1453"/>
            </a:xfrm>
          </p:grpSpPr>
          <p:sp>
            <p:nvSpPr>
              <p:cNvPr id="16424" name="Line 15"/>
              <p:cNvSpPr>
                <a:spLocks noChangeShapeType="1"/>
              </p:cNvSpPr>
              <p:nvPr/>
            </p:nvSpPr>
            <p:spPr bwMode="auto">
              <a:xfrm>
                <a:off x="1374" y="3016"/>
                <a:ext cx="1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25" name="Line 16"/>
              <p:cNvSpPr>
                <a:spLocks noChangeShapeType="1"/>
              </p:cNvSpPr>
              <p:nvPr/>
            </p:nvSpPr>
            <p:spPr bwMode="auto">
              <a:xfrm>
                <a:off x="1374" y="2051"/>
                <a:ext cx="1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26" name="Line 17"/>
              <p:cNvSpPr>
                <a:spLocks noChangeShapeType="1"/>
              </p:cNvSpPr>
              <p:nvPr/>
            </p:nvSpPr>
            <p:spPr bwMode="auto">
              <a:xfrm>
                <a:off x="1374" y="2532"/>
                <a:ext cx="1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27" name="Line 18"/>
              <p:cNvSpPr>
                <a:spLocks noChangeShapeType="1"/>
              </p:cNvSpPr>
              <p:nvPr/>
            </p:nvSpPr>
            <p:spPr bwMode="auto">
              <a:xfrm>
                <a:off x="1374" y="1563"/>
                <a:ext cx="1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408" name="Group 19"/>
            <p:cNvGrpSpPr/>
            <p:nvPr/>
          </p:nvGrpSpPr>
          <p:grpSpPr bwMode="auto">
            <a:xfrm>
              <a:off x="186" y="673"/>
              <a:ext cx="5382" cy="2818"/>
              <a:chOff x="186" y="673"/>
              <a:chExt cx="5382" cy="2818"/>
            </a:xfrm>
          </p:grpSpPr>
          <p:grpSp>
            <p:nvGrpSpPr>
              <p:cNvPr id="16409" name="Group 20"/>
              <p:cNvGrpSpPr/>
              <p:nvPr/>
            </p:nvGrpSpPr>
            <p:grpSpPr bwMode="auto">
              <a:xfrm>
                <a:off x="1374" y="881"/>
                <a:ext cx="3031" cy="2610"/>
                <a:chOff x="1973" y="2495"/>
                <a:chExt cx="1151" cy="999"/>
              </a:xfrm>
            </p:grpSpPr>
            <p:sp>
              <p:nvSpPr>
                <p:cNvPr id="16421" name="Line 21"/>
                <p:cNvSpPr>
                  <a:spLocks noChangeShapeType="1"/>
                </p:cNvSpPr>
                <p:nvPr/>
              </p:nvSpPr>
              <p:spPr bwMode="auto">
                <a:xfrm>
                  <a:off x="1976" y="3494"/>
                  <a:ext cx="114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22" name="Line 22"/>
                <p:cNvSpPr>
                  <a:spLocks noChangeShapeType="1"/>
                </p:cNvSpPr>
                <p:nvPr/>
              </p:nvSpPr>
              <p:spPr bwMode="auto">
                <a:xfrm flipV="1">
                  <a:off x="1973" y="2496"/>
                  <a:ext cx="0" cy="99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23" name="Line 23"/>
                <p:cNvSpPr>
                  <a:spLocks noChangeShapeType="1"/>
                </p:cNvSpPr>
                <p:nvPr/>
              </p:nvSpPr>
              <p:spPr bwMode="auto">
                <a:xfrm flipV="1">
                  <a:off x="3124" y="2495"/>
                  <a:ext cx="0" cy="99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6410" name="Text Box 24"/>
              <p:cNvSpPr txBox="1">
                <a:spLocks noChangeArrowheads="1"/>
              </p:cNvSpPr>
              <p:nvPr/>
            </p:nvSpPr>
            <p:spPr bwMode="auto">
              <a:xfrm>
                <a:off x="186" y="673"/>
                <a:ext cx="1140" cy="7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r" eaLnBrk="1" hangingPunct="1">
                  <a:lnSpc>
                    <a:spcPct val="150000"/>
                  </a:lnSpc>
                  <a:spcBef>
                    <a:spcPct val="50000"/>
                  </a:spcBef>
                </a:pPr>
                <a:r>
                  <a:rPr lang="zh-CN" altLang="en-US" sz="24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货币价值</a:t>
                </a:r>
                <a:r>
                  <a:rPr lang="en-US" sz="24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 1/P</a:t>
                </a:r>
              </a:p>
            </p:txBody>
          </p:sp>
          <p:sp>
            <p:nvSpPr>
              <p:cNvPr id="16411" name="Text Box 25"/>
              <p:cNvSpPr txBox="1">
                <a:spLocks noChangeArrowheads="1"/>
              </p:cNvSpPr>
              <p:nvPr/>
            </p:nvSpPr>
            <p:spPr bwMode="auto">
              <a:xfrm>
                <a:off x="4428" y="714"/>
                <a:ext cx="1140" cy="6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95000"/>
                  </a:lnSpc>
                  <a:spcBef>
                    <a:spcPct val="50000"/>
                  </a:spcBef>
                </a:pPr>
                <a:r>
                  <a:rPr lang="zh-CN" altLang="en-US" sz="24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价格水平</a:t>
                </a:r>
                <a:endPara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eaLnBrk="1" hangingPunct="1">
                  <a:lnSpc>
                    <a:spcPct val="95000"/>
                  </a:lnSpc>
                  <a:spcBef>
                    <a:spcPct val="50000"/>
                  </a:spcBef>
                </a:pPr>
                <a:r>
                  <a:rPr lang="en-US" sz="24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P</a:t>
                </a:r>
              </a:p>
            </p:txBody>
          </p:sp>
          <p:sp>
            <p:nvSpPr>
              <p:cNvPr id="16413" name="Text Box 27"/>
              <p:cNvSpPr txBox="1">
                <a:spLocks noChangeArrowheads="1"/>
              </p:cNvSpPr>
              <p:nvPr/>
            </p:nvSpPr>
            <p:spPr bwMode="auto">
              <a:xfrm>
                <a:off x="1038" y="1422"/>
                <a:ext cx="294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r" eaLnBrk="1" hangingPunct="1">
                  <a:spcBef>
                    <a:spcPct val="50000"/>
                  </a:spcBef>
                </a:pPr>
                <a:r>
                  <a:rPr lang="en-US" sz="2300"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6414" name="Text Box 28"/>
              <p:cNvSpPr txBox="1">
                <a:spLocks noChangeArrowheads="1"/>
              </p:cNvSpPr>
              <p:nvPr/>
            </p:nvSpPr>
            <p:spPr bwMode="auto">
              <a:xfrm>
                <a:off x="1050" y="1914"/>
                <a:ext cx="282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r" eaLnBrk="1" hangingPunct="1">
                  <a:spcBef>
                    <a:spcPct val="50000"/>
                  </a:spcBef>
                </a:pPr>
                <a:r>
                  <a:rPr lang="en-US" sz="2300">
                    <a:cs typeface="Arial" panose="020B0604020202020204" pitchFamily="34" charset="0"/>
                  </a:rPr>
                  <a:t>¾</a:t>
                </a:r>
              </a:p>
            </p:txBody>
          </p:sp>
          <p:sp>
            <p:nvSpPr>
              <p:cNvPr id="16415" name="Text Box 29"/>
              <p:cNvSpPr txBox="1">
                <a:spLocks noChangeArrowheads="1"/>
              </p:cNvSpPr>
              <p:nvPr/>
            </p:nvSpPr>
            <p:spPr bwMode="auto">
              <a:xfrm>
                <a:off x="1050" y="2394"/>
                <a:ext cx="282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r" eaLnBrk="1" hangingPunct="1">
                  <a:spcBef>
                    <a:spcPct val="50000"/>
                  </a:spcBef>
                </a:pPr>
                <a:r>
                  <a:rPr lang="en-US" sz="2300">
                    <a:cs typeface="Arial" panose="020B0604020202020204" pitchFamily="34" charset="0"/>
                  </a:rPr>
                  <a:t>½</a:t>
                </a:r>
              </a:p>
            </p:txBody>
          </p:sp>
          <p:sp>
            <p:nvSpPr>
              <p:cNvPr id="16416" name="Text Box 30"/>
              <p:cNvSpPr txBox="1">
                <a:spLocks noChangeArrowheads="1"/>
              </p:cNvSpPr>
              <p:nvPr/>
            </p:nvSpPr>
            <p:spPr bwMode="auto">
              <a:xfrm>
                <a:off x="1044" y="2874"/>
                <a:ext cx="282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r" eaLnBrk="1" hangingPunct="1">
                  <a:spcBef>
                    <a:spcPct val="50000"/>
                  </a:spcBef>
                </a:pPr>
                <a:r>
                  <a:rPr lang="en-US" sz="2300">
                    <a:cs typeface="Arial" panose="020B0604020202020204" pitchFamily="34" charset="0"/>
                  </a:rPr>
                  <a:t>¼</a:t>
                </a:r>
              </a:p>
            </p:txBody>
          </p:sp>
          <p:sp>
            <p:nvSpPr>
              <p:cNvPr id="16417" name="Text Box 31"/>
              <p:cNvSpPr txBox="1">
                <a:spLocks noChangeArrowheads="1"/>
              </p:cNvSpPr>
              <p:nvPr/>
            </p:nvSpPr>
            <p:spPr bwMode="auto">
              <a:xfrm>
                <a:off x="4428" y="1422"/>
                <a:ext cx="294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2300"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6418" name="Text Box 32"/>
              <p:cNvSpPr txBox="1">
                <a:spLocks noChangeArrowheads="1"/>
              </p:cNvSpPr>
              <p:nvPr/>
            </p:nvSpPr>
            <p:spPr bwMode="auto">
              <a:xfrm>
                <a:off x="4428" y="1908"/>
                <a:ext cx="618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2300">
                    <a:cs typeface="Arial" panose="020B0604020202020204" pitchFamily="34" charset="0"/>
                  </a:rPr>
                  <a:t>1.33</a:t>
                </a:r>
              </a:p>
            </p:txBody>
          </p:sp>
          <p:sp>
            <p:nvSpPr>
              <p:cNvPr id="16419" name="Text Box 33"/>
              <p:cNvSpPr txBox="1">
                <a:spLocks noChangeArrowheads="1"/>
              </p:cNvSpPr>
              <p:nvPr/>
            </p:nvSpPr>
            <p:spPr bwMode="auto">
              <a:xfrm>
                <a:off x="4428" y="2394"/>
                <a:ext cx="294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2300"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6420" name="Text Box 34"/>
              <p:cNvSpPr txBox="1">
                <a:spLocks noChangeArrowheads="1"/>
              </p:cNvSpPr>
              <p:nvPr/>
            </p:nvSpPr>
            <p:spPr bwMode="auto">
              <a:xfrm>
                <a:off x="4428" y="2877"/>
                <a:ext cx="294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2300">
                    <a:cs typeface="Arial" panose="020B0604020202020204" pitchFamily="34" charset="0"/>
                  </a:rPr>
                  <a:t>4</a:t>
                </a:r>
              </a:p>
            </p:txBody>
          </p:sp>
        </p:grpSp>
      </p:grpSp>
      <p:grpSp>
        <p:nvGrpSpPr>
          <p:cNvPr id="16391" name="Group 50"/>
          <p:cNvGrpSpPr/>
          <p:nvPr/>
        </p:nvGrpSpPr>
        <p:grpSpPr bwMode="auto">
          <a:xfrm>
            <a:off x="2468563" y="1800225"/>
            <a:ext cx="4113212" cy="3463925"/>
            <a:chOff x="1555" y="1134"/>
            <a:chExt cx="2591" cy="2182"/>
          </a:xfrm>
        </p:grpSpPr>
        <p:sp>
          <p:nvSpPr>
            <p:cNvPr id="16404" name="Arc 41"/>
            <p:cNvSpPr/>
            <p:nvPr/>
          </p:nvSpPr>
          <p:spPr bwMode="auto">
            <a:xfrm flipH="1" flipV="1">
              <a:off x="1555" y="1134"/>
              <a:ext cx="2578" cy="2033"/>
            </a:xfrm>
            <a:custGeom>
              <a:avLst/>
              <a:gdLst>
                <a:gd name="T0" fmla="*/ 0 w 21330"/>
                <a:gd name="T1" fmla="*/ 0 h 21295"/>
                <a:gd name="T2" fmla="*/ 0 w 21330"/>
                <a:gd name="T3" fmla="*/ 0 h 21295"/>
                <a:gd name="T4" fmla="*/ 0 w 21330"/>
                <a:gd name="T5" fmla="*/ 0 h 21295"/>
                <a:gd name="T6" fmla="*/ 0 60000 65536"/>
                <a:gd name="T7" fmla="*/ 0 60000 65536"/>
                <a:gd name="T8" fmla="*/ 0 60000 65536"/>
                <a:gd name="T9" fmla="*/ 0 w 21330"/>
                <a:gd name="T10" fmla="*/ 0 h 21295"/>
                <a:gd name="T11" fmla="*/ 21330 w 21330"/>
                <a:gd name="T12" fmla="*/ 21295 h 2129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330" h="21295" fill="none" extrusionOk="0">
                  <a:moveTo>
                    <a:pt x="3617" y="0"/>
                  </a:moveTo>
                  <a:cubicBezTo>
                    <a:pt x="12747" y="1551"/>
                    <a:pt x="19871" y="8748"/>
                    <a:pt x="21330" y="17892"/>
                  </a:cubicBezTo>
                </a:path>
                <a:path w="21330" h="21295" stroke="0" extrusionOk="0">
                  <a:moveTo>
                    <a:pt x="3617" y="0"/>
                  </a:moveTo>
                  <a:cubicBezTo>
                    <a:pt x="12747" y="1551"/>
                    <a:pt x="19871" y="8748"/>
                    <a:pt x="21330" y="17892"/>
                  </a:cubicBezTo>
                  <a:lnTo>
                    <a:pt x="0" y="21295"/>
                  </a:lnTo>
                  <a:lnTo>
                    <a:pt x="3617" y="0"/>
                  </a:lnTo>
                  <a:close/>
                </a:path>
              </a:pathLst>
            </a:custGeom>
            <a:noFill/>
            <a:ln w="38100">
              <a:solidFill>
                <a:srgbClr val="0033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5" name="Text Box 42"/>
            <p:cNvSpPr txBox="1">
              <a:spLocks noChangeArrowheads="1"/>
            </p:cNvSpPr>
            <p:nvPr/>
          </p:nvSpPr>
          <p:spPr bwMode="auto">
            <a:xfrm>
              <a:off x="3618" y="3048"/>
              <a:ext cx="528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50000"/>
                </a:spcBef>
              </a:pPr>
              <a:r>
                <a:rPr lang="en-US" sz="2300" i="1">
                  <a:cs typeface="Arial" panose="020B0604020202020204" pitchFamily="34" charset="0"/>
                </a:rPr>
                <a:t>MD</a:t>
              </a:r>
              <a:r>
                <a:rPr lang="en-US" sz="2300" baseline="-25000">
                  <a:cs typeface="Arial" panose="020B0604020202020204" pitchFamily="34" charset="0"/>
                </a:rPr>
                <a:t>1</a:t>
              </a:r>
              <a:endParaRPr lang="en-US" sz="2300" b="1" i="1" baseline="-25000">
                <a:cs typeface="Arial" panose="020B0604020202020204" pitchFamily="34" charset="0"/>
              </a:endParaRPr>
            </a:p>
          </p:txBody>
        </p:sp>
      </p:grpSp>
      <p:grpSp>
        <p:nvGrpSpPr>
          <p:cNvPr id="12" name="Group 61"/>
          <p:cNvGrpSpPr/>
          <p:nvPr/>
        </p:nvGrpSpPr>
        <p:grpSpPr bwMode="auto">
          <a:xfrm>
            <a:off x="2189163" y="3573463"/>
            <a:ext cx="4800600" cy="522287"/>
            <a:chOff x="1379" y="2251"/>
            <a:chExt cx="3024" cy="329"/>
          </a:xfrm>
        </p:grpSpPr>
        <p:sp>
          <p:nvSpPr>
            <p:cNvPr id="16397" name="Text Box 60"/>
            <p:cNvSpPr txBox="1">
              <a:spLocks noChangeArrowheads="1"/>
            </p:cNvSpPr>
            <p:nvPr/>
          </p:nvSpPr>
          <p:spPr bwMode="auto">
            <a:xfrm>
              <a:off x="2237" y="2251"/>
              <a:ext cx="25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400"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6398" name="Line 4"/>
            <p:cNvSpPr>
              <a:spLocks noChangeShapeType="1"/>
            </p:cNvSpPr>
            <p:nvPr/>
          </p:nvSpPr>
          <p:spPr bwMode="auto">
            <a:xfrm>
              <a:off x="1379" y="2538"/>
              <a:ext cx="3024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9" name="Oval 43"/>
            <p:cNvSpPr>
              <a:spLocks noChangeArrowheads="1"/>
            </p:cNvSpPr>
            <p:nvPr/>
          </p:nvSpPr>
          <p:spPr bwMode="auto">
            <a:xfrm>
              <a:off x="2177" y="2493"/>
              <a:ext cx="88" cy="8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 b="1">
                <a:cs typeface="Arial" panose="020B0604020202020204" pitchFamily="34" charset="0"/>
              </a:endParaRPr>
            </a:p>
          </p:txBody>
        </p:sp>
      </p:grpSp>
      <p:sp>
        <p:nvSpPr>
          <p:cNvPr id="16396" name="FlagCount" hidden="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</a:p>
        </p:txBody>
      </p:sp>
      <p:pic>
        <p:nvPicPr>
          <p:cNvPr id="4" name="图片 3" descr="logo-VI系统0630-PPT-12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5" cstate="print"/>
          <a:srcRect t="-37500" b="-37500"/>
          <a:stretch>
            <a:fillRect/>
          </a:stretch>
        </p:blipFill>
        <p:spPr bwMode="auto">
          <a:xfrm flipV="1">
            <a:off x="486381" y="962561"/>
            <a:ext cx="3960000" cy="36000"/>
          </a:xfrm>
          <a:prstGeom prst="rect">
            <a:avLst/>
          </a:prstGeom>
          <a:noFill/>
        </p:spPr>
      </p:pic>
      <p:sp>
        <p:nvSpPr>
          <p:cNvPr id="52" name="Text Box 69"/>
          <p:cNvSpPr txBox="1">
            <a:spLocks noChangeArrowheads="1"/>
          </p:cNvSpPr>
          <p:nvPr/>
        </p:nvSpPr>
        <p:spPr bwMode="auto">
          <a:xfrm>
            <a:off x="3995936" y="1124744"/>
            <a:ext cx="2952328" cy="830997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 调整使货币需求量与货币供给量相等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Text Box 69"/>
          <p:cNvSpPr txBox="1">
            <a:spLocks noChangeArrowheads="1"/>
          </p:cNvSpPr>
          <p:nvPr/>
        </p:nvSpPr>
        <p:spPr bwMode="auto">
          <a:xfrm>
            <a:off x="323528" y="3717032"/>
            <a:ext cx="1368152" cy="830997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均衡货币价值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Text Box 69"/>
          <p:cNvSpPr txBox="1">
            <a:spLocks noChangeArrowheads="1"/>
          </p:cNvSpPr>
          <p:nvPr/>
        </p:nvSpPr>
        <p:spPr bwMode="auto">
          <a:xfrm>
            <a:off x="7452320" y="3645024"/>
            <a:ext cx="1368152" cy="830997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均衡价格水平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Text Box 26"/>
          <p:cNvSpPr txBox="1">
            <a:spLocks noChangeArrowheads="1"/>
          </p:cNvSpPr>
          <p:nvPr/>
        </p:nvSpPr>
        <p:spPr bwMode="auto">
          <a:xfrm>
            <a:off x="6156325" y="5589588"/>
            <a:ext cx="1590675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lnSpc>
                <a:spcPct val="95000"/>
              </a:lnSpc>
              <a:spcBef>
                <a:spcPct val="50000"/>
              </a:spcBef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货币数量</a:t>
            </a:r>
          </a:p>
        </p:txBody>
      </p:sp>
      <p:sp>
        <p:nvSpPr>
          <p:cNvPr id="56" name="Text Box 69"/>
          <p:cNvSpPr txBox="1">
            <a:spLocks noChangeArrowheads="1"/>
          </p:cNvSpPr>
          <p:nvPr/>
        </p:nvSpPr>
        <p:spPr bwMode="auto">
          <a:xfrm>
            <a:off x="3923928" y="5877272"/>
            <a:ext cx="1728192" cy="461665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货币供需图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539552" y="332656"/>
            <a:ext cx="4572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货币数量论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ldLvl="0" animBg="1"/>
      <p:bldP spid="53" grpId="0" bldLvl="0" animBg="1"/>
      <p:bldP spid="54" grpId="0" bldLvl="0" animBg="1"/>
      <p:bldP spid="56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2" name="Group 41"/>
          <p:cNvGrpSpPr/>
          <p:nvPr/>
        </p:nvGrpSpPr>
        <p:grpSpPr bwMode="auto">
          <a:xfrm>
            <a:off x="2989263" y="1400175"/>
            <a:ext cx="1071562" cy="4638675"/>
            <a:chOff x="1883" y="882"/>
            <a:chExt cx="675" cy="2922"/>
          </a:xfrm>
        </p:grpSpPr>
        <p:grpSp>
          <p:nvGrpSpPr>
            <p:cNvPr id="17468" name="Group 42"/>
            <p:cNvGrpSpPr/>
            <p:nvPr/>
          </p:nvGrpSpPr>
          <p:grpSpPr bwMode="auto">
            <a:xfrm>
              <a:off x="1986" y="882"/>
              <a:ext cx="468" cy="2604"/>
              <a:chOff x="1986" y="882"/>
              <a:chExt cx="468" cy="2604"/>
            </a:xfrm>
          </p:grpSpPr>
          <p:sp>
            <p:nvSpPr>
              <p:cNvPr id="17470" name="Line 43"/>
              <p:cNvSpPr>
                <a:spLocks noChangeShapeType="1"/>
              </p:cNvSpPr>
              <p:nvPr/>
            </p:nvSpPr>
            <p:spPr bwMode="auto">
              <a:xfrm flipV="1">
                <a:off x="2220" y="1128"/>
                <a:ext cx="0" cy="2358"/>
              </a:xfrm>
              <a:prstGeom prst="line">
                <a:avLst/>
              </a:prstGeom>
              <a:noFill/>
              <a:ln w="38100">
                <a:solidFill>
                  <a:srgbClr val="003366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71" name="Text Box 44"/>
              <p:cNvSpPr txBox="1">
                <a:spLocks noChangeArrowheads="1"/>
              </p:cNvSpPr>
              <p:nvPr/>
            </p:nvSpPr>
            <p:spPr bwMode="auto">
              <a:xfrm>
                <a:off x="1986" y="882"/>
                <a:ext cx="468" cy="2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5000"/>
                  </a:lnSpc>
                  <a:spcBef>
                    <a:spcPct val="50000"/>
                  </a:spcBef>
                </a:pPr>
                <a:r>
                  <a:rPr lang="en-US" sz="2300" i="1">
                    <a:cs typeface="Arial" panose="020B0604020202020204" pitchFamily="34" charset="0"/>
                  </a:rPr>
                  <a:t>MS</a:t>
                </a:r>
                <a:r>
                  <a:rPr lang="en-US" sz="2300" baseline="-25000">
                    <a:cs typeface="Arial" panose="020B0604020202020204" pitchFamily="34" charset="0"/>
                  </a:rPr>
                  <a:t>1</a:t>
                </a:r>
                <a:endParaRPr lang="en-US" sz="2300" b="1" i="1" baseline="-25000"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469" name="Text Box 45"/>
            <p:cNvSpPr txBox="1">
              <a:spLocks noChangeArrowheads="1"/>
            </p:cNvSpPr>
            <p:nvPr/>
          </p:nvSpPr>
          <p:spPr bwMode="auto">
            <a:xfrm>
              <a:off x="1883" y="3516"/>
              <a:ext cx="67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>
                  <a:cs typeface="Arial" panose="020B0604020202020204" pitchFamily="34" charset="0"/>
                </a:rPr>
                <a:t>1000</a:t>
              </a:r>
            </a:p>
          </p:txBody>
        </p:sp>
      </p:grpSp>
      <p:sp>
        <p:nvSpPr>
          <p:cNvPr id="17413" name="Line 4"/>
          <p:cNvSpPr>
            <a:spLocks noChangeShapeType="1"/>
          </p:cNvSpPr>
          <p:nvPr/>
        </p:nvSpPr>
        <p:spPr bwMode="auto">
          <a:xfrm>
            <a:off x="2189163" y="4029075"/>
            <a:ext cx="4800600" cy="0"/>
          </a:xfrm>
          <a:prstGeom prst="line">
            <a:avLst/>
          </a:prstGeom>
          <a:noFill/>
          <a:ln w="9525">
            <a:solidFill>
              <a:srgbClr val="969696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7415" name="Group 8"/>
          <p:cNvGrpSpPr/>
          <p:nvPr/>
        </p:nvGrpSpPr>
        <p:grpSpPr bwMode="auto">
          <a:xfrm>
            <a:off x="304800" y="1035050"/>
            <a:ext cx="8534400" cy="4506913"/>
            <a:chOff x="192" y="652"/>
            <a:chExt cx="5376" cy="2839"/>
          </a:xfrm>
        </p:grpSpPr>
        <p:grpSp>
          <p:nvGrpSpPr>
            <p:cNvPr id="17442" name="Group 9"/>
            <p:cNvGrpSpPr/>
            <p:nvPr/>
          </p:nvGrpSpPr>
          <p:grpSpPr bwMode="auto">
            <a:xfrm>
              <a:off x="1374" y="1569"/>
              <a:ext cx="86" cy="1453"/>
              <a:chOff x="1374" y="1563"/>
              <a:chExt cx="128" cy="1453"/>
            </a:xfrm>
          </p:grpSpPr>
          <p:sp>
            <p:nvSpPr>
              <p:cNvPr id="17464" name="Line 10"/>
              <p:cNvSpPr>
                <a:spLocks noChangeShapeType="1"/>
              </p:cNvSpPr>
              <p:nvPr/>
            </p:nvSpPr>
            <p:spPr bwMode="auto">
              <a:xfrm>
                <a:off x="1374" y="3016"/>
                <a:ext cx="1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5" name="Line 11"/>
              <p:cNvSpPr>
                <a:spLocks noChangeShapeType="1"/>
              </p:cNvSpPr>
              <p:nvPr/>
            </p:nvSpPr>
            <p:spPr bwMode="auto">
              <a:xfrm>
                <a:off x="1374" y="2051"/>
                <a:ext cx="1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6" name="Line 12"/>
              <p:cNvSpPr>
                <a:spLocks noChangeShapeType="1"/>
              </p:cNvSpPr>
              <p:nvPr/>
            </p:nvSpPr>
            <p:spPr bwMode="auto">
              <a:xfrm>
                <a:off x="1374" y="2532"/>
                <a:ext cx="1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7" name="Line 13"/>
              <p:cNvSpPr>
                <a:spLocks noChangeShapeType="1"/>
              </p:cNvSpPr>
              <p:nvPr/>
            </p:nvSpPr>
            <p:spPr bwMode="auto">
              <a:xfrm>
                <a:off x="1374" y="1563"/>
                <a:ext cx="1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443" name="Group 14"/>
            <p:cNvGrpSpPr/>
            <p:nvPr/>
          </p:nvGrpSpPr>
          <p:grpSpPr bwMode="auto">
            <a:xfrm>
              <a:off x="4320" y="1569"/>
              <a:ext cx="86" cy="1453"/>
              <a:chOff x="1374" y="1563"/>
              <a:chExt cx="128" cy="1453"/>
            </a:xfrm>
          </p:grpSpPr>
          <p:sp>
            <p:nvSpPr>
              <p:cNvPr id="17460" name="Line 15"/>
              <p:cNvSpPr>
                <a:spLocks noChangeShapeType="1"/>
              </p:cNvSpPr>
              <p:nvPr/>
            </p:nvSpPr>
            <p:spPr bwMode="auto">
              <a:xfrm>
                <a:off x="1374" y="3016"/>
                <a:ext cx="1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1" name="Line 16"/>
              <p:cNvSpPr>
                <a:spLocks noChangeShapeType="1"/>
              </p:cNvSpPr>
              <p:nvPr/>
            </p:nvSpPr>
            <p:spPr bwMode="auto">
              <a:xfrm>
                <a:off x="1374" y="2051"/>
                <a:ext cx="1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2" name="Line 17"/>
              <p:cNvSpPr>
                <a:spLocks noChangeShapeType="1"/>
              </p:cNvSpPr>
              <p:nvPr/>
            </p:nvSpPr>
            <p:spPr bwMode="auto">
              <a:xfrm>
                <a:off x="1374" y="2532"/>
                <a:ext cx="1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3" name="Line 18"/>
              <p:cNvSpPr>
                <a:spLocks noChangeShapeType="1"/>
              </p:cNvSpPr>
              <p:nvPr/>
            </p:nvSpPr>
            <p:spPr bwMode="auto">
              <a:xfrm>
                <a:off x="1374" y="1563"/>
                <a:ext cx="1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444" name="Group 19"/>
            <p:cNvGrpSpPr/>
            <p:nvPr/>
          </p:nvGrpSpPr>
          <p:grpSpPr bwMode="auto">
            <a:xfrm>
              <a:off x="192" y="652"/>
              <a:ext cx="5376" cy="2839"/>
              <a:chOff x="192" y="652"/>
              <a:chExt cx="5376" cy="2839"/>
            </a:xfrm>
          </p:grpSpPr>
          <p:grpSp>
            <p:nvGrpSpPr>
              <p:cNvPr id="17445" name="Group 20"/>
              <p:cNvGrpSpPr/>
              <p:nvPr/>
            </p:nvGrpSpPr>
            <p:grpSpPr bwMode="auto">
              <a:xfrm>
                <a:off x="1374" y="881"/>
                <a:ext cx="3031" cy="2610"/>
                <a:chOff x="1973" y="2495"/>
                <a:chExt cx="1151" cy="999"/>
              </a:xfrm>
            </p:grpSpPr>
            <p:sp>
              <p:nvSpPr>
                <p:cNvPr id="17457" name="Line 21"/>
                <p:cNvSpPr>
                  <a:spLocks noChangeShapeType="1"/>
                </p:cNvSpPr>
                <p:nvPr/>
              </p:nvSpPr>
              <p:spPr bwMode="auto">
                <a:xfrm>
                  <a:off x="1976" y="3494"/>
                  <a:ext cx="114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58" name="Line 22"/>
                <p:cNvSpPr>
                  <a:spLocks noChangeShapeType="1"/>
                </p:cNvSpPr>
                <p:nvPr/>
              </p:nvSpPr>
              <p:spPr bwMode="auto">
                <a:xfrm flipV="1">
                  <a:off x="1973" y="2496"/>
                  <a:ext cx="0" cy="99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59" name="Line 23"/>
                <p:cNvSpPr>
                  <a:spLocks noChangeShapeType="1"/>
                </p:cNvSpPr>
                <p:nvPr/>
              </p:nvSpPr>
              <p:spPr bwMode="auto">
                <a:xfrm flipV="1">
                  <a:off x="3124" y="2495"/>
                  <a:ext cx="0" cy="99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7446" name="Text Box 24"/>
              <p:cNvSpPr txBox="1">
                <a:spLocks noChangeArrowheads="1"/>
              </p:cNvSpPr>
              <p:nvPr/>
            </p:nvSpPr>
            <p:spPr bwMode="auto">
              <a:xfrm>
                <a:off x="192" y="652"/>
                <a:ext cx="1140" cy="7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r" eaLnBrk="1" hangingPunct="1">
                  <a:lnSpc>
                    <a:spcPct val="150000"/>
                  </a:lnSpc>
                  <a:spcBef>
                    <a:spcPct val="50000"/>
                  </a:spcBef>
                </a:pPr>
                <a:r>
                  <a:rPr lang="zh-CN" altLang="en-US" sz="24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货币价值</a:t>
                </a:r>
                <a:r>
                  <a:rPr lang="en-US" sz="24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 1/P</a:t>
                </a:r>
              </a:p>
            </p:txBody>
          </p:sp>
          <p:sp>
            <p:nvSpPr>
              <p:cNvPr id="17447" name="Text Box 25"/>
              <p:cNvSpPr txBox="1">
                <a:spLocks noChangeArrowheads="1"/>
              </p:cNvSpPr>
              <p:nvPr/>
            </p:nvSpPr>
            <p:spPr bwMode="auto">
              <a:xfrm>
                <a:off x="4428" y="714"/>
                <a:ext cx="1140" cy="6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95000"/>
                  </a:lnSpc>
                  <a:spcBef>
                    <a:spcPct val="50000"/>
                  </a:spcBef>
                </a:pPr>
                <a:r>
                  <a:rPr lang="zh-CN" altLang="en-US" sz="24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价格水平</a:t>
                </a:r>
                <a:r>
                  <a:rPr lang="en-US" sz="24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 </a:t>
                </a:r>
              </a:p>
              <a:p>
                <a:pPr eaLnBrk="1" hangingPunct="1">
                  <a:lnSpc>
                    <a:spcPct val="95000"/>
                  </a:lnSpc>
                  <a:spcBef>
                    <a:spcPct val="50000"/>
                  </a:spcBef>
                </a:pPr>
                <a:r>
                  <a:rPr lang="en-US" sz="24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P</a:t>
                </a:r>
              </a:p>
            </p:txBody>
          </p:sp>
          <p:sp>
            <p:nvSpPr>
              <p:cNvPr id="17449" name="Text Box 27"/>
              <p:cNvSpPr txBox="1">
                <a:spLocks noChangeArrowheads="1"/>
              </p:cNvSpPr>
              <p:nvPr/>
            </p:nvSpPr>
            <p:spPr bwMode="auto">
              <a:xfrm>
                <a:off x="1038" y="1422"/>
                <a:ext cx="294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r" eaLnBrk="1" hangingPunct="1">
                  <a:spcBef>
                    <a:spcPct val="50000"/>
                  </a:spcBef>
                </a:pPr>
                <a:r>
                  <a:rPr lang="en-US" sz="2300"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7450" name="Text Box 28"/>
              <p:cNvSpPr txBox="1">
                <a:spLocks noChangeArrowheads="1"/>
              </p:cNvSpPr>
              <p:nvPr/>
            </p:nvSpPr>
            <p:spPr bwMode="auto">
              <a:xfrm>
                <a:off x="1050" y="1914"/>
                <a:ext cx="282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r" eaLnBrk="1" hangingPunct="1">
                  <a:spcBef>
                    <a:spcPct val="50000"/>
                  </a:spcBef>
                </a:pPr>
                <a:r>
                  <a:rPr lang="en-US" sz="2300">
                    <a:cs typeface="Arial" panose="020B0604020202020204" pitchFamily="34" charset="0"/>
                  </a:rPr>
                  <a:t>¾</a:t>
                </a:r>
              </a:p>
            </p:txBody>
          </p:sp>
          <p:sp>
            <p:nvSpPr>
              <p:cNvPr id="17451" name="Text Box 29"/>
              <p:cNvSpPr txBox="1">
                <a:spLocks noChangeArrowheads="1"/>
              </p:cNvSpPr>
              <p:nvPr/>
            </p:nvSpPr>
            <p:spPr bwMode="auto">
              <a:xfrm>
                <a:off x="1050" y="2394"/>
                <a:ext cx="282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r" eaLnBrk="1" hangingPunct="1">
                  <a:spcBef>
                    <a:spcPct val="50000"/>
                  </a:spcBef>
                </a:pPr>
                <a:r>
                  <a:rPr lang="en-US" sz="2300">
                    <a:cs typeface="Arial" panose="020B0604020202020204" pitchFamily="34" charset="0"/>
                  </a:rPr>
                  <a:t>½</a:t>
                </a:r>
              </a:p>
            </p:txBody>
          </p:sp>
          <p:sp>
            <p:nvSpPr>
              <p:cNvPr id="17452" name="Text Box 30"/>
              <p:cNvSpPr txBox="1">
                <a:spLocks noChangeArrowheads="1"/>
              </p:cNvSpPr>
              <p:nvPr/>
            </p:nvSpPr>
            <p:spPr bwMode="auto">
              <a:xfrm>
                <a:off x="1044" y="2874"/>
                <a:ext cx="282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r" eaLnBrk="1" hangingPunct="1">
                  <a:spcBef>
                    <a:spcPct val="50000"/>
                  </a:spcBef>
                </a:pPr>
                <a:r>
                  <a:rPr lang="en-US" sz="2300">
                    <a:cs typeface="Arial" panose="020B0604020202020204" pitchFamily="34" charset="0"/>
                  </a:rPr>
                  <a:t>¼</a:t>
                </a:r>
              </a:p>
            </p:txBody>
          </p:sp>
          <p:sp>
            <p:nvSpPr>
              <p:cNvPr id="17453" name="Text Box 31"/>
              <p:cNvSpPr txBox="1">
                <a:spLocks noChangeArrowheads="1"/>
              </p:cNvSpPr>
              <p:nvPr/>
            </p:nvSpPr>
            <p:spPr bwMode="auto">
              <a:xfrm>
                <a:off x="4428" y="1422"/>
                <a:ext cx="294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2300"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7454" name="Text Box 32"/>
              <p:cNvSpPr txBox="1">
                <a:spLocks noChangeArrowheads="1"/>
              </p:cNvSpPr>
              <p:nvPr/>
            </p:nvSpPr>
            <p:spPr bwMode="auto">
              <a:xfrm>
                <a:off x="4428" y="1908"/>
                <a:ext cx="618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2300">
                    <a:cs typeface="Arial" panose="020B0604020202020204" pitchFamily="34" charset="0"/>
                  </a:rPr>
                  <a:t>1.33</a:t>
                </a:r>
              </a:p>
            </p:txBody>
          </p:sp>
          <p:sp>
            <p:nvSpPr>
              <p:cNvPr id="17455" name="Text Box 33"/>
              <p:cNvSpPr txBox="1">
                <a:spLocks noChangeArrowheads="1"/>
              </p:cNvSpPr>
              <p:nvPr/>
            </p:nvSpPr>
            <p:spPr bwMode="auto">
              <a:xfrm>
                <a:off x="4428" y="2394"/>
                <a:ext cx="294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2300"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7456" name="Text Box 34"/>
              <p:cNvSpPr txBox="1">
                <a:spLocks noChangeArrowheads="1"/>
              </p:cNvSpPr>
              <p:nvPr/>
            </p:nvSpPr>
            <p:spPr bwMode="auto">
              <a:xfrm>
                <a:off x="4428" y="2877"/>
                <a:ext cx="294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2300">
                    <a:cs typeface="Arial" panose="020B0604020202020204" pitchFamily="34" charset="0"/>
                  </a:rPr>
                  <a:t>4</a:t>
                </a:r>
              </a:p>
            </p:txBody>
          </p:sp>
        </p:grpSp>
      </p:grpSp>
      <p:grpSp>
        <p:nvGrpSpPr>
          <p:cNvPr id="17416" name="Group 35"/>
          <p:cNvGrpSpPr/>
          <p:nvPr/>
        </p:nvGrpSpPr>
        <p:grpSpPr bwMode="auto">
          <a:xfrm>
            <a:off x="2468563" y="1800225"/>
            <a:ext cx="4113212" cy="3463925"/>
            <a:chOff x="1555" y="1134"/>
            <a:chExt cx="2591" cy="2182"/>
          </a:xfrm>
        </p:grpSpPr>
        <p:sp>
          <p:nvSpPr>
            <p:cNvPr id="17440" name="Arc 36"/>
            <p:cNvSpPr/>
            <p:nvPr/>
          </p:nvSpPr>
          <p:spPr bwMode="auto">
            <a:xfrm flipH="1" flipV="1">
              <a:off x="1555" y="1134"/>
              <a:ext cx="2578" cy="2033"/>
            </a:xfrm>
            <a:custGeom>
              <a:avLst/>
              <a:gdLst>
                <a:gd name="T0" fmla="*/ 0 w 21330"/>
                <a:gd name="T1" fmla="*/ 0 h 21295"/>
                <a:gd name="T2" fmla="*/ 0 w 21330"/>
                <a:gd name="T3" fmla="*/ 0 h 21295"/>
                <a:gd name="T4" fmla="*/ 0 w 21330"/>
                <a:gd name="T5" fmla="*/ 0 h 21295"/>
                <a:gd name="T6" fmla="*/ 0 60000 65536"/>
                <a:gd name="T7" fmla="*/ 0 60000 65536"/>
                <a:gd name="T8" fmla="*/ 0 60000 65536"/>
                <a:gd name="T9" fmla="*/ 0 w 21330"/>
                <a:gd name="T10" fmla="*/ 0 h 21295"/>
                <a:gd name="T11" fmla="*/ 21330 w 21330"/>
                <a:gd name="T12" fmla="*/ 21295 h 2129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330" h="21295" fill="none" extrusionOk="0">
                  <a:moveTo>
                    <a:pt x="3617" y="0"/>
                  </a:moveTo>
                  <a:cubicBezTo>
                    <a:pt x="12747" y="1551"/>
                    <a:pt x="19871" y="8748"/>
                    <a:pt x="21330" y="17892"/>
                  </a:cubicBezTo>
                </a:path>
                <a:path w="21330" h="21295" stroke="0" extrusionOk="0">
                  <a:moveTo>
                    <a:pt x="3617" y="0"/>
                  </a:moveTo>
                  <a:cubicBezTo>
                    <a:pt x="12747" y="1551"/>
                    <a:pt x="19871" y="8748"/>
                    <a:pt x="21330" y="17892"/>
                  </a:cubicBezTo>
                  <a:lnTo>
                    <a:pt x="0" y="21295"/>
                  </a:lnTo>
                  <a:lnTo>
                    <a:pt x="3617" y="0"/>
                  </a:lnTo>
                  <a:close/>
                </a:path>
              </a:pathLst>
            </a:custGeom>
            <a:noFill/>
            <a:ln w="38100">
              <a:solidFill>
                <a:srgbClr val="0033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1" name="Text Box 37"/>
            <p:cNvSpPr txBox="1">
              <a:spLocks noChangeArrowheads="1"/>
            </p:cNvSpPr>
            <p:nvPr/>
          </p:nvSpPr>
          <p:spPr bwMode="auto">
            <a:xfrm>
              <a:off x="3618" y="3048"/>
              <a:ext cx="528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50000"/>
                </a:spcBef>
              </a:pPr>
              <a:r>
                <a:rPr lang="en-US" sz="2300" i="1">
                  <a:cs typeface="Arial" panose="020B0604020202020204" pitchFamily="34" charset="0"/>
                </a:rPr>
                <a:t>MD</a:t>
              </a:r>
              <a:r>
                <a:rPr lang="en-US" sz="2300" baseline="-25000">
                  <a:cs typeface="Arial" panose="020B0604020202020204" pitchFamily="34" charset="0"/>
                </a:rPr>
                <a:t>1</a:t>
              </a:r>
              <a:endParaRPr lang="en-US" sz="2300" b="1" i="1" baseline="-25000">
                <a:cs typeface="Arial" panose="020B0604020202020204" pitchFamily="34" charset="0"/>
              </a:endParaRPr>
            </a:p>
          </p:txBody>
        </p:sp>
      </p:grpSp>
      <p:sp>
        <p:nvSpPr>
          <p:cNvPr id="17417" name="Oval 38"/>
          <p:cNvSpPr>
            <a:spLocks noChangeArrowheads="1"/>
          </p:cNvSpPr>
          <p:nvPr/>
        </p:nvSpPr>
        <p:spPr bwMode="auto">
          <a:xfrm>
            <a:off x="3455988" y="3957638"/>
            <a:ext cx="139700" cy="138112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dash"/>
                <a:round/>
              </a14:hiddenLine>
            </a:ext>
          </a:extLst>
        </p:spPr>
        <p:txBody>
          <a:bodyPr wrap="none" anchor="ctr"/>
          <a:lstStyle/>
          <a:p>
            <a:endParaRPr lang="en-US" b="1">
              <a:cs typeface="Arial" panose="020B0604020202020204" pitchFamily="34" charset="0"/>
            </a:endParaRPr>
          </a:p>
        </p:txBody>
      </p:sp>
      <p:sp>
        <p:nvSpPr>
          <p:cNvPr id="17436" name="Line 55"/>
          <p:cNvSpPr>
            <a:spLocks noChangeShapeType="1"/>
          </p:cNvSpPr>
          <p:nvPr/>
        </p:nvSpPr>
        <p:spPr bwMode="auto">
          <a:xfrm rot="10800000" flipH="1">
            <a:off x="1115681" y="-1103291"/>
            <a:ext cx="671584" cy="0"/>
          </a:xfrm>
          <a:prstGeom prst="line">
            <a:avLst/>
          </a:prstGeom>
          <a:noFill/>
          <a:ln w="34925">
            <a:solidFill>
              <a:schemeClr val="tx1"/>
            </a:solidFill>
            <a:rou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1" name="Text Box 58"/>
          <p:cNvSpPr txBox="1">
            <a:spLocks noChangeArrowheads="1"/>
          </p:cNvSpPr>
          <p:nvPr/>
        </p:nvSpPr>
        <p:spPr bwMode="auto">
          <a:xfrm>
            <a:off x="3551238" y="3573463"/>
            <a:ext cx="403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>
                <a:cs typeface="Arial" panose="020B0604020202020204" pitchFamily="34" charset="0"/>
              </a:rPr>
              <a:t>A</a:t>
            </a:r>
          </a:p>
        </p:txBody>
      </p:sp>
      <p:grpSp>
        <p:nvGrpSpPr>
          <p:cNvPr id="12" name="Group 46"/>
          <p:cNvGrpSpPr/>
          <p:nvPr/>
        </p:nvGrpSpPr>
        <p:grpSpPr bwMode="auto">
          <a:xfrm>
            <a:off x="4348163" y="1400175"/>
            <a:ext cx="1071562" cy="4638675"/>
            <a:chOff x="2739" y="882"/>
            <a:chExt cx="675" cy="2922"/>
          </a:xfrm>
        </p:grpSpPr>
        <p:grpSp>
          <p:nvGrpSpPr>
            <p:cNvPr id="17432" name="Group 47"/>
            <p:cNvGrpSpPr/>
            <p:nvPr/>
          </p:nvGrpSpPr>
          <p:grpSpPr bwMode="auto">
            <a:xfrm>
              <a:off x="2842" y="882"/>
              <a:ext cx="468" cy="2604"/>
              <a:chOff x="2842" y="882"/>
              <a:chExt cx="468" cy="2604"/>
            </a:xfrm>
          </p:grpSpPr>
          <p:sp>
            <p:nvSpPr>
              <p:cNvPr id="17434" name="Line 48"/>
              <p:cNvSpPr>
                <a:spLocks noChangeShapeType="1"/>
              </p:cNvSpPr>
              <p:nvPr/>
            </p:nvSpPr>
            <p:spPr bwMode="auto">
              <a:xfrm flipV="1">
                <a:off x="3076" y="1128"/>
                <a:ext cx="0" cy="2358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35" name="Text Box 49"/>
              <p:cNvSpPr txBox="1">
                <a:spLocks noChangeArrowheads="1"/>
              </p:cNvSpPr>
              <p:nvPr/>
            </p:nvSpPr>
            <p:spPr bwMode="auto">
              <a:xfrm>
                <a:off x="2842" y="882"/>
                <a:ext cx="468" cy="2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5000"/>
                  </a:lnSpc>
                  <a:spcBef>
                    <a:spcPct val="50000"/>
                  </a:spcBef>
                </a:pPr>
                <a:r>
                  <a:rPr lang="en-US" sz="2300" i="1">
                    <a:cs typeface="Arial" panose="020B0604020202020204" pitchFamily="34" charset="0"/>
                  </a:rPr>
                  <a:t>MS</a:t>
                </a:r>
                <a:r>
                  <a:rPr lang="en-US" sz="2300" baseline="-25000">
                    <a:cs typeface="Arial" panose="020B0604020202020204" pitchFamily="34" charset="0"/>
                  </a:rPr>
                  <a:t>2</a:t>
                </a:r>
                <a:endParaRPr lang="en-US" sz="2300" b="1" i="1" baseline="-25000"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433" name="Text Box 50"/>
            <p:cNvSpPr txBox="1">
              <a:spLocks noChangeArrowheads="1"/>
            </p:cNvSpPr>
            <p:nvPr/>
          </p:nvSpPr>
          <p:spPr bwMode="auto">
            <a:xfrm>
              <a:off x="2739" y="3516"/>
              <a:ext cx="67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>
                  <a:cs typeface="Arial" panose="020B0604020202020204" pitchFamily="34" charset="0"/>
                </a:rPr>
                <a:t>2000</a:t>
              </a:r>
            </a:p>
          </p:txBody>
        </p:sp>
      </p:grpSp>
      <p:grpSp>
        <p:nvGrpSpPr>
          <p:cNvPr id="14" name="Group 61"/>
          <p:cNvGrpSpPr/>
          <p:nvPr/>
        </p:nvGrpSpPr>
        <p:grpSpPr bwMode="auto">
          <a:xfrm>
            <a:off x="2190750" y="4340225"/>
            <a:ext cx="4800600" cy="522288"/>
            <a:chOff x="1380" y="2734"/>
            <a:chExt cx="3024" cy="329"/>
          </a:xfrm>
        </p:grpSpPr>
        <p:sp>
          <p:nvSpPr>
            <p:cNvPr id="17429" name="Text Box 59"/>
            <p:cNvSpPr txBox="1">
              <a:spLocks noChangeArrowheads="1"/>
            </p:cNvSpPr>
            <p:nvPr/>
          </p:nvSpPr>
          <p:spPr bwMode="auto">
            <a:xfrm>
              <a:off x="3118" y="2734"/>
              <a:ext cx="25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400"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7430" name="Line 3"/>
            <p:cNvSpPr>
              <a:spLocks noChangeShapeType="1"/>
            </p:cNvSpPr>
            <p:nvPr/>
          </p:nvSpPr>
          <p:spPr bwMode="auto">
            <a:xfrm>
              <a:off x="1380" y="3023"/>
              <a:ext cx="3024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1" name="Oval 39"/>
            <p:cNvSpPr>
              <a:spLocks noChangeArrowheads="1"/>
            </p:cNvSpPr>
            <p:nvPr/>
          </p:nvSpPr>
          <p:spPr bwMode="auto">
            <a:xfrm>
              <a:off x="3032" y="2976"/>
              <a:ext cx="88" cy="8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 b="1">
                <a:cs typeface="Arial" panose="020B0604020202020204" pitchFamily="34" charset="0"/>
              </a:endParaRPr>
            </a:p>
          </p:txBody>
        </p:sp>
      </p:grpSp>
      <p:sp>
        <p:nvSpPr>
          <p:cNvPr id="74816" name="Line 64"/>
          <p:cNvSpPr>
            <a:spLocks noChangeShapeType="1"/>
          </p:cNvSpPr>
          <p:nvPr/>
        </p:nvSpPr>
        <p:spPr bwMode="auto">
          <a:xfrm rot="10800000" flipV="1">
            <a:off x="2179638" y="4027488"/>
            <a:ext cx="0" cy="766762"/>
          </a:xfrm>
          <a:prstGeom prst="line">
            <a:avLst/>
          </a:prstGeom>
          <a:noFill/>
          <a:ln w="50800">
            <a:solidFill>
              <a:srgbClr val="990033"/>
            </a:solidFill>
            <a:rou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817" name="Line 65"/>
          <p:cNvSpPr>
            <a:spLocks noChangeShapeType="1"/>
          </p:cNvSpPr>
          <p:nvPr/>
        </p:nvSpPr>
        <p:spPr bwMode="auto">
          <a:xfrm rot="10800000" flipV="1">
            <a:off x="6989763" y="4017963"/>
            <a:ext cx="0" cy="766762"/>
          </a:xfrm>
          <a:prstGeom prst="line">
            <a:avLst/>
          </a:prstGeom>
          <a:noFill/>
          <a:ln w="50800">
            <a:solidFill>
              <a:srgbClr val="990033"/>
            </a:solidFill>
            <a:rou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8" name="FlagCount" hidden="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</a:p>
        </p:txBody>
      </p:sp>
      <p:pic>
        <p:nvPicPr>
          <p:cNvPr id="4" name="图片 3" descr="logo-VI系统0630-PPT-12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5" cstate="print"/>
          <a:srcRect t="-37500" b="-37500"/>
          <a:stretch>
            <a:fillRect/>
          </a:stretch>
        </p:blipFill>
        <p:spPr bwMode="auto">
          <a:xfrm flipV="1">
            <a:off x="486381" y="962561"/>
            <a:ext cx="3960000" cy="36000"/>
          </a:xfrm>
          <a:prstGeom prst="rect">
            <a:avLst/>
          </a:prstGeom>
          <a:noFill/>
        </p:spPr>
      </p:pic>
      <p:sp>
        <p:nvSpPr>
          <p:cNvPr id="64" name="矩形 63"/>
          <p:cNvSpPr/>
          <p:nvPr/>
        </p:nvSpPr>
        <p:spPr>
          <a:xfrm>
            <a:off x="539552" y="332656"/>
            <a:ext cx="4572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货币数量论</a:t>
            </a:r>
          </a:p>
        </p:txBody>
      </p:sp>
      <p:sp>
        <p:nvSpPr>
          <p:cNvPr id="65" name="Text Box 69"/>
          <p:cNvSpPr txBox="1">
            <a:spLocks noChangeArrowheads="1"/>
          </p:cNvSpPr>
          <p:nvPr/>
        </p:nvSpPr>
        <p:spPr bwMode="auto">
          <a:xfrm>
            <a:off x="3779912" y="6021288"/>
            <a:ext cx="1728192" cy="461665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货币供需图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6" name="Text Box 26"/>
          <p:cNvSpPr txBox="1">
            <a:spLocks noChangeArrowheads="1"/>
          </p:cNvSpPr>
          <p:nvPr/>
        </p:nvSpPr>
        <p:spPr bwMode="auto">
          <a:xfrm>
            <a:off x="6156325" y="5589588"/>
            <a:ext cx="1590675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lnSpc>
                <a:spcPct val="95000"/>
              </a:lnSpc>
              <a:spcBef>
                <a:spcPct val="50000"/>
              </a:spcBef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货币数量</a:t>
            </a:r>
          </a:p>
        </p:txBody>
      </p:sp>
      <p:sp>
        <p:nvSpPr>
          <p:cNvPr id="67" name="Line 55"/>
          <p:cNvSpPr>
            <a:spLocks noChangeShapeType="1"/>
          </p:cNvSpPr>
          <p:nvPr/>
        </p:nvSpPr>
        <p:spPr bwMode="auto">
          <a:xfrm rot="10800000" flipH="1">
            <a:off x="3635896" y="1916832"/>
            <a:ext cx="1103632" cy="0"/>
          </a:xfrm>
          <a:prstGeom prst="line">
            <a:avLst/>
          </a:prstGeom>
          <a:noFill/>
          <a:ln w="34925">
            <a:solidFill>
              <a:schemeClr val="tx1"/>
            </a:solidFill>
            <a:rou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" name="Text Box 69"/>
          <p:cNvSpPr txBox="1">
            <a:spLocks noChangeArrowheads="1"/>
          </p:cNvSpPr>
          <p:nvPr/>
        </p:nvSpPr>
        <p:spPr bwMode="auto">
          <a:xfrm>
            <a:off x="3707904" y="2060848"/>
            <a:ext cx="864096" cy="156966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央行增加货币供给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Text Box 69"/>
          <p:cNvSpPr txBox="1">
            <a:spLocks noChangeArrowheads="1"/>
          </p:cNvSpPr>
          <p:nvPr/>
        </p:nvSpPr>
        <p:spPr bwMode="auto">
          <a:xfrm>
            <a:off x="5076056" y="2060848"/>
            <a:ext cx="1152128" cy="156966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则货币价值会下降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P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会上升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70" name="Text Box 69"/>
          <p:cNvSpPr txBox="1">
            <a:spLocks noChangeArrowheads="1"/>
          </p:cNvSpPr>
          <p:nvPr/>
        </p:nvSpPr>
        <p:spPr bwMode="auto">
          <a:xfrm>
            <a:off x="467544" y="4365104"/>
            <a:ext cx="1224136" cy="830997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均衡货币供给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Text Box 69"/>
          <p:cNvSpPr txBox="1">
            <a:spLocks noChangeArrowheads="1"/>
          </p:cNvSpPr>
          <p:nvPr/>
        </p:nvSpPr>
        <p:spPr bwMode="auto">
          <a:xfrm>
            <a:off x="7380312" y="4365104"/>
            <a:ext cx="1224136" cy="830997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均衡价格水平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4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4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816" grpId="0" bldLvl="0" animBg="1"/>
      <p:bldP spid="74817" grpId="0" bldLvl="0" animBg="1"/>
      <p:bldP spid="65" grpId="0" bldLvl="0" animBg="1"/>
      <p:bldP spid="68" grpId="0" bldLvl="0" animBg="1"/>
      <p:bldP spid="69" grpId="0" bldLvl="0" animBg="1"/>
      <p:bldP spid="70" grpId="0" bldLvl="0" animBg="1"/>
      <p:bldP spid="71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3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433070" y="1310005"/>
            <a:ext cx="817181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货币增发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的影响：货币供需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显示，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 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 导致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 上升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这是如何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发生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呢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 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indent="-342900" algn="l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 增加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导致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供给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过剩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685800" indent="-342900" algn="l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人们将多余的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花在</a:t>
            </a:r>
            <a:r>
              <a:rPr 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商品和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或将其借给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其他人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</a:t>
            </a:r>
            <a:r>
              <a:rPr 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和服务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indent="-342900" algn="l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和服务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的需求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但是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和服务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的供给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并没有增加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所以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价格必然上涨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67544" y="548680"/>
            <a:ext cx="4572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货币数量论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3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611560" y="1340768"/>
            <a:ext cx="7746365" cy="4965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名义变量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vs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实际变量</a:t>
            </a:r>
            <a:endParaRPr 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3800"/>
              </a:lnSpc>
              <a:buFont typeface="Wingdings" panose="05000000000000000000" pitchFamily="2" charset="2"/>
              <a:buChar char="ü"/>
            </a:pP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名义变量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的数量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计量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1257300" lvl="2" indent="-342900">
              <a:lnSpc>
                <a:spcPts val="38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比如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：名义 GDP、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名义工资、名义利息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>
              <a:lnSpc>
                <a:spcPts val="38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名义工资：以人民币数量衡量的工资</a:t>
            </a:r>
          </a:p>
          <a:p>
            <a:pPr marL="1257300" lvl="2" indent="-342900">
              <a:lnSpc>
                <a:spcPts val="3800"/>
              </a:lnSpc>
              <a:buFont typeface="Arial" panose="020B0604020202020204" pitchFamily="34" charset="0"/>
              <a:buChar char="•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名义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利息：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人民币数量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衡量的回报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3800"/>
              </a:lnSpc>
              <a:buFont typeface="Wingdings" panose="05000000000000000000" pitchFamily="2" charset="2"/>
              <a:buChar char="ü"/>
            </a:pP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实际变量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产品的数量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衡量，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去除</a:t>
            </a:r>
            <a:r>
              <a:rPr lang="zh-CN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价格上涨</a:t>
            </a:r>
            <a:r>
              <a:rPr lang="zh-CN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因素或者</a:t>
            </a:r>
            <a:r>
              <a:rPr lang="zh-CN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去除通货膨胀</a:t>
            </a:r>
            <a:r>
              <a:rPr lang="zh-CN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>
              <a:lnSpc>
                <a:spcPts val="38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比如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：实际 GDP、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实际工资、实际利息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>
              <a:lnSpc>
                <a:spcPts val="3800"/>
              </a:lnSpc>
              <a:buFont typeface="Arial" panose="020B0604020202020204" pitchFamily="34" charset="0"/>
              <a:buChar char="•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实际工资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以产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品数量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衡量</a:t>
            </a:r>
            <a:endParaRPr 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>
              <a:lnSpc>
                <a:spcPts val="38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实际利息：扣除通货膨胀后的回报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67544" y="548680"/>
            <a:ext cx="4572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货币数量论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3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433069" y="1383964"/>
            <a:ext cx="831539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价格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以货币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数量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来衡量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，是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名义变量</a:t>
            </a:r>
            <a:endParaRPr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indent="-342900" algn="l" fontAlgn="auto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盘的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价格：15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元人民币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披萨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的价格：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人民币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相对价格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一种商品相对于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（除以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）另一种商品的价格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就披萨而言，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盘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的相对价格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如下：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Group 12"/>
          <p:cNvGrpSpPr/>
          <p:nvPr/>
        </p:nvGrpSpPr>
        <p:grpSpPr bwMode="auto">
          <a:xfrm>
            <a:off x="941388" y="4254500"/>
            <a:ext cx="2019300" cy="930275"/>
            <a:chOff x="509" y="2975"/>
            <a:chExt cx="1272" cy="586"/>
          </a:xfrm>
        </p:grpSpPr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545" y="2975"/>
              <a:ext cx="103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</a:t>
              </a:r>
              <a:r>
                <a:rPr lang="zh-CN" altLang="en-US"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盘的价格</a:t>
              </a:r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548" y="3270"/>
              <a:ext cx="108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的价格披萨</a:t>
              </a:r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>
              <a:off x="509" y="3282"/>
              <a:ext cx="1272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1" name="Group 14"/>
          <p:cNvGrpSpPr/>
          <p:nvPr/>
        </p:nvGrpSpPr>
        <p:grpSpPr bwMode="auto">
          <a:xfrm>
            <a:off x="3149599" y="4281488"/>
            <a:ext cx="2130425" cy="901700"/>
            <a:chOff x="1963" y="2915"/>
            <a:chExt cx="1342" cy="568"/>
          </a:xfrm>
        </p:grpSpPr>
        <p:grpSp>
          <p:nvGrpSpPr>
            <p:cNvPr id="20493" name="Group 11"/>
            <p:cNvGrpSpPr/>
            <p:nvPr/>
          </p:nvGrpSpPr>
          <p:grpSpPr bwMode="auto">
            <a:xfrm>
              <a:off x="2265" y="2915"/>
              <a:ext cx="1040" cy="568"/>
              <a:chOff x="2034" y="2992"/>
              <a:chExt cx="1040" cy="568"/>
            </a:xfrm>
          </p:grpSpPr>
          <p:sp>
            <p:nvSpPr>
              <p:cNvPr id="20495" name="Rectangle 7"/>
              <p:cNvSpPr>
                <a:spLocks noChangeArrowheads="1"/>
              </p:cNvSpPr>
              <p:nvPr/>
            </p:nvSpPr>
            <p:spPr bwMode="auto">
              <a:xfrm>
                <a:off x="2034" y="2992"/>
                <a:ext cx="95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15</a:t>
                </a:r>
                <a:r>
                  <a:rPr lang="zh-CN" altLang="en-US" sz="2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元</a:t>
                </a:r>
                <a:r>
                  <a:rPr lang="en-US" sz="2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/U</a:t>
                </a:r>
                <a:r>
                  <a:rPr lang="zh-CN" altLang="en-US" sz="2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盘</a:t>
                </a:r>
                <a:endParaRPr lang="en-US"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496" name="Rectangle 8"/>
              <p:cNvSpPr>
                <a:spLocks noChangeArrowheads="1"/>
              </p:cNvSpPr>
              <p:nvPr/>
            </p:nvSpPr>
            <p:spPr bwMode="auto">
              <a:xfrm>
                <a:off x="2065" y="3269"/>
                <a:ext cx="100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30</a:t>
                </a:r>
                <a:r>
                  <a:rPr lang="zh-CN" altLang="en-US" sz="2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元</a:t>
                </a:r>
                <a:r>
                  <a:rPr lang="en-US" sz="2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sz="2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披萨</a:t>
                </a:r>
              </a:p>
            </p:txBody>
          </p:sp>
          <p:sp>
            <p:nvSpPr>
              <p:cNvPr id="20497" name="Line 9"/>
              <p:cNvSpPr>
                <a:spLocks noChangeShapeType="1"/>
              </p:cNvSpPr>
              <p:nvPr/>
            </p:nvSpPr>
            <p:spPr bwMode="auto">
              <a:xfrm>
                <a:off x="2075" y="3280"/>
                <a:ext cx="910" cy="0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20494" name="Rectangle 13"/>
            <p:cNvSpPr>
              <a:spLocks noChangeArrowheads="1"/>
            </p:cNvSpPr>
            <p:nvPr/>
          </p:nvSpPr>
          <p:spPr bwMode="auto">
            <a:xfrm>
              <a:off x="1963" y="3051"/>
              <a:ext cx="249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sz="2700">
                  <a:latin typeface="Arial" panose="020B0604020202020204"/>
                  <a:cs typeface="Arial" panose="020B0604020202020204"/>
                </a:rPr>
                <a:t>=</a:t>
              </a:r>
            </a:p>
          </p:txBody>
        </p:sp>
      </p:grpSp>
      <p:sp>
        <p:nvSpPr>
          <p:cNvPr id="20491" name="Rectangle 10"/>
          <p:cNvSpPr>
            <a:spLocks noChangeArrowheads="1"/>
          </p:cNvSpPr>
          <p:nvPr/>
        </p:nvSpPr>
        <p:spPr bwMode="auto">
          <a:xfrm>
            <a:off x="5305425" y="4489455"/>
            <a:ext cx="32385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 0.5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个披萨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/U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盘</a:t>
            </a:r>
            <a:endParaRPr 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43280" y="5399405"/>
            <a:ext cx="7643496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相对价格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产出数量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衡量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，因此它们是</a:t>
            </a:r>
            <a:r>
              <a:rPr 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endParaRPr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67544" y="548680"/>
            <a:ext cx="4572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货币数量论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3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433281" y="1390164"/>
            <a:ext cx="860342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名义工资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vs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实际工资</a:t>
            </a:r>
            <a:endParaRPr 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名义工资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>
              <a:lnSpc>
                <a:spcPct val="160000"/>
              </a:lnSpc>
              <a:buFont typeface="Wingdings" panose="05000000000000000000" charset="0"/>
              <a:buNone/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W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名义工资 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劳动力价格，例如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 元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/小时</a:t>
            </a:r>
          </a:p>
          <a:p>
            <a:pPr indent="0" algn="l">
              <a:lnSpc>
                <a:spcPct val="160000"/>
              </a:lnSpc>
              <a:buFont typeface="Wingdings" panose="05000000000000000000" charset="0"/>
              <a:buNone/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 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价格水平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商品和服务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价格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，例如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元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/单位产出</a:t>
            </a:r>
          </a:p>
          <a:p>
            <a:pPr marL="342900" indent="-34290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实际工资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相对于产出价格的劳动价格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，是一种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相对价格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Group 15"/>
          <p:cNvGrpSpPr/>
          <p:nvPr/>
        </p:nvGrpSpPr>
        <p:grpSpPr bwMode="auto">
          <a:xfrm>
            <a:off x="749630" y="4452872"/>
            <a:ext cx="496888" cy="933450"/>
            <a:chOff x="558" y="2716"/>
            <a:chExt cx="313" cy="588"/>
          </a:xfrm>
        </p:grpSpPr>
        <p:sp>
          <p:nvSpPr>
            <p:cNvPr id="3" name="Rectangle 5"/>
            <p:cNvSpPr>
              <a:spLocks noChangeArrowheads="1"/>
            </p:cNvSpPr>
            <p:nvPr/>
          </p:nvSpPr>
          <p:spPr bwMode="auto">
            <a:xfrm>
              <a:off x="558" y="2716"/>
              <a:ext cx="31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</a:t>
              </a: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584" y="3013"/>
              <a:ext cx="23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>
              <a:off x="600" y="3023"/>
              <a:ext cx="240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9" name="Group 17"/>
          <p:cNvGrpSpPr/>
          <p:nvPr/>
        </p:nvGrpSpPr>
        <p:grpSpPr bwMode="auto">
          <a:xfrm>
            <a:off x="1196591" y="4435104"/>
            <a:ext cx="3079750" cy="933450"/>
            <a:chOff x="1488" y="2714"/>
            <a:chExt cx="1940" cy="588"/>
          </a:xfrm>
        </p:grpSpPr>
        <p:grpSp>
          <p:nvGrpSpPr>
            <p:cNvPr id="10" name="Group 16"/>
            <p:cNvGrpSpPr/>
            <p:nvPr/>
          </p:nvGrpSpPr>
          <p:grpSpPr bwMode="auto">
            <a:xfrm>
              <a:off x="1712" y="2714"/>
              <a:ext cx="1716" cy="588"/>
              <a:chOff x="1712" y="2714"/>
              <a:chExt cx="1716" cy="588"/>
            </a:xfrm>
          </p:grpSpPr>
          <p:sp>
            <p:nvSpPr>
              <p:cNvPr id="11" name="Rectangle 11"/>
              <p:cNvSpPr>
                <a:spLocks noChangeArrowheads="1"/>
              </p:cNvSpPr>
              <p:nvPr/>
            </p:nvSpPr>
            <p:spPr bwMode="auto">
              <a:xfrm>
                <a:off x="2074" y="2714"/>
                <a:ext cx="100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15</a:t>
                </a:r>
                <a:r>
                  <a:rPr lang="zh-CN" altLang="en-US" sz="2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元</a:t>
                </a:r>
                <a:r>
                  <a:rPr lang="en-US" sz="2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sz="2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小时</a:t>
                </a:r>
              </a:p>
            </p:txBody>
          </p:sp>
          <p:sp>
            <p:nvSpPr>
              <p:cNvPr id="12" name="Rectangle 12"/>
              <p:cNvSpPr>
                <a:spLocks noChangeArrowheads="1"/>
              </p:cNvSpPr>
              <p:nvPr/>
            </p:nvSpPr>
            <p:spPr bwMode="auto">
              <a:xfrm>
                <a:off x="1712" y="3011"/>
                <a:ext cx="171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sz="2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5</a:t>
                </a:r>
                <a:r>
                  <a:rPr lang="zh-CN" altLang="en-US" sz="2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元</a:t>
                </a:r>
                <a:r>
                  <a:rPr lang="en-US" sz="2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sz="2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单位产出</a:t>
                </a:r>
              </a:p>
            </p:txBody>
          </p:sp>
          <p:sp>
            <p:nvSpPr>
              <p:cNvPr id="13" name="Line 13"/>
              <p:cNvSpPr>
                <a:spLocks noChangeShapeType="1"/>
              </p:cNvSpPr>
              <p:nvPr/>
            </p:nvSpPr>
            <p:spPr bwMode="auto">
              <a:xfrm>
                <a:off x="1799" y="3021"/>
                <a:ext cx="1526" cy="0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1488" y="2869"/>
              <a:ext cx="24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=</a:t>
              </a:r>
            </a:p>
          </p:txBody>
        </p:sp>
      </p:grp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4149517" y="4670997"/>
            <a:ext cx="4057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 3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单位产出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小时</a:t>
            </a:r>
          </a:p>
        </p:txBody>
      </p:sp>
      <p:sp>
        <p:nvSpPr>
          <p:cNvPr id="17" name="矩形 16"/>
          <p:cNvSpPr/>
          <p:nvPr/>
        </p:nvSpPr>
        <p:spPr>
          <a:xfrm>
            <a:off x="433281" y="565097"/>
            <a:ext cx="4572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货币数量论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3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433070" y="1412776"/>
            <a:ext cx="838740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分论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 The Classical Dichotomy ）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名义变量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实际变量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的理论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分离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休谟</a:t>
            </a:r>
            <a:r>
              <a:rPr 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Hume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和古典经济学家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发行量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名义变量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而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不是实际变量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。如果</a:t>
            </a:r>
            <a:r>
              <a:rPr 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中央银行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货币供应量加倍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二分论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认为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名义变量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——包括价格——都将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翻倍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实际变量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——包括相对价格——将保持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不变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7" name="矩形 6"/>
          <p:cNvSpPr/>
          <p:nvPr/>
        </p:nvSpPr>
        <p:spPr>
          <a:xfrm>
            <a:off x="433281" y="565097"/>
            <a:ext cx="4572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货币数量论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71470" y="1386053"/>
            <a:ext cx="8465025" cy="19891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ct val="40000"/>
              </a:spcBef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货币中性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（The Neutrality of Money）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：货币供应量变化不影响实际变量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货币供应量加倍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导致所有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名义价格加倍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相对价格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会发生变化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1">
              <a:lnSpc>
                <a:spcPct val="100000"/>
              </a:lnSpc>
              <a:spcBef>
                <a:spcPct val="40000"/>
              </a:spcBef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最初，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就比萨饼而言，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盘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的相对价格是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" name="Group 30"/>
          <p:cNvGrpSpPr/>
          <p:nvPr/>
        </p:nvGrpSpPr>
        <p:grpSpPr bwMode="auto">
          <a:xfrm>
            <a:off x="919163" y="3386140"/>
            <a:ext cx="7602537" cy="958850"/>
            <a:chOff x="579" y="2133"/>
            <a:chExt cx="4789" cy="604"/>
          </a:xfrm>
        </p:grpSpPr>
        <p:grpSp>
          <p:nvGrpSpPr>
            <p:cNvPr id="23576" name="Group 4"/>
            <p:cNvGrpSpPr/>
            <p:nvPr/>
          </p:nvGrpSpPr>
          <p:grpSpPr bwMode="auto">
            <a:xfrm>
              <a:off x="579" y="2135"/>
              <a:ext cx="1272" cy="602"/>
              <a:chOff x="509" y="2982"/>
              <a:chExt cx="1272" cy="602"/>
            </a:xfrm>
          </p:grpSpPr>
          <p:sp>
            <p:nvSpPr>
              <p:cNvPr id="23584" name="Rectangle 5"/>
              <p:cNvSpPr>
                <a:spLocks noChangeArrowheads="1"/>
              </p:cNvSpPr>
              <p:nvPr/>
            </p:nvSpPr>
            <p:spPr bwMode="auto">
              <a:xfrm>
                <a:off x="545" y="2982"/>
                <a:ext cx="103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</a:t>
                </a:r>
                <a:r>
                  <a:rPr lang="zh-CN" altLang="en-US" sz="2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盘的价格</a:t>
                </a:r>
              </a:p>
            </p:txBody>
          </p:sp>
          <p:sp>
            <p:nvSpPr>
              <p:cNvPr id="23585" name="Rectangle 6"/>
              <p:cNvSpPr>
                <a:spLocks noChangeArrowheads="1"/>
              </p:cNvSpPr>
              <p:nvPr/>
            </p:nvSpPr>
            <p:spPr bwMode="auto">
              <a:xfrm>
                <a:off x="529" y="3293"/>
                <a:ext cx="108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2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披萨的价格</a:t>
                </a:r>
              </a:p>
            </p:txBody>
          </p:sp>
          <p:sp>
            <p:nvSpPr>
              <p:cNvPr id="23586" name="Line 7"/>
              <p:cNvSpPr>
                <a:spLocks noChangeShapeType="1"/>
              </p:cNvSpPr>
              <p:nvPr/>
            </p:nvSpPr>
            <p:spPr bwMode="auto">
              <a:xfrm>
                <a:off x="509" y="3282"/>
                <a:ext cx="1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23577" name="Rectangle 8"/>
            <p:cNvSpPr>
              <a:spLocks noChangeArrowheads="1"/>
            </p:cNvSpPr>
            <p:nvPr/>
          </p:nvSpPr>
          <p:spPr bwMode="auto">
            <a:xfrm>
              <a:off x="3328" y="2276"/>
              <a:ext cx="2040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sz="2600">
                  <a:latin typeface="Arial" panose="020B0604020202020204"/>
                  <a:cs typeface="Arial" panose="020B0604020202020204"/>
                </a:rPr>
                <a:t>=  </a:t>
              </a:r>
              <a:r>
                <a:rPr lang="en-US"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0.5 </a:t>
              </a:r>
              <a:r>
                <a:rPr lang="zh-CN" altLang="en-US"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个披萨</a:t>
              </a:r>
              <a:r>
                <a:rPr lang="en-US" altLang="zh-CN"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/U</a:t>
              </a:r>
              <a:r>
                <a:rPr lang="zh-CN" altLang="en-US"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盘</a:t>
              </a:r>
              <a:endPara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3578" name="Group 9"/>
            <p:cNvGrpSpPr/>
            <p:nvPr/>
          </p:nvGrpSpPr>
          <p:grpSpPr bwMode="auto">
            <a:xfrm>
              <a:off x="1970" y="2133"/>
              <a:ext cx="1253" cy="588"/>
              <a:chOff x="1963" y="2903"/>
              <a:chExt cx="1253" cy="588"/>
            </a:xfrm>
          </p:grpSpPr>
          <p:grpSp>
            <p:nvGrpSpPr>
              <p:cNvPr id="23579" name="Group 10"/>
              <p:cNvGrpSpPr/>
              <p:nvPr/>
            </p:nvGrpSpPr>
            <p:grpSpPr bwMode="auto">
              <a:xfrm>
                <a:off x="2306" y="2903"/>
                <a:ext cx="910" cy="588"/>
                <a:chOff x="2075" y="2980"/>
                <a:chExt cx="910" cy="588"/>
              </a:xfrm>
            </p:grpSpPr>
            <p:sp>
              <p:nvSpPr>
                <p:cNvPr id="23581" name="Rectangle 11"/>
                <p:cNvSpPr>
                  <a:spLocks noChangeArrowheads="1"/>
                </p:cNvSpPr>
                <p:nvPr/>
              </p:nvSpPr>
              <p:spPr bwMode="auto">
                <a:xfrm>
                  <a:off x="2099" y="2980"/>
                  <a:ext cx="766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sz="2400">
                      <a:solidFill>
                        <a:srgbClr val="00206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15/U</a:t>
                  </a:r>
                  <a:r>
                    <a:rPr lang="zh-CN" altLang="en-US" sz="2400">
                      <a:solidFill>
                        <a:srgbClr val="00206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盘</a:t>
                  </a:r>
                  <a:endParaRPr lang="en-US" sz="2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582" name="Rectangle 12"/>
                <p:cNvSpPr>
                  <a:spLocks noChangeArrowheads="1"/>
                </p:cNvSpPr>
                <p:nvPr/>
              </p:nvSpPr>
              <p:spPr bwMode="auto">
                <a:xfrm>
                  <a:off x="2114" y="3277"/>
                  <a:ext cx="815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sz="2400">
                      <a:solidFill>
                        <a:srgbClr val="00206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30/</a:t>
                  </a:r>
                  <a:r>
                    <a:rPr lang="zh-CN" altLang="en-US" sz="2400">
                      <a:solidFill>
                        <a:srgbClr val="00206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披萨</a:t>
                  </a:r>
                </a:p>
              </p:txBody>
            </p:sp>
            <p:sp>
              <p:nvSpPr>
                <p:cNvPr id="23583" name="Line 13"/>
                <p:cNvSpPr>
                  <a:spLocks noChangeShapeType="1"/>
                </p:cNvSpPr>
                <p:nvPr/>
              </p:nvSpPr>
              <p:spPr bwMode="auto">
                <a:xfrm>
                  <a:off x="2075" y="3280"/>
                  <a:ext cx="91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23580" name="Rectangle 14"/>
              <p:cNvSpPr>
                <a:spLocks noChangeArrowheads="1"/>
              </p:cNvSpPr>
              <p:nvPr/>
            </p:nvSpPr>
            <p:spPr bwMode="auto">
              <a:xfrm>
                <a:off x="1963" y="3051"/>
                <a:ext cx="249" cy="3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sz="2600">
                    <a:latin typeface="Arial" panose="020B0604020202020204"/>
                    <a:cs typeface="Arial" panose="020B0604020202020204"/>
                  </a:rPr>
                  <a:t>=</a:t>
                </a:r>
              </a:p>
            </p:txBody>
          </p:sp>
        </p:grpSp>
      </p:grpSp>
      <p:sp>
        <p:nvSpPr>
          <p:cNvPr id="91151" name="Rectangle 15"/>
          <p:cNvSpPr>
            <a:spLocks noChangeArrowheads="1"/>
          </p:cNvSpPr>
          <p:nvPr/>
        </p:nvSpPr>
        <p:spPr bwMode="auto">
          <a:xfrm>
            <a:off x="523875" y="4692650"/>
            <a:ext cx="32303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800100" lvl="1" indent="-342900">
              <a:spcBef>
                <a:spcPct val="40000"/>
              </a:spcBef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名义价格翻倍后</a:t>
            </a:r>
            <a:r>
              <a:rPr sz="230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</a:t>
            </a:r>
            <a:endParaRPr lang="en-US" sz="2300" dirty="0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grpSp>
        <p:nvGrpSpPr>
          <p:cNvPr id="6" name="Group 31"/>
          <p:cNvGrpSpPr/>
          <p:nvPr/>
        </p:nvGrpSpPr>
        <p:grpSpPr bwMode="auto">
          <a:xfrm>
            <a:off x="919163" y="5160966"/>
            <a:ext cx="7599363" cy="968375"/>
            <a:chOff x="563" y="3251"/>
            <a:chExt cx="4803" cy="610"/>
          </a:xfrm>
        </p:grpSpPr>
        <p:grpSp>
          <p:nvGrpSpPr>
            <p:cNvPr id="23565" name="Group 16"/>
            <p:cNvGrpSpPr/>
            <p:nvPr/>
          </p:nvGrpSpPr>
          <p:grpSpPr bwMode="auto">
            <a:xfrm>
              <a:off x="563" y="3272"/>
              <a:ext cx="1293" cy="589"/>
              <a:chOff x="488" y="2973"/>
              <a:chExt cx="1293" cy="589"/>
            </a:xfrm>
          </p:grpSpPr>
          <p:sp>
            <p:nvSpPr>
              <p:cNvPr id="23573" name="Rectangle 17"/>
              <p:cNvSpPr>
                <a:spLocks noChangeArrowheads="1"/>
              </p:cNvSpPr>
              <p:nvPr/>
            </p:nvSpPr>
            <p:spPr bwMode="auto">
              <a:xfrm>
                <a:off x="488" y="2973"/>
                <a:ext cx="1040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</a:t>
                </a:r>
                <a:r>
                  <a:rPr lang="zh-CN" altLang="en-US" sz="2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盘</a:t>
                </a:r>
                <a:r>
                  <a:rPr lang="en-US" sz="2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的价格</a:t>
                </a:r>
              </a:p>
            </p:txBody>
          </p:sp>
          <p:sp>
            <p:nvSpPr>
              <p:cNvPr id="23574" name="Rectangle 18"/>
              <p:cNvSpPr>
                <a:spLocks noChangeArrowheads="1"/>
              </p:cNvSpPr>
              <p:nvPr/>
            </p:nvSpPr>
            <p:spPr bwMode="auto">
              <a:xfrm>
                <a:off x="504" y="3271"/>
                <a:ext cx="108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披萨的价格</a:t>
                </a:r>
              </a:p>
            </p:txBody>
          </p:sp>
          <p:sp>
            <p:nvSpPr>
              <p:cNvPr id="23575" name="Line 19"/>
              <p:cNvSpPr>
                <a:spLocks noChangeShapeType="1"/>
              </p:cNvSpPr>
              <p:nvPr/>
            </p:nvSpPr>
            <p:spPr bwMode="auto">
              <a:xfrm>
                <a:off x="509" y="3282"/>
                <a:ext cx="1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23566" name="Rectangle 20"/>
            <p:cNvSpPr>
              <a:spLocks noChangeArrowheads="1"/>
            </p:cNvSpPr>
            <p:nvPr/>
          </p:nvSpPr>
          <p:spPr bwMode="auto">
            <a:xfrm>
              <a:off x="3326" y="3394"/>
              <a:ext cx="2040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sz="2600">
                  <a:latin typeface="Arial" panose="020B0604020202020204"/>
                  <a:cs typeface="Arial" panose="020B0604020202020204"/>
                </a:rPr>
                <a:t>=  </a:t>
              </a:r>
              <a:r>
                <a:rPr lang="en-US"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0.5 个披萨/U</a:t>
              </a:r>
              <a:r>
                <a:rPr lang="zh-CN" altLang="en-US"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盘</a:t>
              </a:r>
              <a:endPara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3567" name="Group 21"/>
            <p:cNvGrpSpPr/>
            <p:nvPr/>
          </p:nvGrpSpPr>
          <p:grpSpPr bwMode="auto">
            <a:xfrm>
              <a:off x="1968" y="3251"/>
              <a:ext cx="1253" cy="588"/>
              <a:chOff x="1963" y="2903"/>
              <a:chExt cx="1253" cy="588"/>
            </a:xfrm>
          </p:grpSpPr>
          <p:grpSp>
            <p:nvGrpSpPr>
              <p:cNvPr id="23568" name="Group 22"/>
              <p:cNvGrpSpPr/>
              <p:nvPr/>
            </p:nvGrpSpPr>
            <p:grpSpPr bwMode="auto">
              <a:xfrm>
                <a:off x="2306" y="2903"/>
                <a:ext cx="910" cy="588"/>
                <a:chOff x="2075" y="2980"/>
                <a:chExt cx="910" cy="588"/>
              </a:xfrm>
            </p:grpSpPr>
            <p:sp>
              <p:nvSpPr>
                <p:cNvPr id="23570" name="Rectangle 23"/>
                <p:cNvSpPr>
                  <a:spLocks noChangeArrowheads="1"/>
                </p:cNvSpPr>
                <p:nvPr/>
              </p:nvSpPr>
              <p:spPr bwMode="auto">
                <a:xfrm>
                  <a:off x="2147" y="2980"/>
                  <a:ext cx="768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sz="2400">
                      <a:solidFill>
                        <a:srgbClr val="00206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30/U</a:t>
                  </a:r>
                  <a:r>
                    <a:rPr lang="zh-CN" altLang="en-US" sz="2400">
                      <a:solidFill>
                        <a:srgbClr val="00206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盘</a:t>
                  </a:r>
                  <a:endParaRPr lang="en-US" sz="2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571" name="Rectangle 24"/>
                <p:cNvSpPr>
                  <a:spLocks noChangeArrowheads="1"/>
                </p:cNvSpPr>
                <p:nvPr/>
              </p:nvSpPr>
              <p:spPr bwMode="auto">
                <a:xfrm>
                  <a:off x="2138" y="3277"/>
                  <a:ext cx="818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sz="2400">
                      <a:solidFill>
                        <a:srgbClr val="00206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60/</a:t>
                  </a:r>
                  <a:r>
                    <a:rPr lang="zh-CN" altLang="en-US" sz="2400">
                      <a:solidFill>
                        <a:srgbClr val="00206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披萨</a:t>
                  </a:r>
                </a:p>
              </p:txBody>
            </p:sp>
            <p:sp>
              <p:nvSpPr>
                <p:cNvPr id="23572" name="Line 25"/>
                <p:cNvSpPr>
                  <a:spLocks noChangeShapeType="1"/>
                </p:cNvSpPr>
                <p:nvPr/>
              </p:nvSpPr>
              <p:spPr bwMode="auto">
                <a:xfrm>
                  <a:off x="2075" y="3280"/>
                  <a:ext cx="91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23569" name="Rectangle 26"/>
              <p:cNvSpPr>
                <a:spLocks noChangeArrowheads="1"/>
              </p:cNvSpPr>
              <p:nvPr/>
            </p:nvSpPr>
            <p:spPr bwMode="auto">
              <a:xfrm>
                <a:off x="1963" y="3051"/>
                <a:ext cx="249" cy="3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sz="2600">
                    <a:latin typeface="Arial" panose="020B0604020202020204"/>
                    <a:cs typeface="Arial" panose="020B0604020202020204"/>
                  </a:rPr>
                  <a:t>=</a:t>
                </a:r>
              </a:p>
            </p:txBody>
          </p:sp>
        </p:grpSp>
      </p:grpSp>
      <p:sp>
        <p:nvSpPr>
          <p:cNvPr id="91164" name="AutoShape 28"/>
          <p:cNvSpPr/>
          <p:nvPr/>
        </p:nvSpPr>
        <p:spPr bwMode="auto">
          <a:xfrm rot="5400000">
            <a:off x="6834982" y="4080668"/>
            <a:ext cx="342900" cy="2481263"/>
          </a:xfrm>
          <a:prstGeom prst="leftBrace">
            <a:avLst>
              <a:gd name="adj1" fmla="val 60301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 b="1">
              <a:latin typeface="Arial" panose="020B0604020202020204"/>
              <a:cs typeface="Arial" panose="020B0604020202020204"/>
            </a:endParaRPr>
          </a:p>
        </p:txBody>
      </p:sp>
      <p:sp>
        <p:nvSpPr>
          <p:cNvPr id="91165" name="AutoShape 29"/>
          <p:cNvSpPr/>
          <p:nvPr/>
        </p:nvSpPr>
        <p:spPr bwMode="auto">
          <a:xfrm rot="-5400000">
            <a:off x="6731000" y="2973730"/>
            <a:ext cx="342900" cy="2481263"/>
          </a:xfrm>
          <a:prstGeom prst="leftBrace">
            <a:avLst>
              <a:gd name="adj1" fmla="val 60301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 b="1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564" name="FlagCount" hidden="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</a:p>
        </p:txBody>
      </p:sp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4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35" name="矩形 34"/>
          <p:cNvSpPr/>
          <p:nvPr/>
        </p:nvSpPr>
        <p:spPr>
          <a:xfrm>
            <a:off x="433281" y="565097"/>
            <a:ext cx="4572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货币数量论</a:t>
            </a:r>
          </a:p>
        </p:txBody>
      </p:sp>
      <p:sp>
        <p:nvSpPr>
          <p:cNvPr id="36" name="Text Box 69"/>
          <p:cNvSpPr txBox="1">
            <a:spLocks noChangeArrowheads="1"/>
          </p:cNvSpPr>
          <p:nvPr/>
        </p:nvSpPr>
        <p:spPr bwMode="auto">
          <a:xfrm>
            <a:off x="6122772" y="4385812"/>
            <a:ext cx="1767320" cy="830997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相对价格是没有变化的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1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1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1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 build="p" bldLvl="4"/>
      <p:bldP spid="91151" grpId="0"/>
      <p:bldP spid="91164" grpId="0" bldLvl="0" animBg="1"/>
      <p:bldP spid="91165" grpId="0" bldLvl="0" animBg="1"/>
      <p:bldP spid="36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3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571471" y="1320537"/>
            <a:ext cx="824338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货币中性</a:t>
            </a:r>
            <a:endParaRPr lang="en-US" sz="2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同样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实际工资 W/P 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保持不变，所以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劳动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供给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量不变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劳动需求量不变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劳动力就业总量不变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这同样适用于资本和其他资源</a:t>
            </a:r>
            <a:r>
              <a:rPr 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的使用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所有资源的使用没有变化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总产出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（取决于所有资源的投入量）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不变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，不会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因货币供应量而变化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7" name="矩形 6"/>
          <p:cNvSpPr/>
          <p:nvPr/>
        </p:nvSpPr>
        <p:spPr>
          <a:xfrm>
            <a:off x="433281" y="565097"/>
            <a:ext cx="4572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货币数量论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3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433070" y="1633855"/>
            <a:ext cx="7746365" cy="2456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多数经济学家认为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货币的二分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中性描述了经济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长远表现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在后面的章节（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尤其是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中级宏观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经济学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），我们将看到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供给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变化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对实际变量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也存在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重要的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短期影响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7" name="矩形 6"/>
          <p:cNvSpPr/>
          <p:nvPr/>
        </p:nvSpPr>
        <p:spPr>
          <a:xfrm>
            <a:off x="433281" y="565097"/>
            <a:ext cx="4572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货币数量论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3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6629" name="Rectangle 3"/>
          <p:cNvSpPr>
            <a:spLocks noGrp="1" noChangeArrowheads="1"/>
          </p:cNvSpPr>
          <p:nvPr/>
        </p:nvSpPr>
        <p:spPr>
          <a:xfrm>
            <a:off x="514350" y="1395099"/>
            <a:ext cx="8115935" cy="3834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A3C167"/>
              </a:buClr>
              <a:buSzTx/>
              <a:buFont typeface="Wingdings" panose="05000000000000000000" pitchFamily="2" charset="2"/>
              <a:buChar char="§"/>
              <a:defRPr sz="2800" kern="1200">
                <a:solidFill>
                  <a:sysClr val="windowText" lastClr="000000"/>
                </a:solidFill>
                <a:latin typeface="Arial" panose="020B0604020202020204"/>
                <a:ea typeface="+mn-ea"/>
                <a:cs typeface="Arial" panose="020B0604020202020204"/>
              </a:defRPr>
            </a:lvl1pPr>
            <a:lvl2pPr marL="742950" marR="0" indent="-28575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CC9900"/>
              </a:buClr>
              <a:buSzTx/>
              <a:buFont typeface="Wingdings" panose="05000000000000000000" pitchFamily="2" charset="2"/>
              <a:buChar char="§"/>
              <a:defRPr sz="2700" kern="1200">
                <a:solidFill>
                  <a:sysClr val="windowText" lastClr="000000"/>
                </a:solidFill>
                <a:latin typeface="Arial" panose="020B0604020202020204"/>
                <a:ea typeface="+mn-ea"/>
                <a:cs typeface="Arial" panose="020B0604020202020204"/>
              </a:defRPr>
            </a:lvl2pPr>
            <a:lvl3pPr marL="11430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B3A2C7"/>
              </a:buClr>
              <a:buSzTx/>
              <a:buFont typeface="Wingdings" panose="05000000000000000000" pitchFamily="2" charset="2"/>
              <a:buChar char="§"/>
              <a:defRPr sz="2400" kern="1200">
                <a:solidFill>
                  <a:sysClr val="windowText" lastClr="000000"/>
                </a:solidFill>
                <a:latin typeface="Arial" panose="020B0604020202020204"/>
                <a:ea typeface="+mn-ea"/>
                <a:cs typeface="Arial" panose="020B0604020202020204"/>
              </a:defRPr>
            </a:lvl3pPr>
            <a:lvl4pPr marL="16002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 sz="2000" kern="1200">
                <a:solidFill>
                  <a:sysClr val="windowText" lastClr="000000"/>
                </a:solidFill>
                <a:latin typeface="Arial" panose="020B0604020202020204"/>
                <a:ea typeface="+mn-ea"/>
                <a:cs typeface="Arial" panose="020B0604020202020204"/>
              </a:defRPr>
            </a:lvl4pPr>
            <a:lvl5pPr marL="20574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»"/>
              <a:defRPr sz="2000" kern="1200">
                <a:solidFill>
                  <a:sysClr val="windowText" lastClr="000000"/>
                </a:solidFill>
                <a:latin typeface="Arial" panose="020B0604020202020204"/>
                <a:ea typeface="+mn-ea"/>
                <a:cs typeface="Arial" panose="020B0604020202020204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Clr>
                <a:schemeClr val="tx2"/>
              </a:buClr>
              <a:buFont typeface="Wingdings" panose="05000000000000000000" pitchFamily="2" charset="2"/>
              <a:buChar char="Ø"/>
              <a:tabLst>
                <a:tab pos="914400" algn="ctr"/>
                <a:tab pos="1543050" algn="l"/>
              </a:tabLst>
            </a:pP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货币流通速度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：货币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换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手的速度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135000"/>
              </a:lnSpc>
              <a:spcBef>
                <a:spcPct val="40000"/>
              </a:spcBef>
              <a:buClr>
                <a:schemeClr val="tx2"/>
              </a:buClr>
              <a:buFont typeface="Wingdings" panose="05000000000000000000" pitchFamily="2" charset="2"/>
              <a:buChar char="Ø"/>
              <a:tabLst>
                <a:tab pos="914400" algn="ctr"/>
                <a:tab pos="1543050" algn="l"/>
              </a:tabLst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变量：</a:t>
            </a:r>
            <a:br>
              <a:rPr 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P x Y 	=  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名义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GDP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=  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</a:t>
            </a:r>
            <a:r>
              <a:rPr 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价格水平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  x  (</a:t>
            </a:r>
            <a:r>
              <a:rPr 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实际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GDP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</a:t>
            </a:r>
          </a:p>
          <a:p>
            <a:pPr marL="0" indent="0" eaLnBrk="1" hangingPunct="1">
              <a:lnSpc>
                <a:spcPct val="135000"/>
              </a:lnSpc>
              <a:spcBef>
                <a:spcPct val="30000"/>
              </a:spcBef>
              <a:buClr>
                <a:schemeClr val="tx2"/>
              </a:buClr>
              <a:buNone/>
              <a:tabLst>
                <a:tab pos="914400" algn="ctr"/>
                <a:tab pos="1543050" algn="l"/>
              </a:tabLst>
            </a:pP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 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 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=  </a:t>
            </a:r>
            <a:r>
              <a:rPr 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货币供应量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indent="0" eaLnBrk="1" hangingPunct="1">
              <a:lnSpc>
                <a:spcPct val="135000"/>
              </a:lnSpc>
              <a:spcBef>
                <a:spcPct val="30000"/>
              </a:spcBef>
              <a:buClr>
                <a:schemeClr val="tx2"/>
              </a:buClr>
              <a:buNone/>
              <a:tabLst>
                <a:tab pos="914400" algn="ctr"/>
                <a:tab pos="1543050" algn="l"/>
              </a:tabLst>
            </a:pP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  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 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=  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货币流通速度</a:t>
            </a:r>
            <a:endParaRPr sz="2400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</a:endParaRPr>
          </a:p>
          <a:p>
            <a:pPr eaLnBrk="1" hangingPunct="1">
              <a:buClr>
                <a:schemeClr val="tx2"/>
              </a:buClr>
              <a:buFont typeface="Wingdings" panose="05000000000000000000" pitchFamily="2" charset="2"/>
              <a:buChar char="Ø"/>
              <a:tabLst>
                <a:tab pos="914400" algn="ctr"/>
                <a:tab pos="1543050" algn="l"/>
              </a:tabLst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货币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流通速度</a:t>
            </a:r>
            <a:r>
              <a:rPr 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方程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式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</a:t>
            </a:r>
            <a:endParaRPr sz="2400" b="1" i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" name="Group 19"/>
          <p:cNvGrpSpPr/>
          <p:nvPr/>
        </p:nvGrpSpPr>
        <p:grpSpPr bwMode="auto">
          <a:xfrm>
            <a:off x="4116281" y="4031330"/>
            <a:ext cx="1830388" cy="922338"/>
            <a:chOff x="2579" y="3059"/>
            <a:chExt cx="1153" cy="581"/>
          </a:xfrm>
        </p:grpSpPr>
        <p:sp>
          <p:nvSpPr>
            <p:cNvPr id="26632" name="Rectangle 16"/>
            <p:cNvSpPr>
              <a:spLocks noChangeArrowheads="1"/>
            </p:cNvSpPr>
            <p:nvPr/>
          </p:nvSpPr>
          <p:spPr bwMode="auto">
            <a:xfrm>
              <a:off x="2579" y="3197"/>
              <a:ext cx="56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  =</a:t>
              </a:r>
              <a:endParaRPr lang="en-US" sz="28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grpSp>
          <p:nvGrpSpPr>
            <p:cNvPr id="26633" name="Group 18"/>
            <p:cNvGrpSpPr/>
            <p:nvPr/>
          </p:nvGrpSpPr>
          <p:grpSpPr bwMode="auto">
            <a:xfrm>
              <a:off x="3142" y="3059"/>
              <a:ext cx="590" cy="581"/>
              <a:chOff x="3634" y="3299"/>
              <a:chExt cx="590" cy="581"/>
            </a:xfrm>
          </p:grpSpPr>
          <p:sp>
            <p:nvSpPr>
              <p:cNvPr id="26634" name="Rectangle 13"/>
              <p:cNvSpPr>
                <a:spLocks noChangeArrowheads="1"/>
              </p:cNvSpPr>
              <p:nvPr/>
            </p:nvSpPr>
            <p:spPr bwMode="auto">
              <a:xfrm>
                <a:off x="3634" y="3299"/>
                <a:ext cx="565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 x Y</a:t>
                </a:r>
              </a:p>
            </p:txBody>
          </p:sp>
          <p:sp>
            <p:nvSpPr>
              <p:cNvPr id="26635" name="Rectangle 14"/>
              <p:cNvSpPr>
                <a:spLocks noChangeArrowheads="1"/>
              </p:cNvSpPr>
              <p:nvPr/>
            </p:nvSpPr>
            <p:spPr bwMode="auto">
              <a:xfrm>
                <a:off x="3781" y="3589"/>
                <a:ext cx="30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</a:t>
                </a:r>
              </a:p>
            </p:txBody>
          </p:sp>
          <p:sp>
            <p:nvSpPr>
              <p:cNvPr id="26636" name="Line 17"/>
              <p:cNvSpPr>
                <a:spLocks noChangeShapeType="1"/>
              </p:cNvSpPr>
              <p:nvPr/>
            </p:nvSpPr>
            <p:spPr bwMode="auto">
              <a:xfrm>
                <a:off x="3664" y="3610"/>
                <a:ext cx="560" cy="0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</p:grpSp>
      <p:sp>
        <p:nvSpPr>
          <p:cNvPr id="12" name="矩形 11"/>
          <p:cNvSpPr/>
          <p:nvPr/>
        </p:nvSpPr>
        <p:spPr>
          <a:xfrm>
            <a:off x="433281" y="565097"/>
            <a:ext cx="4572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货币数量论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6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6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6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 build="p" bldLvl="4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3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6629" name="Rectangle 3"/>
          <p:cNvSpPr>
            <a:spLocks noGrp="1" noChangeArrowheads="1"/>
          </p:cNvSpPr>
          <p:nvPr/>
        </p:nvSpPr>
        <p:spPr>
          <a:xfrm>
            <a:off x="513715" y="1184910"/>
            <a:ext cx="8115935" cy="4211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A3C167"/>
              </a:buClr>
              <a:buSzTx/>
              <a:buFont typeface="Wingdings" panose="05000000000000000000" pitchFamily="2" charset="2"/>
              <a:buChar char="§"/>
              <a:defRPr sz="2800" kern="1200">
                <a:solidFill>
                  <a:sysClr val="windowText" lastClr="000000"/>
                </a:solidFill>
                <a:latin typeface="Arial" panose="020B0604020202020204"/>
                <a:ea typeface="+mn-ea"/>
                <a:cs typeface="Arial" panose="020B0604020202020204"/>
              </a:defRPr>
            </a:lvl1pPr>
            <a:lvl2pPr marL="742950" marR="0" indent="-28575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CC9900"/>
              </a:buClr>
              <a:buSzTx/>
              <a:buFont typeface="Wingdings" panose="05000000000000000000" pitchFamily="2" charset="2"/>
              <a:buChar char="§"/>
              <a:defRPr sz="2700" kern="1200">
                <a:solidFill>
                  <a:sysClr val="windowText" lastClr="000000"/>
                </a:solidFill>
                <a:latin typeface="Arial" panose="020B0604020202020204"/>
                <a:ea typeface="+mn-ea"/>
                <a:cs typeface="Arial" panose="020B0604020202020204"/>
              </a:defRPr>
            </a:lvl2pPr>
            <a:lvl3pPr marL="11430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B3A2C7"/>
              </a:buClr>
              <a:buSzTx/>
              <a:buFont typeface="Wingdings" panose="05000000000000000000" pitchFamily="2" charset="2"/>
              <a:buChar char="§"/>
              <a:defRPr sz="2400" kern="1200">
                <a:solidFill>
                  <a:sysClr val="windowText" lastClr="000000"/>
                </a:solidFill>
                <a:latin typeface="Arial" panose="020B0604020202020204"/>
                <a:ea typeface="+mn-ea"/>
                <a:cs typeface="Arial" panose="020B0604020202020204"/>
              </a:defRPr>
            </a:lvl3pPr>
            <a:lvl4pPr marL="16002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 sz="2000" kern="1200">
                <a:solidFill>
                  <a:sysClr val="windowText" lastClr="000000"/>
                </a:solidFill>
                <a:latin typeface="Arial" panose="020B0604020202020204"/>
                <a:ea typeface="+mn-ea"/>
                <a:cs typeface="Arial" panose="020B0604020202020204"/>
              </a:defRPr>
            </a:lvl4pPr>
            <a:lvl5pPr marL="20574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»"/>
              <a:defRPr sz="2000" kern="1200">
                <a:solidFill>
                  <a:sysClr val="windowText" lastClr="000000"/>
                </a:solidFill>
                <a:latin typeface="Arial" panose="020B0604020202020204"/>
                <a:ea typeface="+mn-ea"/>
                <a:cs typeface="Arial" panose="020B0604020202020204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Font typeface="Wingdings" panose="05000000000000000000" charset="0"/>
              <a:buNone/>
              <a:tabLst>
                <a:tab pos="914400" algn="ctr"/>
                <a:tab pos="1543050" algn="l"/>
              </a:tabLst>
            </a:pPr>
            <a:endParaRPr sz="2400" dirty="0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</a:endParaRPr>
          </a:p>
          <a:p>
            <a:pPr eaLnBrk="1" hangingPunct="1">
              <a:buClr>
                <a:schemeClr val="tx2"/>
              </a:buClr>
              <a:buFont typeface="Wingdings" panose="05000000000000000000" pitchFamily="2" charset="2"/>
              <a:buChar char="Ø"/>
              <a:tabLst>
                <a:tab pos="914400" algn="ctr"/>
                <a:tab pos="1543050" algn="l"/>
              </a:tabLst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货币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流通速度方程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式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</a:t>
            </a:r>
            <a:endParaRPr sz="2400" b="1" i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" name="Group 19"/>
          <p:cNvGrpSpPr/>
          <p:nvPr/>
        </p:nvGrpSpPr>
        <p:grpSpPr bwMode="auto">
          <a:xfrm>
            <a:off x="3799051" y="1426749"/>
            <a:ext cx="1830388" cy="922338"/>
            <a:chOff x="2579" y="3059"/>
            <a:chExt cx="1153" cy="581"/>
          </a:xfrm>
        </p:grpSpPr>
        <p:sp>
          <p:nvSpPr>
            <p:cNvPr id="26632" name="Rectangle 16"/>
            <p:cNvSpPr>
              <a:spLocks noChangeArrowheads="1"/>
            </p:cNvSpPr>
            <p:nvPr/>
          </p:nvSpPr>
          <p:spPr bwMode="auto">
            <a:xfrm>
              <a:off x="2579" y="3197"/>
              <a:ext cx="56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</a:t>
              </a:r>
              <a:r>
                <a:rPr sz="2400" b="1" i="1" dirty="0">
                  <a:solidFill>
                    <a:srgbClr val="00206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  =</a:t>
              </a:r>
              <a:endParaRPr lang="en-US" sz="2800">
                <a:latin typeface="Arial" panose="020B0604020202020204"/>
                <a:cs typeface="Arial" panose="020B0604020202020204"/>
              </a:endParaRPr>
            </a:p>
          </p:txBody>
        </p:sp>
        <p:grpSp>
          <p:nvGrpSpPr>
            <p:cNvPr id="26633" name="Group 18"/>
            <p:cNvGrpSpPr/>
            <p:nvPr/>
          </p:nvGrpSpPr>
          <p:grpSpPr bwMode="auto">
            <a:xfrm>
              <a:off x="3142" y="3059"/>
              <a:ext cx="590" cy="581"/>
              <a:chOff x="3634" y="3299"/>
              <a:chExt cx="590" cy="581"/>
            </a:xfrm>
          </p:grpSpPr>
          <p:sp>
            <p:nvSpPr>
              <p:cNvPr id="26634" name="Rectangle 13"/>
              <p:cNvSpPr>
                <a:spLocks noChangeArrowheads="1"/>
              </p:cNvSpPr>
              <p:nvPr/>
            </p:nvSpPr>
            <p:spPr bwMode="auto">
              <a:xfrm>
                <a:off x="3634" y="3299"/>
                <a:ext cx="565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 x Y</a:t>
                </a:r>
              </a:p>
            </p:txBody>
          </p:sp>
          <p:sp>
            <p:nvSpPr>
              <p:cNvPr id="26635" name="Rectangle 14"/>
              <p:cNvSpPr>
                <a:spLocks noChangeArrowheads="1"/>
              </p:cNvSpPr>
              <p:nvPr/>
            </p:nvSpPr>
            <p:spPr bwMode="auto">
              <a:xfrm>
                <a:off x="3781" y="3589"/>
                <a:ext cx="30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</a:t>
                </a:r>
              </a:p>
            </p:txBody>
          </p:sp>
          <p:sp>
            <p:nvSpPr>
              <p:cNvPr id="26636" name="Line 17"/>
              <p:cNvSpPr>
                <a:spLocks noChangeShapeType="1"/>
              </p:cNvSpPr>
              <p:nvPr/>
            </p:nvSpPr>
            <p:spPr bwMode="auto">
              <a:xfrm>
                <a:off x="3664" y="3610"/>
                <a:ext cx="560" cy="0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</p:grpSp>
      <p:sp>
        <p:nvSpPr>
          <p:cNvPr id="104451" name="Rectangle 3"/>
          <p:cNvSpPr>
            <a:spLocks noGrp="1" noChangeArrowheads="1"/>
          </p:cNvSpPr>
          <p:nvPr/>
        </p:nvSpPr>
        <p:spPr>
          <a:xfrm>
            <a:off x="544357" y="2347496"/>
            <a:ext cx="8344535" cy="376110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marR="0" indent="-342900" algn="l" defTabSz="914400" rtl="0" eaLnBrk="1" fontAlgn="auto" latinLnBrk="0" hangingPunct="1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A3C167"/>
              </a:buClr>
              <a:buSzTx/>
              <a:buFont typeface="Wingdings" panose="05000000000000000000" pitchFamily="2" charset="2"/>
              <a:buChar char="§"/>
              <a:defRPr sz="2800" kern="1200">
                <a:solidFill>
                  <a:sysClr val="windowText" lastClr="000000"/>
                </a:solidFill>
                <a:latin typeface="Arial" panose="020B0604020202020204"/>
                <a:ea typeface="+mn-ea"/>
                <a:cs typeface="Arial" panose="020B0604020202020204"/>
              </a:defRPr>
            </a:lvl1pPr>
            <a:lvl2pPr marL="742950" marR="0" indent="-28575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CC9900"/>
              </a:buClr>
              <a:buSzTx/>
              <a:buFont typeface="Wingdings" panose="05000000000000000000" pitchFamily="2" charset="2"/>
              <a:buChar char="§"/>
              <a:defRPr sz="2700" kern="1200">
                <a:solidFill>
                  <a:sysClr val="windowText" lastClr="000000"/>
                </a:solidFill>
                <a:latin typeface="Arial" panose="020B0604020202020204"/>
                <a:ea typeface="+mn-ea"/>
                <a:cs typeface="Arial" panose="020B0604020202020204"/>
              </a:defRPr>
            </a:lvl2pPr>
            <a:lvl3pPr marL="11430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B3A2C7"/>
              </a:buClr>
              <a:buSzTx/>
              <a:buFont typeface="Wingdings" panose="05000000000000000000" pitchFamily="2" charset="2"/>
              <a:buChar char="§"/>
              <a:defRPr sz="2400" kern="1200">
                <a:solidFill>
                  <a:sysClr val="windowText" lastClr="000000"/>
                </a:solidFill>
                <a:latin typeface="Arial" panose="020B0604020202020204"/>
                <a:ea typeface="+mn-ea"/>
                <a:cs typeface="Arial" panose="020B0604020202020204"/>
              </a:defRPr>
            </a:lvl3pPr>
            <a:lvl4pPr marL="16002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 sz="2000" kern="1200">
                <a:solidFill>
                  <a:sysClr val="windowText" lastClr="000000"/>
                </a:solidFill>
                <a:latin typeface="Arial" panose="020B0604020202020204"/>
                <a:ea typeface="+mn-ea"/>
                <a:cs typeface="Arial" panose="020B0604020202020204"/>
              </a:defRPr>
            </a:lvl4pPr>
            <a:lvl5pPr marL="20574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»"/>
              <a:defRPr sz="2000" kern="1200">
                <a:solidFill>
                  <a:sysClr val="windowText" lastClr="000000"/>
                </a:solidFill>
                <a:latin typeface="Arial" panose="020B0604020202020204"/>
                <a:ea typeface="+mn-ea"/>
                <a:cs typeface="Arial" panose="020B0604020202020204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Ø"/>
              <a:tabLst>
                <a:tab pos="569595" algn="ctr"/>
                <a:tab pos="1200150" algn="l"/>
              </a:tabLst>
            </a:pPr>
            <a:r>
              <a:rPr lang="zh-CN" sz="2400">
                <a:solidFill>
                  <a:srgbClr val="002060"/>
                </a:solidFill>
                <a:latin typeface="华文琥珀" pitchFamily="2" charset="-122"/>
                <a:ea typeface="华文琥珀" pitchFamily="2" charset="-122"/>
                <a:cs typeface="+mn-cs"/>
              </a:rPr>
              <a:t>举例</a:t>
            </a:r>
            <a:r>
              <a:rPr lang="en-US" altLang="zh-CN" sz="2400">
                <a:solidFill>
                  <a:srgbClr val="002060"/>
                </a:solidFill>
                <a:latin typeface="华文琥珀" pitchFamily="2" charset="-122"/>
                <a:ea typeface="华文琥珀" pitchFamily="2" charset="-122"/>
                <a:cs typeface="+mn-cs"/>
              </a:rPr>
              <a:t>2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2020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年，全社会仅产出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披萨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一种商品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endParaRPr 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indent="0" eaLnBrk="1" hangingPunct="1">
              <a:lnSpc>
                <a:spcPct val="120000"/>
              </a:lnSpc>
              <a:spcBef>
                <a:spcPct val="25000"/>
              </a:spcBef>
              <a:buFont typeface="Wingdings" panose="05000000000000000000" pitchFamily="2" charset="2"/>
              <a:buNone/>
              <a:tabLst>
                <a:tab pos="569595" algn="ctr"/>
                <a:tab pos="1200150" algn="l"/>
              </a:tabLst>
            </a:pPr>
            <a:r>
              <a:rPr 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Y 	= 实际GDP = 3000 个披萨 </a:t>
            </a:r>
          </a:p>
          <a:p>
            <a:pPr marL="0" indent="0" eaLnBrk="1" hangingPunct="1">
              <a:lnSpc>
                <a:spcPct val="120000"/>
              </a:lnSpc>
              <a:spcBef>
                <a:spcPct val="25000"/>
              </a:spcBef>
              <a:buFont typeface="Wingdings" panose="05000000000000000000" pitchFamily="2" charset="2"/>
              <a:buNone/>
              <a:tabLst>
                <a:tab pos="569595" algn="ctr"/>
                <a:tab pos="1200150" algn="l"/>
              </a:tabLst>
            </a:pPr>
            <a:r>
              <a:rPr 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P 	= 价格水平 = 披萨的价格 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=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30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元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</a:t>
            </a:r>
            <a:endParaRPr 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indent="0" eaLnBrk="1" hangingPunct="1">
              <a:lnSpc>
                <a:spcPct val="120000"/>
              </a:lnSpc>
              <a:spcBef>
                <a:spcPct val="25000"/>
              </a:spcBef>
              <a:buFont typeface="Wingdings" panose="05000000000000000000" pitchFamily="2" charset="2"/>
              <a:buNone/>
              <a:tabLst>
                <a:tab pos="569595" algn="ctr"/>
                <a:tab pos="1200150" algn="l"/>
              </a:tabLst>
            </a:pPr>
            <a:r>
              <a:rPr 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P x Y 	= 名义GDP = 披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萨的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总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价=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0,000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元</a:t>
            </a:r>
            <a:endParaRPr 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indent="0" eaLnBrk="1" hangingPunct="1">
              <a:lnSpc>
                <a:spcPct val="120000"/>
              </a:lnSpc>
              <a:spcBef>
                <a:spcPct val="25000"/>
              </a:spcBef>
              <a:buFont typeface="Wingdings" panose="05000000000000000000" pitchFamily="2" charset="2"/>
              <a:buNone/>
              <a:tabLst>
                <a:tab pos="569595" algn="ctr"/>
                <a:tab pos="1200150" algn="l"/>
              </a:tabLst>
            </a:pPr>
            <a:r>
              <a:rPr 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M 	= 货币供给 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=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0,000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元</a:t>
            </a:r>
            <a:endParaRPr 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indent="0" eaLnBrk="1" hangingPunct="1">
              <a:lnSpc>
                <a:spcPct val="120000"/>
              </a:lnSpc>
              <a:spcBef>
                <a:spcPct val="35000"/>
              </a:spcBef>
              <a:buFont typeface="Wingdings" panose="05000000000000000000" pitchFamily="2" charset="2"/>
              <a:buNone/>
              <a:tabLst>
                <a:tab pos="569595" algn="ctr"/>
                <a:tab pos="1200150" algn="l"/>
              </a:tabLst>
            </a:pPr>
            <a:r>
              <a:rPr 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</a:t>
            </a:r>
            <a:r>
              <a:rPr 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</a:t>
            </a:r>
            <a:r>
              <a:rPr 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	= 流通速度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=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90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,000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元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0,000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元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=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endParaRPr 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120000"/>
              </a:lnSpc>
              <a:spcBef>
                <a:spcPct val="35000"/>
              </a:spcBef>
              <a:buClr>
                <a:schemeClr val="tx2"/>
              </a:buClr>
              <a:buFont typeface="Wingdings" panose="05000000000000000000" pitchFamily="2" charset="2"/>
              <a:buChar char="Ø"/>
              <a:tabLst>
                <a:tab pos="569595" algn="ctr"/>
                <a:tab pos="1200150" algn="l"/>
              </a:tabLst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含义：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元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人民币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平均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需要流通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次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33281" y="565097"/>
            <a:ext cx="4572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货币数量论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4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4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 build="p" bldLvl="4"/>
      <p:bldP spid="104451" grpId="0" build="p" bldLvl="5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3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524768" y="1309711"/>
            <a:ext cx="8384611" cy="2456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>
              <a:lnSpc>
                <a:spcPct val="160000"/>
              </a:lnSpc>
              <a:buFont typeface="Wingdings" panose="05000000000000000000" charset="0"/>
              <a:buNone/>
            </a:pPr>
            <a:r>
              <a:rPr lang="zh-CN" altLang="en-US" sz="2400">
                <a:solidFill>
                  <a:srgbClr val="002060"/>
                </a:solidFill>
                <a:latin typeface="华文琥珀" pitchFamily="2" charset="-122"/>
                <a:ea typeface="华文琥珀" pitchFamily="2" charset="-122"/>
              </a:rPr>
              <a:t>举例</a:t>
            </a:r>
            <a:r>
              <a:rPr lang="en-US" altLang="zh-CN" sz="2400">
                <a:solidFill>
                  <a:srgbClr val="002060"/>
                </a:solidFill>
                <a:latin typeface="华文琥珀" pitchFamily="2" charset="-122"/>
                <a:ea typeface="华文琥珀" pitchFamily="2" charset="-122"/>
              </a:rPr>
              <a:t>3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：全社会仅仅产出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一种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玉米。该经济体有足够的劳动力、资本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土地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来生产 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 =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800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斤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玉米。V 是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常数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年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的货币供应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 = 2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 元，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价格水平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 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元/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斤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 20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年的名义 GDP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、货币流通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速度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7" name="矩形 6"/>
          <p:cNvSpPr/>
          <p:nvPr/>
        </p:nvSpPr>
        <p:spPr>
          <a:xfrm>
            <a:off x="433281" y="565097"/>
            <a:ext cx="4572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货币数量论</a:t>
            </a:r>
          </a:p>
        </p:txBody>
      </p:sp>
      <p:grpSp>
        <p:nvGrpSpPr>
          <p:cNvPr id="8" name="Group 11"/>
          <p:cNvGrpSpPr/>
          <p:nvPr/>
        </p:nvGrpSpPr>
        <p:grpSpPr bwMode="auto">
          <a:xfrm>
            <a:off x="1268414" y="4560533"/>
            <a:ext cx="4610100" cy="962027"/>
            <a:chOff x="675" y="2294"/>
            <a:chExt cx="2904" cy="606"/>
          </a:xfrm>
        </p:grpSpPr>
        <p:grpSp>
          <p:nvGrpSpPr>
            <p:cNvPr id="9" name="Group 12"/>
            <p:cNvGrpSpPr/>
            <p:nvPr/>
          </p:nvGrpSpPr>
          <p:grpSpPr bwMode="auto">
            <a:xfrm>
              <a:off x="675" y="2299"/>
              <a:ext cx="1153" cy="588"/>
              <a:chOff x="675" y="2299"/>
              <a:chExt cx="1153" cy="588"/>
            </a:xfrm>
          </p:grpSpPr>
          <p:sp>
            <p:nvSpPr>
              <p:cNvPr id="16" name="Rectangle 13"/>
              <p:cNvSpPr>
                <a:spLocks noChangeArrowheads="1"/>
              </p:cNvSpPr>
              <p:nvPr/>
            </p:nvSpPr>
            <p:spPr bwMode="auto">
              <a:xfrm>
                <a:off x="675" y="2444"/>
                <a:ext cx="563" cy="2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</a:t>
                </a:r>
                <a:r>
                  <a:rPr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sz="2400" dirty="0">
                    <a:solidFill>
                      <a:srgbClr val="002060"/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rPr>
                  <a:t> </a:t>
                </a:r>
                <a:r>
                  <a:rPr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</a:t>
                </a:r>
              </a:p>
            </p:txBody>
          </p:sp>
          <p:grpSp>
            <p:nvGrpSpPr>
              <p:cNvPr id="17" name="Group 14"/>
              <p:cNvGrpSpPr/>
              <p:nvPr/>
            </p:nvGrpSpPr>
            <p:grpSpPr bwMode="auto">
              <a:xfrm>
                <a:off x="1219" y="2299"/>
                <a:ext cx="609" cy="588"/>
                <a:chOff x="3615" y="3292"/>
                <a:chExt cx="609" cy="588"/>
              </a:xfrm>
            </p:grpSpPr>
            <p:sp>
              <p:nvSpPr>
                <p:cNvPr id="18" name="Rectangle 15"/>
                <p:cNvSpPr>
                  <a:spLocks noChangeArrowheads="1"/>
                </p:cNvSpPr>
                <p:nvPr/>
              </p:nvSpPr>
              <p:spPr bwMode="auto">
                <a:xfrm>
                  <a:off x="3615" y="3292"/>
                  <a:ext cx="565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sz="2400" dirty="0">
                      <a:solidFill>
                        <a:srgbClr val="00206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P x Y</a:t>
                  </a:r>
                </a:p>
              </p:txBody>
            </p:sp>
            <p:sp>
              <p:nvSpPr>
                <p:cNvPr id="19" name="Rectangle 16"/>
                <p:cNvSpPr>
                  <a:spLocks noChangeArrowheads="1"/>
                </p:cNvSpPr>
                <p:nvPr/>
              </p:nvSpPr>
              <p:spPr bwMode="auto">
                <a:xfrm>
                  <a:off x="3783" y="3589"/>
                  <a:ext cx="315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2400" dirty="0">
                      <a:solidFill>
                        <a:srgbClr val="00206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M</a:t>
                  </a:r>
                </a:p>
              </p:txBody>
            </p:sp>
            <p:sp>
              <p:nvSpPr>
                <p:cNvPr id="20" name="Line 17"/>
                <p:cNvSpPr>
                  <a:spLocks noChangeShapeType="1"/>
                </p:cNvSpPr>
                <p:nvPr/>
              </p:nvSpPr>
              <p:spPr bwMode="auto">
                <a:xfrm>
                  <a:off x="3664" y="3610"/>
                  <a:ext cx="56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</p:grpSp>
        <p:sp>
          <p:nvSpPr>
            <p:cNvPr id="10" name="Rectangle 18"/>
            <p:cNvSpPr>
              <a:spLocks noChangeArrowheads="1"/>
            </p:cNvSpPr>
            <p:nvPr/>
          </p:nvSpPr>
          <p:spPr bwMode="auto">
            <a:xfrm>
              <a:off x="1940" y="2442"/>
              <a:ext cx="26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=</a:t>
              </a:r>
            </a:p>
          </p:txBody>
        </p:sp>
        <p:grpSp>
          <p:nvGrpSpPr>
            <p:cNvPr id="11" name="Group 19"/>
            <p:cNvGrpSpPr/>
            <p:nvPr/>
          </p:nvGrpSpPr>
          <p:grpSpPr bwMode="auto">
            <a:xfrm>
              <a:off x="2278" y="2294"/>
              <a:ext cx="813" cy="606"/>
              <a:chOff x="2334" y="2294"/>
              <a:chExt cx="813" cy="606"/>
            </a:xfrm>
          </p:grpSpPr>
          <p:sp>
            <p:nvSpPr>
              <p:cNvPr id="13" name="Rectangle 20"/>
              <p:cNvSpPr>
                <a:spLocks noChangeArrowheads="1"/>
              </p:cNvSpPr>
              <p:nvPr/>
            </p:nvSpPr>
            <p:spPr bwMode="auto">
              <a:xfrm>
                <a:off x="2334" y="2294"/>
                <a:ext cx="81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sz="2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  <a:r>
                  <a:rPr lang="en-US" sz="2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sz="2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000</a:t>
                </a:r>
                <a:r>
                  <a:rPr lang="zh-CN" altLang="en-US" sz="2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元</a:t>
                </a:r>
                <a:endParaRPr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Rectangle 21"/>
              <p:cNvSpPr>
                <a:spLocks noChangeArrowheads="1"/>
              </p:cNvSpPr>
              <p:nvPr/>
            </p:nvSpPr>
            <p:spPr bwMode="auto">
              <a:xfrm>
                <a:off x="2334" y="2609"/>
                <a:ext cx="81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sz="2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en-US" sz="2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sz="2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000</a:t>
                </a:r>
                <a:r>
                  <a:rPr lang="zh-CN" altLang="en-US" sz="2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元</a:t>
                </a:r>
                <a:endParaRPr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" name="Line 22"/>
              <p:cNvSpPr>
                <a:spLocks noChangeShapeType="1"/>
              </p:cNvSpPr>
              <p:nvPr/>
            </p:nvSpPr>
            <p:spPr bwMode="auto">
              <a:xfrm>
                <a:off x="2372" y="2615"/>
                <a:ext cx="758" cy="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12" name="Rectangle 23"/>
            <p:cNvSpPr>
              <a:spLocks noChangeArrowheads="1"/>
            </p:cNvSpPr>
            <p:nvPr/>
          </p:nvSpPr>
          <p:spPr bwMode="auto">
            <a:xfrm>
              <a:off x="3079" y="2440"/>
              <a:ext cx="50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= </a:t>
              </a: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 </a:t>
              </a:r>
              <a:r>
                <a:rPr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</p:grpSp>
      <p:sp>
        <p:nvSpPr>
          <p:cNvPr id="21" name="Rectangle 9"/>
          <p:cNvSpPr>
            <a:spLocks noChangeArrowheads="1"/>
          </p:cNvSpPr>
          <p:nvPr/>
        </p:nvSpPr>
        <p:spPr bwMode="auto">
          <a:xfrm>
            <a:off x="1181037" y="3852547"/>
            <a:ext cx="6869113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lnSpc>
                <a:spcPct val="105000"/>
              </a:lnSpc>
              <a:spcBef>
                <a:spcPct val="60000"/>
              </a:spcBef>
              <a:buClr>
                <a:srgbClr val="669900"/>
              </a:buClr>
              <a:buSzPct val="120000"/>
              <a:buFont typeface="Wingdings" panose="05000000000000000000" pitchFamily="2" charset="2"/>
              <a:buNone/>
            </a:pPr>
            <a:r>
              <a:rPr 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名义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  =  P x Y 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 5 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800 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 4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12648" y="1142492"/>
          <a:ext cx="8375904" cy="54589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8308" name="Text Box 4"/>
          <p:cNvSpPr txBox="1">
            <a:spLocks noChangeArrowheads="1"/>
          </p:cNvSpPr>
          <p:nvPr/>
        </p:nvSpPr>
        <p:spPr bwMode="auto">
          <a:xfrm>
            <a:off x="5423029" y="2730372"/>
            <a:ext cx="20907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名义</a:t>
            </a:r>
            <a:r>
              <a:rPr 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</a:p>
        </p:txBody>
      </p:sp>
      <p:sp>
        <p:nvSpPr>
          <p:cNvPr id="98309" name="Text Box 5"/>
          <p:cNvSpPr txBox="1">
            <a:spLocks noChangeArrowheads="1"/>
          </p:cNvSpPr>
          <p:nvPr/>
        </p:nvSpPr>
        <p:spPr bwMode="auto">
          <a:xfrm>
            <a:off x="7236296" y="3573016"/>
            <a:ext cx="9361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M2</a:t>
            </a:r>
          </a:p>
        </p:txBody>
      </p:sp>
      <p:sp>
        <p:nvSpPr>
          <p:cNvPr id="98310" name="Text Box 6"/>
          <p:cNvSpPr txBox="1">
            <a:spLocks noChangeArrowheads="1"/>
          </p:cNvSpPr>
          <p:nvPr/>
        </p:nvSpPr>
        <p:spPr bwMode="auto">
          <a:xfrm>
            <a:off x="6444208" y="5445224"/>
            <a:ext cx="215646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货币流通速度</a:t>
            </a:r>
          </a:p>
        </p:txBody>
      </p:sp>
      <p:sp>
        <p:nvSpPr>
          <p:cNvPr id="30728" name="FlagCount" hidden="1">
            <a:hlinkClick r:id="rId4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126742" y="2627784"/>
            <a:ext cx="553998" cy="1587935"/>
          </a:xfrm>
          <a:prstGeom prst="rect">
            <a:avLst/>
          </a:prstGeom>
        </p:spPr>
        <p:txBody>
          <a:bodyPr vert="vert270" wrap="none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1960=100</a:t>
            </a:r>
          </a:p>
        </p:txBody>
      </p:sp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5" cstate="print"/>
          <a:srcRect t="-37500" b="-37500"/>
          <a:stretch>
            <a:fillRect/>
          </a:stretch>
        </p:blipFill>
        <p:spPr bwMode="auto">
          <a:xfrm flipV="1">
            <a:off x="612746" y="1106071"/>
            <a:ext cx="3960000" cy="36000"/>
          </a:xfrm>
          <a:prstGeom prst="rect">
            <a:avLst/>
          </a:prstGeom>
          <a:noFill/>
        </p:spPr>
      </p:pic>
      <p:sp>
        <p:nvSpPr>
          <p:cNvPr id="12" name="矩形 11"/>
          <p:cNvSpPr/>
          <p:nvPr/>
        </p:nvSpPr>
        <p:spPr>
          <a:xfrm>
            <a:off x="433281" y="565097"/>
            <a:ext cx="4572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货币数量论</a:t>
            </a:r>
          </a:p>
        </p:txBody>
      </p:sp>
      <p:sp>
        <p:nvSpPr>
          <p:cNvPr id="13" name="Text Box 69"/>
          <p:cNvSpPr txBox="1">
            <a:spLocks noChangeArrowheads="1"/>
          </p:cNvSpPr>
          <p:nvPr/>
        </p:nvSpPr>
        <p:spPr bwMode="auto">
          <a:xfrm>
            <a:off x="1619672" y="1484784"/>
            <a:ext cx="4392488" cy="830997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 美国：1960-2013 ）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从长远来看，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货币流通速度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相当稳定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8" name="FlagCount" hidden="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</a:p>
        </p:txBody>
      </p:sp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4" cstate="print"/>
          <a:srcRect t="-37500" b="-37500"/>
          <a:stretch>
            <a:fillRect/>
          </a:stretch>
        </p:blipFill>
        <p:spPr bwMode="auto">
          <a:xfrm flipV="1">
            <a:off x="612746" y="1106071"/>
            <a:ext cx="3960000" cy="36000"/>
          </a:xfrm>
          <a:prstGeom prst="rect">
            <a:avLst/>
          </a:prstGeom>
          <a:noFill/>
        </p:spPr>
      </p:pic>
      <p:sp>
        <p:nvSpPr>
          <p:cNvPr id="13" name="文本框 12"/>
          <p:cNvSpPr txBox="1"/>
          <p:nvPr/>
        </p:nvSpPr>
        <p:spPr>
          <a:xfrm rot="16200000">
            <a:off x="-332731" y="3233439"/>
            <a:ext cx="15659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1960=100</a:t>
            </a:r>
          </a:p>
        </p:txBody>
      </p:sp>
      <p:graphicFrame>
        <p:nvGraphicFramePr>
          <p:cNvPr id="14" name="图表 13"/>
          <p:cNvGraphicFramePr/>
          <p:nvPr/>
        </p:nvGraphicFramePr>
        <p:xfrm>
          <a:off x="729712" y="1194098"/>
          <a:ext cx="8032376" cy="55472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6372200" y="4260677"/>
            <a:ext cx="20907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名义</a:t>
            </a:r>
            <a:r>
              <a:rPr 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6228184" y="3420338"/>
            <a:ext cx="7742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M2</a:t>
            </a:r>
          </a:p>
        </p:txBody>
      </p:sp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6372200" y="5445224"/>
            <a:ext cx="215646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货币流通速度</a:t>
            </a:r>
          </a:p>
        </p:txBody>
      </p:sp>
      <p:sp>
        <p:nvSpPr>
          <p:cNvPr id="11" name="矩形 10"/>
          <p:cNvSpPr/>
          <p:nvPr/>
        </p:nvSpPr>
        <p:spPr>
          <a:xfrm>
            <a:off x="433281" y="565097"/>
            <a:ext cx="4572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货币数量论</a:t>
            </a: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3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3" name="TextBox 16"/>
          <p:cNvSpPr txBox="1"/>
          <p:nvPr/>
        </p:nvSpPr>
        <p:spPr>
          <a:xfrm>
            <a:off x="395536" y="1412776"/>
            <a:ext cx="8496943" cy="4194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4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货币流通速度方程式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两边乘以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4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得到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货币数量方程式：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 x V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P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Y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40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因为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稳定，因此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的变化会导致名义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(P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Y)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以相同的百分比变化。</a:t>
            </a:r>
          </a:p>
          <a:p>
            <a:pPr marL="800100" lvl="1" indent="-342900">
              <a:lnSpc>
                <a:spcPts val="4000"/>
              </a:lnSpc>
              <a:buFont typeface="Wingdings" panose="05000000000000000000" pitchFamily="2" charset="2"/>
              <a:buChar char="ü"/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的变化不影响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由技术和资源决定。</a:t>
            </a:r>
          </a:p>
          <a:p>
            <a:pPr marL="800100" lvl="1" indent="-342900">
              <a:lnSpc>
                <a:spcPts val="40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因此，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的变化和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相同。</a:t>
            </a:r>
          </a:p>
          <a:p>
            <a:pPr marL="800100" lvl="1" indent="-342900">
              <a:lnSpc>
                <a:spcPts val="40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所以，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货币供应量的变化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导致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通货膨胀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（或者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）的变化。</a:t>
            </a:r>
            <a:endParaRPr lang="zh-CN" sz="2400" dirty="0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3281" y="565097"/>
            <a:ext cx="4572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货币数量论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3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395536" y="1310005"/>
            <a:ext cx="856895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华文琥珀" pitchFamily="2" charset="-122"/>
                <a:ea typeface="华文琥珀" pitchFamily="2" charset="-122"/>
              </a:rPr>
              <a:t>举例</a:t>
            </a:r>
            <a:r>
              <a:rPr lang="en-US" altLang="zh-CN" sz="2400">
                <a:solidFill>
                  <a:srgbClr val="002060"/>
                </a:solidFill>
                <a:latin typeface="华文琥珀" pitchFamily="2" charset="-122"/>
                <a:ea typeface="华文琥珀" pitchFamily="2" charset="-122"/>
              </a:rPr>
              <a:t>4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：全社会仅产出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玉米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。该经济体有足够的劳动力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、资本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土地来生产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 =800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斤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的玉米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常数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2020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货币供应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 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2000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价格水平 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 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元/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斤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央行计划全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2021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MS增加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5%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至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2100 元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 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21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年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名义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 和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sz="2400" i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计算20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-20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21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年的通货膨胀率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假设技术进步导致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sz="2400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 20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21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年增加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3%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 824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斤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。计算 20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-20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21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年的通货膨胀率。</a:t>
            </a:r>
          </a:p>
        </p:txBody>
      </p:sp>
      <p:sp>
        <p:nvSpPr>
          <p:cNvPr id="7" name="矩形 6"/>
          <p:cNvSpPr/>
          <p:nvPr/>
        </p:nvSpPr>
        <p:spPr>
          <a:xfrm>
            <a:off x="433281" y="565097"/>
            <a:ext cx="4572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货币数量论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3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323528" y="1412776"/>
            <a:ext cx="849694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2021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年的名义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400" i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值。计算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2020-2021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年的通货膨胀率。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名义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=P x Y= M x V =2100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2  =  4200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Rectangle 32"/>
          <p:cNvSpPr>
            <a:spLocks noChangeArrowheads="1"/>
          </p:cNvSpPr>
          <p:nvPr/>
        </p:nvSpPr>
        <p:spPr bwMode="auto">
          <a:xfrm>
            <a:off x="1259632" y="3356992"/>
            <a:ext cx="8937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=</a:t>
            </a:r>
          </a:p>
        </p:txBody>
      </p:sp>
      <p:grpSp>
        <p:nvGrpSpPr>
          <p:cNvPr id="14" name="Group 33"/>
          <p:cNvGrpSpPr/>
          <p:nvPr/>
        </p:nvGrpSpPr>
        <p:grpSpPr bwMode="auto">
          <a:xfrm>
            <a:off x="2051720" y="3140974"/>
            <a:ext cx="896938" cy="942976"/>
            <a:chOff x="3584" y="3300"/>
            <a:chExt cx="565" cy="594"/>
          </a:xfrm>
        </p:grpSpPr>
        <p:sp>
          <p:nvSpPr>
            <p:cNvPr id="15" name="Rectangle 34"/>
            <p:cNvSpPr>
              <a:spLocks noChangeArrowheads="1"/>
            </p:cNvSpPr>
            <p:nvPr/>
          </p:nvSpPr>
          <p:spPr bwMode="auto">
            <a:xfrm>
              <a:off x="3584" y="3300"/>
              <a:ext cx="56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 x Y</a:t>
              </a:r>
            </a:p>
          </p:txBody>
        </p:sp>
        <p:sp>
          <p:nvSpPr>
            <p:cNvPr id="16" name="Rectangle 35"/>
            <p:cNvSpPr>
              <a:spLocks noChangeArrowheads="1"/>
            </p:cNvSpPr>
            <p:nvPr/>
          </p:nvSpPr>
          <p:spPr bwMode="auto">
            <a:xfrm>
              <a:off x="3750" y="3603"/>
              <a:ext cx="23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Line 36"/>
            <p:cNvSpPr>
              <a:spLocks noChangeShapeType="1"/>
            </p:cNvSpPr>
            <p:nvPr/>
          </p:nvSpPr>
          <p:spPr bwMode="auto">
            <a:xfrm>
              <a:off x="3584" y="3603"/>
              <a:ext cx="553" cy="7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8" name="Group 38"/>
          <p:cNvGrpSpPr/>
          <p:nvPr/>
        </p:nvGrpSpPr>
        <p:grpSpPr bwMode="auto">
          <a:xfrm>
            <a:off x="3707908" y="3140970"/>
            <a:ext cx="1336677" cy="933451"/>
            <a:chOff x="2344" y="2312"/>
            <a:chExt cx="842" cy="588"/>
          </a:xfrm>
        </p:grpSpPr>
        <p:sp>
          <p:nvSpPr>
            <p:cNvPr id="19" name="Rectangle 39"/>
            <p:cNvSpPr>
              <a:spLocks noChangeArrowheads="1"/>
            </p:cNvSpPr>
            <p:nvPr/>
          </p:nvSpPr>
          <p:spPr bwMode="auto">
            <a:xfrm>
              <a:off x="2419" y="2312"/>
              <a:ext cx="76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4200</a:t>
              </a:r>
              <a:r>
                <a:rPr lang="zh-CN" altLang="en-US"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</a:t>
              </a:r>
              <a:endPara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Rectangle 40"/>
            <p:cNvSpPr>
              <a:spLocks noChangeArrowheads="1"/>
            </p:cNvSpPr>
            <p:nvPr/>
          </p:nvSpPr>
          <p:spPr bwMode="auto">
            <a:xfrm>
              <a:off x="2431" y="2609"/>
              <a:ext cx="65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800</a:t>
              </a:r>
              <a:r>
                <a:rPr lang="zh-CN" altLang="en-US"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斤</a:t>
              </a:r>
              <a:endPara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41"/>
            <p:cNvSpPr>
              <a:spLocks noChangeShapeType="1"/>
            </p:cNvSpPr>
            <p:nvPr/>
          </p:nvSpPr>
          <p:spPr bwMode="auto">
            <a:xfrm>
              <a:off x="2344" y="2609"/>
              <a:ext cx="637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22" name="Rectangle 37"/>
          <p:cNvSpPr>
            <a:spLocks noChangeArrowheads="1"/>
          </p:cNvSpPr>
          <p:nvPr/>
        </p:nvSpPr>
        <p:spPr bwMode="auto">
          <a:xfrm>
            <a:off x="3131840" y="3356992"/>
            <a:ext cx="4254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endParaRPr 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Rectangle 42"/>
          <p:cNvSpPr>
            <a:spLocks noChangeArrowheads="1"/>
          </p:cNvSpPr>
          <p:nvPr/>
        </p:nvSpPr>
        <p:spPr bwMode="auto">
          <a:xfrm>
            <a:off x="4860032" y="3356992"/>
            <a:ext cx="20882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5.25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斤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Rectangle 47"/>
          <p:cNvSpPr>
            <a:spLocks noChangeArrowheads="1"/>
          </p:cNvSpPr>
          <p:nvPr/>
        </p:nvSpPr>
        <p:spPr bwMode="auto">
          <a:xfrm>
            <a:off x="1187624" y="4365104"/>
            <a:ext cx="24098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lnSpc>
                <a:spcPct val="105000"/>
              </a:lnSpc>
              <a:spcBef>
                <a:spcPct val="60000"/>
              </a:spcBef>
              <a:buClr>
                <a:srgbClr val="669900"/>
              </a:buClr>
              <a:buSzPct val="120000"/>
              <a:buFont typeface="Wingdings" panose="05000000000000000000" pitchFamily="2" charset="2"/>
              <a:buNone/>
            </a:pP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通货膨胀率</a:t>
            </a:r>
            <a:r>
              <a:rPr sz="2000" dirty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 =</a:t>
            </a:r>
          </a:p>
        </p:txBody>
      </p:sp>
      <p:grpSp>
        <p:nvGrpSpPr>
          <p:cNvPr id="37" name="Group 53"/>
          <p:cNvGrpSpPr/>
          <p:nvPr/>
        </p:nvGrpSpPr>
        <p:grpSpPr bwMode="auto">
          <a:xfrm>
            <a:off x="3059832" y="4077075"/>
            <a:ext cx="1939925" cy="971550"/>
            <a:chOff x="2084" y="3659"/>
            <a:chExt cx="1222" cy="612"/>
          </a:xfrm>
        </p:grpSpPr>
        <p:sp>
          <p:nvSpPr>
            <p:cNvPr id="38" name="Rectangle 49"/>
            <p:cNvSpPr>
              <a:spLocks noChangeArrowheads="1"/>
            </p:cNvSpPr>
            <p:nvPr/>
          </p:nvSpPr>
          <p:spPr bwMode="auto">
            <a:xfrm>
              <a:off x="2084" y="3659"/>
              <a:ext cx="111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5.25 </a:t>
              </a:r>
              <a:r>
                <a:rPr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– 5.00</a:t>
              </a:r>
            </a:p>
          </p:txBody>
        </p:sp>
        <p:sp>
          <p:nvSpPr>
            <p:cNvPr id="39" name="Rectangle 50"/>
            <p:cNvSpPr>
              <a:spLocks noChangeArrowheads="1"/>
            </p:cNvSpPr>
            <p:nvPr/>
          </p:nvSpPr>
          <p:spPr bwMode="auto">
            <a:xfrm>
              <a:off x="2398" y="3980"/>
              <a:ext cx="5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5.00</a:t>
              </a:r>
            </a:p>
          </p:txBody>
        </p:sp>
        <p:sp>
          <p:nvSpPr>
            <p:cNvPr id="40" name="Line 52"/>
            <p:cNvSpPr>
              <a:spLocks noChangeShapeType="1"/>
            </p:cNvSpPr>
            <p:nvPr/>
          </p:nvSpPr>
          <p:spPr bwMode="auto">
            <a:xfrm>
              <a:off x="2132" y="3967"/>
              <a:ext cx="1174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41" name="Rectangle 54"/>
          <p:cNvSpPr>
            <a:spLocks noChangeArrowheads="1"/>
          </p:cNvSpPr>
          <p:nvPr/>
        </p:nvSpPr>
        <p:spPr bwMode="auto">
          <a:xfrm>
            <a:off x="5076056" y="4365104"/>
            <a:ext cx="3816424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indent="-457200">
              <a:lnSpc>
                <a:spcPct val="105000"/>
              </a:lnSpc>
              <a:spcBef>
                <a:spcPct val="60000"/>
              </a:spcBef>
              <a:buClr>
                <a:srgbClr val="669900"/>
              </a:buClr>
              <a:buSzPct val="120000"/>
              <a:buFont typeface="Wingdings" panose="05000000000000000000" pitchFamily="2" charset="2"/>
              <a:buNone/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 5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 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等于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r>
              <a:rPr 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增长率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26" name="矩形 25"/>
          <p:cNvSpPr/>
          <p:nvPr/>
        </p:nvSpPr>
        <p:spPr>
          <a:xfrm>
            <a:off x="433281" y="565097"/>
            <a:ext cx="4572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货币数量论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3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323528" y="1412776"/>
            <a:ext cx="849694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buFont typeface="+mj-lt"/>
              <a:buAutoNum type="arabicPeriod" startAt="2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假设技术进步导致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400" i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2021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年增加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3%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，到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824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斤。计算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2020-2021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年的通货膨胀率。</a:t>
            </a:r>
          </a:p>
          <a:p>
            <a:pPr lvl="1">
              <a:lnSpc>
                <a:spcPct val="150000"/>
              </a:lnSpc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名义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=P´ x Y´= M x V =2100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2  =  4200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Rectangle 32"/>
          <p:cNvSpPr>
            <a:spLocks noChangeArrowheads="1"/>
          </p:cNvSpPr>
          <p:nvPr/>
        </p:nvSpPr>
        <p:spPr bwMode="auto">
          <a:xfrm>
            <a:off x="1259632" y="3356992"/>
            <a:ext cx="8937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´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</a:p>
        </p:txBody>
      </p:sp>
      <p:grpSp>
        <p:nvGrpSpPr>
          <p:cNvPr id="14" name="Group 33"/>
          <p:cNvGrpSpPr/>
          <p:nvPr/>
        </p:nvGrpSpPr>
        <p:grpSpPr bwMode="auto">
          <a:xfrm>
            <a:off x="2051722" y="3140974"/>
            <a:ext cx="1085851" cy="942976"/>
            <a:chOff x="3584" y="3300"/>
            <a:chExt cx="684" cy="594"/>
          </a:xfrm>
        </p:grpSpPr>
        <p:sp>
          <p:nvSpPr>
            <p:cNvPr id="15" name="Rectangle 34"/>
            <p:cNvSpPr>
              <a:spLocks noChangeArrowheads="1"/>
            </p:cNvSpPr>
            <p:nvPr/>
          </p:nvSpPr>
          <p:spPr bwMode="auto">
            <a:xfrm>
              <a:off x="3584" y="3300"/>
              <a:ext cx="68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r>
                <a:rPr lang="en-US" altLang="zh-CN"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´</a:t>
              </a:r>
              <a:r>
                <a:rPr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x Y</a:t>
              </a:r>
              <a:r>
                <a:rPr lang="en-US" altLang="zh-CN"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´</a:t>
              </a:r>
              <a:endPara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Rectangle 35"/>
            <p:cNvSpPr>
              <a:spLocks noChangeArrowheads="1"/>
            </p:cNvSpPr>
            <p:nvPr/>
          </p:nvSpPr>
          <p:spPr bwMode="auto">
            <a:xfrm>
              <a:off x="3750" y="3603"/>
              <a:ext cx="29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r>
                <a:rPr lang="en-US" altLang="zh-CN"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´</a:t>
              </a:r>
              <a:endPara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Line 36"/>
            <p:cNvSpPr>
              <a:spLocks noChangeShapeType="1"/>
            </p:cNvSpPr>
            <p:nvPr/>
          </p:nvSpPr>
          <p:spPr bwMode="auto">
            <a:xfrm>
              <a:off x="3584" y="3603"/>
              <a:ext cx="553" cy="7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8" name="Group 38"/>
          <p:cNvGrpSpPr/>
          <p:nvPr/>
        </p:nvGrpSpPr>
        <p:grpSpPr bwMode="auto">
          <a:xfrm>
            <a:off x="3707908" y="3140970"/>
            <a:ext cx="1336677" cy="933451"/>
            <a:chOff x="2344" y="2312"/>
            <a:chExt cx="842" cy="588"/>
          </a:xfrm>
        </p:grpSpPr>
        <p:sp>
          <p:nvSpPr>
            <p:cNvPr id="19" name="Rectangle 39"/>
            <p:cNvSpPr>
              <a:spLocks noChangeArrowheads="1"/>
            </p:cNvSpPr>
            <p:nvPr/>
          </p:nvSpPr>
          <p:spPr bwMode="auto">
            <a:xfrm>
              <a:off x="2419" y="2312"/>
              <a:ext cx="76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4200</a:t>
              </a:r>
              <a:r>
                <a:rPr lang="zh-CN" altLang="en-US"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</a:t>
              </a:r>
              <a:endPara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Rectangle 40"/>
            <p:cNvSpPr>
              <a:spLocks noChangeArrowheads="1"/>
            </p:cNvSpPr>
            <p:nvPr/>
          </p:nvSpPr>
          <p:spPr bwMode="auto">
            <a:xfrm>
              <a:off x="2431" y="2609"/>
              <a:ext cx="65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  <a:r>
                <a:rPr lang="en-US"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24</a:t>
              </a:r>
              <a:r>
                <a:rPr lang="zh-CN" altLang="en-US"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斤</a:t>
              </a:r>
              <a:endPara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41"/>
            <p:cNvSpPr>
              <a:spLocks noChangeShapeType="1"/>
            </p:cNvSpPr>
            <p:nvPr/>
          </p:nvSpPr>
          <p:spPr bwMode="auto">
            <a:xfrm>
              <a:off x="2344" y="2609"/>
              <a:ext cx="637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22" name="Rectangle 37"/>
          <p:cNvSpPr>
            <a:spLocks noChangeArrowheads="1"/>
          </p:cNvSpPr>
          <p:nvPr/>
        </p:nvSpPr>
        <p:spPr bwMode="auto">
          <a:xfrm>
            <a:off x="3131840" y="3356992"/>
            <a:ext cx="4254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endParaRPr 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Rectangle 42"/>
          <p:cNvSpPr>
            <a:spLocks noChangeArrowheads="1"/>
          </p:cNvSpPr>
          <p:nvPr/>
        </p:nvSpPr>
        <p:spPr bwMode="auto">
          <a:xfrm>
            <a:off x="4860032" y="3356992"/>
            <a:ext cx="20882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斤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Rectangle 47"/>
          <p:cNvSpPr>
            <a:spLocks noChangeArrowheads="1"/>
          </p:cNvSpPr>
          <p:nvPr/>
        </p:nvSpPr>
        <p:spPr bwMode="auto">
          <a:xfrm>
            <a:off x="1187624" y="4365104"/>
            <a:ext cx="24098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lnSpc>
                <a:spcPct val="105000"/>
              </a:lnSpc>
              <a:spcBef>
                <a:spcPct val="60000"/>
              </a:spcBef>
              <a:buClr>
                <a:srgbClr val="669900"/>
              </a:buClr>
              <a:buSzPct val="120000"/>
              <a:buFont typeface="Wingdings" panose="05000000000000000000" pitchFamily="2" charset="2"/>
              <a:buNone/>
            </a:pP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通货膨胀率</a:t>
            </a:r>
            <a:r>
              <a:rPr sz="200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 </a:t>
            </a:r>
            <a:r>
              <a:rPr sz="2000" dirty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=</a:t>
            </a:r>
          </a:p>
        </p:txBody>
      </p:sp>
      <p:grpSp>
        <p:nvGrpSpPr>
          <p:cNvPr id="37" name="Group 53"/>
          <p:cNvGrpSpPr/>
          <p:nvPr/>
        </p:nvGrpSpPr>
        <p:grpSpPr bwMode="auto">
          <a:xfrm>
            <a:off x="3059832" y="4077075"/>
            <a:ext cx="1939925" cy="971550"/>
            <a:chOff x="2084" y="3659"/>
            <a:chExt cx="1222" cy="612"/>
          </a:xfrm>
        </p:grpSpPr>
        <p:sp>
          <p:nvSpPr>
            <p:cNvPr id="38" name="Rectangle 49"/>
            <p:cNvSpPr>
              <a:spLocks noChangeArrowheads="1"/>
            </p:cNvSpPr>
            <p:nvPr/>
          </p:nvSpPr>
          <p:spPr bwMode="auto">
            <a:xfrm>
              <a:off x="2084" y="3659"/>
              <a:ext cx="111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5.</a:t>
              </a:r>
              <a:r>
                <a:rPr lang="en-US"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– 5.00</a:t>
              </a:r>
            </a:p>
          </p:txBody>
        </p:sp>
        <p:sp>
          <p:nvSpPr>
            <p:cNvPr id="39" name="Rectangle 50"/>
            <p:cNvSpPr>
              <a:spLocks noChangeArrowheads="1"/>
            </p:cNvSpPr>
            <p:nvPr/>
          </p:nvSpPr>
          <p:spPr bwMode="auto">
            <a:xfrm>
              <a:off x="2398" y="3980"/>
              <a:ext cx="5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5.00</a:t>
              </a:r>
            </a:p>
          </p:txBody>
        </p:sp>
        <p:sp>
          <p:nvSpPr>
            <p:cNvPr id="40" name="Line 52"/>
            <p:cNvSpPr>
              <a:spLocks noChangeShapeType="1"/>
            </p:cNvSpPr>
            <p:nvPr/>
          </p:nvSpPr>
          <p:spPr bwMode="auto">
            <a:xfrm>
              <a:off x="2132" y="3967"/>
              <a:ext cx="1174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41" name="Rectangle 54"/>
          <p:cNvSpPr>
            <a:spLocks noChangeArrowheads="1"/>
          </p:cNvSpPr>
          <p:nvPr/>
        </p:nvSpPr>
        <p:spPr bwMode="auto">
          <a:xfrm>
            <a:off x="5076056" y="4365104"/>
            <a:ext cx="3816424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indent="-457200">
              <a:lnSpc>
                <a:spcPct val="105000"/>
              </a:lnSpc>
              <a:spcBef>
                <a:spcPct val="60000"/>
              </a:spcBef>
              <a:buClr>
                <a:srgbClr val="669900"/>
              </a:buClr>
              <a:buSzPct val="120000"/>
              <a:buFont typeface="Wingdings" panose="05000000000000000000" pitchFamily="2" charset="2"/>
              <a:buNone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 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</a:t>
            </a:r>
            <a:r>
              <a:rPr 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于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增长率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26" name="矩形 25"/>
          <p:cNvSpPr/>
          <p:nvPr/>
        </p:nvSpPr>
        <p:spPr>
          <a:xfrm>
            <a:off x="433281" y="565097"/>
            <a:ext cx="4572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货币数量论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3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571500" y="1310005"/>
            <a:ext cx="8248972" cy="4429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总结：</a:t>
            </a:r>
            <a:endParaRPr 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3800"/>
              </a:lnSpc>
              <a:buFont typeface="Wingdings" panose="05000000000000000000" pitchFamily="2" charset="2"/>
              <a:buChar char="ü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如果实际 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 不变，则通货膨胀率 = 货币增长率。</a:t>
            </a:r>
          </a:p>
          <a:p>
            <a:pPr marL="800100" lvl="1" indent="-342900">
              <a:lnSpc>
                <a:spcPts val="3800"/>
              </a:lnSpc>
              <a:buFont typeface="Wingdings" panose="05000000000000000000" pitchFamily="2" charset="2"/>
              <a:buChar char="ü"/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如果实际 GDP 增长，则通货膨胀率 &lt; 货币增长率。</a:t>
            </a:r>
          </a:p>
          <a:p>
            <a:pPr marL="342900" indent="-342900" algn="l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3800"/>
              </a:lnSpc>
              <a:buFont typeface="Wingdings" panose="05000000000000000000" pitchFamily="2" charset="2"/>
              <a:buChar char="ü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经济增长增加了交易数量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这些额外的交易需要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额外的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资金。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38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除此之外的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货币增长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导致通货膨胀。</a:t>
            </a:r>
            <a:endParaRPr 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38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恶性通货膨胀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：常被定义为每月超过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50%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的通货膨胀率。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货币供应量的过度增长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导致恶性通货膨胀</a:t>
            </a:r>
            <a:r>
              <a:rPr lang="zh-CN" altLang="en-US" sz="240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3281" y="565097"/>
            <a:ext cx="4572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货币数量论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4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395536" y="1268760"/>
            <a:ext cx="3744416" cy="2041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800"/>
              </a:lnSpc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津巴布韦的恶性通货膨胀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庞大的政府预算赤字导致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政府不负责任地发行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大量货币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，形成恶性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通胀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graphicFrame>
        <p:nvGraphicFramePr>
          <p:cNvPr id="3" name="Table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281170" y="1350766"/>
          <a:ext cx="4755326" cy="3973832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33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8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69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kern="120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日期</a:t>
                      </a:r>
                      <a:endParaRPr lang="en-US" sz="2400" kern="12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kern="120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津巴布韦币</a:t>
                      </a:r>
                      <a:r>
                        <a:rPr lang="en-US" altLang="zh-CN" sz="2400" kern="120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2400" kern="120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美元</a:t>
                      </a:r>
                      <a:endParaRPr lang="en-US" sz="2400" kern="12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691">
                <a:tc>
                  <a:txBody>
                    <a:bodyPr/>
                    <a:lstStyle/>
                    <a:p>
                      <a:pPr algn="ctr"/>
                      <a:r>
                        <a:rPr lang="en-US" sz="22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/>
                        </a:rPr>
                        <a:t>2007.08</a:t>
                      </a:r>
                      <a:endParaRPr lang="en-US" sz="2200" b="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/>
                      </a:endParaRPr>
                    </a:p>
                  </a:txBody>
                  <a:tcPr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2200" b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/>
                        </a:rPr>
                        <a:t>（</a:t>
                      </a:r>
                      <a:r>
                        <a:rPr lang="zh-CN" altLang="en-US" sz="22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/>
                        </a:rPr>
                        <a:t>百</a:t>
                      </a:r>
                      <a:r>
                        <a:rPr lang="zh-CN" altLang="en-US" sz="2200" b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/>
                        </a:rPr>
                        <a:t>）</a:t>
                      </a:r>
                      <a:r>
                        <a:rPr lang="en-US" sz="2200" b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/>
                        </a:rPr>
                        <a:t>245</a:t>
                      </a:r>
                      <a:endParaRPr lang="en-US" sz="2200" b="0" dirty="0">
                        <a:solidFill>
                          <a:sysClr val="windowText" lastClr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/>
                      </a:endParaRPr>
                    </a:p>
                  </a:txBody>
                  <a:tcPr marR="182880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691">
                <a:tc>
                  <a:txBody>
                    <a:bodyPr/>
                    <a:lstStyle/>
                    <a:p>
                      <a:pPr algn="ctr"/>
                      <a:r>
                        <a:rPr lang="en-US" sz="2200" b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/>
                        </a:rPr>
                        <a:t>2008.04</a:t>
                      </a:r>
                      <a:endParaRPr lang="en-US" sz="2200" b="0" dirty="0">
                        <a:solidFill>
                          <a:sysClr val="windowText" lastClr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/>
                      </a:endParaRPr>
                    </a:p>
                  </a:txBody>
                  <a:tcPr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2200" b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/>
                        </a:rPr>
                        <a:t>（万）</a:t>
                      </a:r>
                      <a:r>
                        <a:rPr lang="en-US" sz="2200" b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/>
                        </a:rPr>
                        <a:t>29,401</a:t>
                      </a:r>
                      <a:endParaRPr lang="en-US" sz="2200" b="0" dirty="0">
                        <a:solidFill>
                          <a:sysClr val="windowText" lastClr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/>
                      </a:endParaRPr>
                    </a:p>
                  </a:txBody>
                  <a:tcPr marR="182880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691">
                <a:tc>
                  <a:txBody>
                    <a:bodyPr/>
                    <a:lstStyle/>
                    <a:p>
                      <a:pPr algn="ctr"/>
                      <a:r>
                        <a:rPr lang="en-US" sz="2200" b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/>
                        </a:rPr>
                        <a:t>2008.05</a:t>
                      </a:r>
                      <a:endParaRPr lang="en-US" sz="2200" b="0" dirty="0">
                        <a:solidFill>
                          <a:sysClr val="windowText" lastClr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/>
                      </a:endParaRPr>
                    </a:p>
                  </a:txBody>
                  <a:tcPr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2200" b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/>
                        </a:rPr>
                        <a:t>（亿）</a:t>
                      </a:r>
                      <a:r>
                        <a:rPr lang="en-US" sz="2200" b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/>
                        </a:rPr>
                        <a:t>207,209,688</a:t>
                      </a:r>
                      <a:endParaRPr lang="en-US" sz="2200" b="0" dirty="0">
                        <a:solidFill>
                          <a:sysClr val="windowText" lastClr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/>
                      </a:endParaRPr>
                    </a:p>
                  </a:txBody>
                  <a:tcPr marR="182880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691">
                <a:tc>
                  <a:txBody>
                    <a:bodyPr/>
                    <a:lstStyle/>
                    <a:p>
                      <a:pPr algn="ctr"/>
                      <a:r>
                        <a:rPr lang="en-US" sz="2200" b="0" baseline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/>
                        </a:rPr>
                        <a:t>2008.06</a:t>
                      </a:r>
                      <a:endParaRPr lang="en-US" sz="2200" b="0" dirty="0">
                        <a:solidFill>
                          <a:sysClr val="windowText" lastClr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/>
                      </a:endParaRPr>
                    </a:p>
                  </a:txBody>
                  <a:tcPr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2200" b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/>
                        </a:rPr>
                        <a:t>（十亿）</a:t>
                      </a:r>
                      <a:r>
                        <a:rPr lang="en-US" sz="2200" b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/>
                        </a:rPr>
                        <a:t>4,470,828,401</a:t>
                      </a:r>
                      <a:endParaRPr lang="en-US" sz="2200" b="0" dirty="0">
                        <a:solidFill>
                          <a:sysClr val="windowText" lastClr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/>
                      </a:endParaRPr>
                    </a:p>
                  </a:txBody>
                  <a:tcPr marR="182880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8597">
                <a:tc>
                  <a:txBody>
                    <a:bodyPr/>
                    <a:lstStyle/>
                    <a:p>
                      <a:pPr algn="ctr"/>
                      <a:r>
                        <a:rPr lang="en-US" sz="22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/>
                        </a:rPr>
                        <a:t>2008.07</a:t>
                      </a:r>
                      <a:endParaRPr lang="en-US" sz="2200" b="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/>
                      </a:endParaRPr>
                    </a:p>
                  </a:txBody>
                  <a:tcPr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2200" b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/>
                        </a:rPr>
                        <a:t>（</a:t>
                      </a:r>
                      <a:r>
                        <a:rPr lang="zh-CN" altLang="en-US" sz="22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/>
                        </a:rPr>
                        <a:t>百亿</a:t>
                      </a:r>
                      <a:r>
                        <a:rPr lang="zh-CN" altLang="en-US" sz="2200" b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/>
                        </a:rPr>
                        <a:t>）</a:t>
                      </a:r>
                      <a:r>
                        <a:rPr lang="en-US" sz="2200" b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/>
                        </a:rPr>
                        <a:t>26,421,447,043</a:t>
                      </a:r>
                      <a:endParaRPr lang="en-US" sz="22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/>
                      </a:endParaRPr>
                    </a:p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200" b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/>
                        </a:rPr>
                        <a:t>11</a:t>
                      </a:r>
                      <a:r>
                        <a:rPr lang="zh-CN" altLang="en-US" sz="2200" b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/>
                        </a:rPr>
                        <a:t>个月内贬值</a:t>
                      </a:r>
                      <a:r>
                        <a:rPr lang="en-US" altLang="zh-CN" sz="2200" b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/>
                        </a:rPr>
                        <a:t>1</a:t>
                      </a:r>
                      <a:r>
                        <a:rPr lang="zh-CN" altLang="en-US" sz="2200" b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/>
                        </a:rPr>
                        <a:t>亿倍</a:t>
                      </a:r>
                      <a:endParaRPr lang="en-US" sz="2200" b="0" dirty="0">
                        <a:solidFill>
                          <a:sysClr val="windowText" lastClr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/>
                      </a:endParaRPr>
                    </a:p>
                  </a:txBody>
                  <a:tcPr marR="182880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691">
                <a:tc>
                  <a:txBody>
                    <a:bodyPr/>
                    <a:lstStyle/>
                    <a:p>
                      <a:pPr algn="ctr"/>
                      <a:r>
                        <a:rPr lang="en-US" sz="2200" b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/>
                        </a:rPr>
                        <a:t>2009.02</a:t>
                      </a:r>
                      <a:endParaRPr lang="en-US" sz="2200" b="0" dirty="0">
                        <a:solidFill>
                          <a:sysClr val="windowText" lastClr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/>
                      </a:endParaRPr>
                    </a:p>
                  </a:txBody>
                  <a:tcPr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2200" b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/>
                        </a:rPr>
                        <a:t>（千万）</a:t>
                      </a:r>
                      <a:r>
                        <a:rPr lang="en-US" sz="2200" b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/>
                        </a:rPr>
                        <a:t>37,410,030</a:t>
                      </a:r>
                      <a:endParaRPr lang="en-US" sz="2200" b="0" dirty="0">
                        <a:solidFill>
                          <a:sysClr val="windowText" lastClr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/>
                      </a:endParaRPr>
                    </a:p>
                  </a:txBody>
                  <a:tcPr marR="182880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algn="ctr"/>
                      <a:r>
                        <a:rPr lang="en-US" sz="2200" b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/>
                        </a:rPr>
                        <a:t>2009.09</a:t>
                      </a:r>
                      <a:endParaRPr lang="en-US" sz="2200" b="0" dirty="0">
                        <a:solidFill>
                          <a:sysClr val="windowText" lastClr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/>
                      </a:endParaRPr>
                    </a:p>
                  </a:txBody>
                  <a:tcPr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2200" b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/>
                        </a:rPr>
                        <a:t>（百）</a:t>
                      </a:r>
                      <a:r>
                        <a:rPr lang="en-US" sz="2200" b="0">
                          <a:solidFill>
                            <a:sysClr val="windowText" lastClr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/>
                        </a:rPr>
                        <a:t>355</a:t>
                      </a:r>
                      <a:endParaRPr lang="en-US" sz="2200" b="0" dirty="0">
                        <a:solidFill>
                          <a:sysClr val="windowText" lastClr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/>
                      </a:endParaRPr>
                    </a:p>
                  </a:txBody>
                  <a:tcPr marR="182880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1366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7544" y="3284984"/>
            <a:ext cx="3695700" cy="277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16"/>
          <p:cNvSpPr txBox="1"/>
          <p:nvPr/>
        </p:nvSpPr>
        <p:spPr>
          <a:xfrm>
            <a:off x="4716016" y="5445224"/>
            <a:ext cx="40424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>
              <a:buFont typeface="Wingdings" panose="05000000000000000000" charset="0"/>
              <a:buNone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在公共厕所张贴的标志</a:t>
            </a:r>
            <a:endParaRPr 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>
              <a:buFont typeface="Wingdings" panose="05000000000000000000" charset="0"/>
              <a:buNone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哪个同学帮着翻译一下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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33281" y="565097"/>
            <a:ext cx="4572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货币数量论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71500" y="630555"/>
            <a:ext cx="677291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通货膨胀的代价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 </a:t>
            </a:r>
            <a:endParaRPr lang="en-US" altLang="zh-CN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3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611560" y="1412776"/>
            <a:ext cx="8031480" cy="3990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通货膨胀税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政府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税收不足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且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借贷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能力（政府发债）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有限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时，政府可能会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央行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印钞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来支付其支出。几乎所有的恶性通货膨胀都是这样开始的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 algn="l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政府通过央行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印钞的收入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类似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税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：印钞导致通货膨胀，就像对每个持有货币的人征税一样。</a:t>
            </a:r>
            <a:r>
              <a:rPr 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通胀1倍=货币贬值1/2=50%的税率） </a:t>
            </a:r>
          </a:p>
          <a:p>
            <a:pPr marL="342900" indent="-342900" algn="l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当今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通货膨胀税占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正常政府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总收入的比例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只有几个点，微乎其微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政府收入主要是税收和发债。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3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611560" y="1412776"/>
            <a:ext cx="835292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皮鞋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：通货膨胀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促使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人们减少货币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持有，从而需要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更频繁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地前往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银行提款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，由此增加的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时间和交易成本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菜单成本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通货膨胀使得企业需要不断调整产品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价格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，由此增加的时间和物料成本，比如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打印新菜单、邮寄新目录等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9552" y="548680"/>
            <a:ext cx="677291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通货膨胀的代价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 </a:t>
            </a:r>
            <a:endParaRPr lang="en-US" altLang="zh-CN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3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539552" y="1340768"/>
            <a:ext cx="8136904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资源配置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：企业不会同时提高价格，因此相对价格会发生变化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，从而扭曲资源配置。</a:t>
            </a:r>
          </a:p>
          <a:p>
            <a:pPr marL="342900" indent="-342900" algn="l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货币价值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混乱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：通货膨胀改变了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单位货币的价值，使得货币的价值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衡量标准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发生混乱，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随着时间的推移，使长期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投资计划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国际货币资金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更加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复杂化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税收扭曲：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税收以名义收入为基础，没有根据通货膨胀进行调整。即使人们的实际收入没有增加，通货膨胀也会导致人们缴纳更多的税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sz="2400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下面几页有例子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7" name="矩形 6"/>
          <p:cNvSpPr/>
          <p:nvPr/>
        </p:nvSpPr>
        <p:spPr>
          <a:xfrm>
            <a:off x="539552" y="548680"/>
            <a:ext cx="677291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通货膨胀的代价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 </a:t>
            </a:r>
            <a:endParaRPr lang="en-US" altLang="zh-CN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3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467544" y="1340768"/>
            <a:ext cx="8459199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财富的任意再分配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3800"/>
              </a:lnSpc>
              <a:buFont typeface="Wingdings" panose="05000000000000000000" pitchFamily="2" charset="2"/>
              <a:buChar char="ü"/>
            </a:pP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高于预期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的通货膨胀将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购买力从债权人转移到债务人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债务人可以用价值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较低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偿还债务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800100" lvl="1" indent="-342900">
              <a:lnSpc>
                <a:spcPts val="3800"/>
              </a:lnSpc>
              <a:buFont typeface="Wingdings" panose="05000000000000000000" pitchFamily="2" charset="2"/>
              <a:buChar char="ü"/>
            </a:pP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低于预期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的通货膨胀将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购买力从债务人转移到债权人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，债务人需要用价值较高的货币偿还债务。</a:t>
            </a:r>
          </a:p>
          <a:p>
            <a:pPr marL="800100" lvl="1" indent="-342900">
              <a:lnSpc>
                <a:spcPts val="3800"/>
              </a:lnSpc>
              <a:buFont typeface="Wingdings" panose="05000000000000000000" pitchFamily="2" charset="2"/>
              <a:buChar char="ü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与低通胀相比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，高通胀更具可变性，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更难以预测。当通货膨胀率很高时，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财富的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任意重新分配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更加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频繁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发生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38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经历恶性通货膨胀的经济体来说，这些成本都相当高。通胀率低（每年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&lt;10%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）的经济体，这些成本要小得多。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39552" y="548680"/>
            <a:ext cx="677291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通货膨胀的代价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 </a:t>
            </a:r>
            <a:endParaRPr lang="en-US" altLang="zh-CN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3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611560" y="1340768"/>
            <a:ext cx="8280920" cy="4646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费雪效应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名义利率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会随着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通货膨胀率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的变化进行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一对一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的调整，这种关系因欧文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费雪的研究而被称为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费雪效应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indent="0" algn="l">
              <a:lnSpc>
                <a:spcPct val="160000"/>
              </a:lnSpc>
              <a:buFont typeface="Wingdings" panose="05000000000000000000" charset="0"/>
              <a:buNone/>
            </a:pPr>
            <a:endParaRPr sz="2400" dirty="0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实际利率由可贷资金市场的储蓄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（供给）</a:t>
            </a:r>
            <a:r>
              <a:rPr sz="2400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和投资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（需求）</a:t>
            </a:r>
            <a:r>
              <a:rPr sz="240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决定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从长远来看，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货币增长率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的变化会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影响通货膨胀率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，但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不会影响实际利率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所以，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费雪效应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方程显示了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名义利率是如何确定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，即名义利率是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由通货膨胀率决定的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Group 17"/>
          <p:cNvGrpSpPr/>
          <p:nvPr/>
        </p:nvGrpSpPr>
        <p:grpSpPr bwMode="auto">
          <a:xfrm>
            <a:off x="1691680" y="2636912"/>
            <a:ext cx="5194503" cy="648521"/>
            <a:chOff x="747" y="995"/>
            <a:chExt cx="4186" cy="413"/>
          </a:xfrm>
        </p:grpSpPr>
        <p:sp>
          <p:nvSpPr>
            <p:cNvPr id="8" name="Rectangle 16"/>
            <p:cNvSpPr>
              <a:spLocks noChangeArrowheads="1"/>
            </p:cNvSpPr>
            <p:nvPr/>
          </p:nvSpPr>
          <p:spPr bwMode="auto">
            <a:xfrm>
              <a:off x="747" y="995"/>
              <a:ext cx="4178" cy="413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b="1">
                <a:cs typeface="Arial" panose="020B0604020202020204" pitchFamily="34" charset="0"/>
              </a:endParaRPr>
            </a:p>
          </p:txBody>
        </p:sp>
        <p:sp>
          <p:nvSpPr>
            <p:cNvPr id="11" name="Text Box 6"/>
            <p:cNvSpPr txBox="1">
              <a:spLocks noChangeArrowheads="1"/>
            </p:cNvSpPr>
            <p:nvPr/>
          </p:nvSpPr>
          <p:spPr bwMode="auto">
            <a:xfrm>
              <a:off x="805" y="1041"/>
              <a:ext cx="4128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ysClr val="windowText" lastClr="000000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ysClr val="windowText" lastClr="000000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ysClr val="windowText" lastClr="000000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ysClr val="windowText" lastClr="000000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ysClr val="windowText" lastClr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ysClr val="windowText" lastClr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ysClr val="windowText" lastClr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ysClr val="windowText" lastClr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ysClr val="windowText" lastClr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</a:pPr>
              <a:r>
                <a:rPr lang="zh-CN" altLang="en-US" sz="2400">
                  <a:solidFill>
                    <a:srgbClr val="00206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名义利率</a:t>
              </a:r>
              <a:r>
                <a:rPr lang="en-US" altLang="zh-CN" sz="2400">
                  <a:solidFill>
                    <a:srgbClr val="00206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=</a:t>
              </a:r>
              <a:r>
                <a:rPr lang="zh-CN" altLang="en-US" sz="2400">
                  <a:solidFill>
                    <a:srgbClr val="00206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通货膨胀率</a:t>
              </a:r>
              <a:r>
                <a:rPr lang="en-US" altLang="zh-CN" sz="2400">
                  <a:solidFill>
                    <a:srgbClr val="00206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+</a:t>
              </a:r>
              <a:r>
                <a:rPr lang="zh-CN" altLang="en-US" sz="2400">
                  <a:solidFill>
                    <a:srgbClr val="00206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实际利率</a:t>
              </a:r>
            </a:p>
          </p:txBody>
        </p:sp>
      </p:grpSp>
      <p:sp>
        <p:nvSpPr>
          <p:cNvPr id="15" name="矩形 14"/>
          <p:cNvSpPr/>
          <p:nvPr/>
        </p:nvSpPr>
        <p:spPr>
          <a:xfrm>
            <a:off x="571500" y="630555"/>
            <a:ext cx="677291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通货膨胀的代价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 </a:t>
            </a:r>
            <a:endParaRPr lang="en-US" altLang="zh-CN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520" y="404664"/>
          <a:ext cx="8640960" cy="59448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5958" name="Text Box 6"/>
          <p:cNvSpPr txBox="1">
            <a:spLocks noChangeArrowheads="1"/>
          </p:cNvSpPr>
          <p:nvPr/>
        </p:nvSpPr>
        <p:spPr bwMode="auto">
          <a:xfrm>
            <a:off x="4716016" y="1628800"/>
            <a:ext cx="3693795" cy="1200329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（美国：1960-2013）两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sz="2400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变量之间的密切关系是费雪效应的证据</a:t>
            </a:r>
            <a:r>
              <a:rPr 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</p:txBody>
      </p:sp>
      <p:sp>
        <p:nvSpPr>
          <p:cNvPr id="41989" name="FlagCount" hidden="1">
            <a:hlinkClick r:id="rId4" action="ppaction://hlinkfile"/>
          </p:cNvPr>
          <p:cNvSpPr>
            <a:spLocks noChangeArrowheads="1"/>
          </p:cNvSpPr>
          <p:nvPr/>
        </p:nvSpPr>
        <p:spPr bwMode="auto">
          <a:xfrm>
            <a:off x="8255000" y="276225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979712" y="4797152"/>
            <a:ext cx="20685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通货膨胀率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5148064" y="3212976"/>
            <a:ext cx="18811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名义利率</a:t>
            </a:r>
          </a:p>
        </p:txBody>
      </p:sp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5" cstate="print"/>
          <a:srcRect t="-37500" b="-37500"/>
          <a:stretch>
            <a:fillRect/>
          </a:stretch>
        </p:blipFill>
        <p:spPr bwMode="auto">
          <a:xfrm flipV="1">
            <a:off x="467544" y="764704"/>
            <a:ext cx="3960000" cy="36000"/>
          </a:xfrm>
          <a:prstGeom prst="rect">
            <a:avLst/>
          </a:prstGeom>
          <a:noFill/>
        </p:spPr>
      </p:pic>
      <p:sp>
        <p:nvSpPr>
          <p:cNvPr id="10" name="矩形 9"/>
          <p:cNvSpPr/>
          <p:nvPr/>
        </p:nvSpPr>
        <p:spPr>
          <a:xfrm>
            <a:off x="539552" y="188640"/>
            <a:ext cx="677291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通货膨胀的代价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 </a:t>
            </a:r>
            <a:endParaRPr lang="en-US" altLang="zh-CN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9" name="FlagCount" hidden="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8255000" y="276225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</a:p>
        </p:txBody>
      </p:sp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4" cstate="print"/>
          <a:srcRect t="-37500" b="-37500"/>
          <a:stretch>
            <a:fillRect/>
          </a:stretch>
        </p:blipFill>
        <p:spPr bwMode="auto">
          <a:xfrm flipV="1">
            <a:off x="611560" y="908720"/>
            <a:ext cx="3960000" cy="36000"/>
          </a:xfrm>
          <a:prstGeom prst="rect">
            <a:avLst/>
          </a:prstGeom>
          <a:noFill/>
        </p:spPr>
      </p:pic>
      <p:graphicFrame>
        <p:nvGraphicFramePr>
          <p:cNvPr id="10" name="图表 9"/>
          <p:cNvGraphicFramePr/>
          <p:nvPr/>
        </p:nvGraphicFramePr>
        <p:xfrm>
          <a:off x="434311" y="1016728"/>
          <a:ext cx="8242145" cy="55446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4658172" y="1628800"/>
            <a:ext cx="3693795" cy="1200329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（中国：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1987-2020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）两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sz="2400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变量之间的密切关系是费雪效应的证据</a:t>
            </a:r>
            <a:r>
              <a:rPr 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。 </a:t>
            </a: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1331640" y="4941168"/>
            <a:ext cx="20685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通货膨胀率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3347864" y="4005064"/>
            <a:ext cx="18811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名义利率</a:t>
            </a:r>
          </a:p>
        </p:txBody>
      </p:sp>
      <p:sp>
        <p:nvSpPr>
          <p:cNvPr id="9" name="矩形 8"/>
          <p:cNvSpPr/>
          <p:nvPr/>
        </p:nvSpPr>
        <p:spPr>
          <a:xfrm>
            <a:off x="611560" y="260648"/>
            <a:ext cx="677291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通货膨胀的代价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 </a:t>
            </a:r>
            <a:endParaRPr lang="en-US" altLang="zh-CN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3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571500" y="1390015"/>
            <a:ext cx="8032948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华文琥珀" pitchFamily="2" charset="-122"/>
                <a:ea typeface="华文琥珀" pitchFamily="2" charset="-122"/>
              </a:rPr>
              <a:t>举例</a:t>
            </a:r>
            <a:r>
              <a:rPr lang="en-US" altLang="zh-CN" sz="2400">
                <a:solidFill>
                  <a:srgbClr val="002060"/>
                </a:solidFill>
                <a:latin typeface="华文琥珀" pitchFamily="2" charset="-122"/>
                <a:ea typeface="华文琥珀" pitchFamily="2" charset="-122"/>
              </a:rPr>
              <a:t>5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：通货膨胀导致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税收扭曲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ts val="3800"/>
              </a:lnSpc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 元存入银行一年。</a:t>
            </a:r>
            <a:endParaRPr 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ts val="3800"/>
              </a:lnSpc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情况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1：通货膨胀 = 0%，名义利率 =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10%</a:t>
            </a:r>
            <a:endParaRPr 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ts val="3800"/>
              </a:lnSpc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情况 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2：通货膨胀 = 10%，名义利率 =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20%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ts val="3800"/>
              </a:lnSpc>
              <a:buFont typeface="+mj-lt"/>
              <a:buAutoNum type="arabicPeriod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哪种情况下，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利息收入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增长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较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  <a:p>
            <a:pPr lvl="1">
              <a:lnSpc>
                <a:spcPts val="3800"/>
              </a:lnSpc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假设税率为25%（资本利得税）。</a:t>
            </a:r>
          </a:p>
          <a:p>
            <a:pPr marL="914400" lvl="1" indent="-457200">
              <a:lnSpc>
                <a:spcPts val="3800"/>
              </a:lnSpc>
              <a:buFont typeface="+mj-lt"/>
              <a:buAutoNum type="arabicPeriod" startAt="2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哪种情况下，缴纳的税款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较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  <a:p>
            <a:pPr marL="914400" lvl="1" indent="-457200">
              <a:lnSpc>
                <a:spcPts val="3800"/>
              </a:lnSpc>
              <a:buFont typeface="+mj-lt"/>
              <a:buAutoNum type="arabicPeriod" startAt="2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哪种情况下，税后实际利率较高？（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计算税后名义利率，然后减去通货膨胀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，得到税后实际利率）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9552" y="548680"/>
            <a:ext cx="677291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通货膨胀的代价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 </a:t>
            </a:r>
            <a:endParaRPr lang="en-US" altLang="zh-CN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3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571500" y="1390015"/>
            <a:ext cx="8032948" cy="3990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华文琥珀" pitchFamily="2" charset="-122"/>
                <a:ea typeface="华文琥珀" pitchFamily="2" charset="-122"/>
              </a:rPr>
              <a:t>举例</a:t>
            </a:r>
            <a:r>
              <a:rPr lang="en-US" altLang="zh-CN" sz="2400">
                <a:solidFill>
                  <a:srgbClr val="002060"/>
                </a:solidFill>
                <a:latin typeface="华文琥珀" pitchFamily="2" charset="-122"/>
                <a:ea typeface="华文琥珀" pitchFamily="2" charset="-122"/>
              </a:rPr>
              <a:t>5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：通货膨胀导致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税收扭曲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ts val="3800"/>
              </a:lnSpc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 元存入银行一年。</a:t>
            </a:r>
            <a:endParaRPr 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ts val="3800"/>
              </a:lnSpc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情况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1：通货膨胀 = 0%，名义利率 =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10%</a:t>
            </a:r>
            <a:endParaRPr 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ts val="3800"/>
              </a:lnSpc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情况 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2：通货膨胀 = 10%，名义利率 =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20%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ts val="3800"/>
              </a:lnSpc>
              <a:buFont typeface="+mj-lt"/>
              <a:buAutoNum type="arabicPeriod"/>
            </a:pP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哪种情况下，实际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利息收入较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多？</a:t>
            </a:r>
            <a:endParaRPr lang="en-US" sz="2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3800"/>
              </a:lnSpc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这两种情况下，实际利率都是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10%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名义利率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通货膨胀率），因此存款的实际利息收入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都是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10%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（税前）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，即都是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9552" y="548680"/>
            <a:ext cx="677291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通货膨胀的代价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 </a:t>
            </a:r>
            <a:endParaRPr lang="en-US" altLang="zh-CN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3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571500" y="1390015"/>
            <a:ext cx="8032948" cy="4685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华文琥珀" pitchFamily="2" charset="-122"/>
                <a:ea typeface="华文琥珀" pitchFamily="2" charset="-122"/>
              </a:rPr>
              <a:t>举例</a:t>
            </a:r>
            <a:r>
              <a:rPr lang="en-US" altLang="zh-CN" sz="2400">
                <a:solidFill>
                  <a:srgbClr val="002060"/>
                </a:solidFill>
                <a:latin typeface="华文琥珀" pitchFamily="2" charset="-122"/>
                <a:ea typeface="华文琥珀" pitchFamily="2" charset="-122"/>
              </a:rPr>
              <a:t>5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：通货膨胀导致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税收扭曲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ts val="3800"/>
              </a:lnSpc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 元存入银行一年。</a:t>
            </a:r>
            <a:endParaRPr 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ts val="3800"/>
              </a:lnSpc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情况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1：通货膨胀 = 0%，名义利率 =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10%</a:t>
            </a:r>
            <a:endParaRPr 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ts val="3800"/>
              </a:lnSpc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情况 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2：通货膨胀 = 10%，名义利率 =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20%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3800"/>
              </a:lnSpc>
            </a:pP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假设税率为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25%（资本利得税）。</a:t>
            </a:r>
          </a:p>
          <a:p>
            <a:pPr marL="914400" lvl="1" indent="-457200">
              <a:lnSpc>
                <a:spcPts val="3800"/>
              </a:lnSpc>
              <a:buFont typeface="+mj-lt"/>
              <a:buAutoNum type="arabicPeriod" startAt="2"/>
            </a:pP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哪种情况下，缴纳的税款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较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多？</a:t>
            </a:r>
            <a:endParaRPr lang="en-US" sz="2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情况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：利息收入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100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元，需支付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 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的税款。</a:t>
            </a:r>
          </a:p>
          <a:p>
            <a:pPr>
              <a:lnSpc>
                <a:spcPct val="160000"/>
              </a:lnSpc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情况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：利息收入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200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元，需支付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 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的税款。 </a:t>
            </a:r>
          </a:p>
          <a:p>
            <a:pPr marL="914400" lvl="1" indent="-457200">
              <a:lnSpc>
                <a:spcPts val="3800"/>
              </a:lnSpc>
              <a:buFont typeface="+mj-lt"/>
              <a:buAutoNum type="arabicPeriod" startAt="2"/>
            </a:pP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9552" y="548680"/>
            <a:ext cx="677291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通货膨胀的代价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 </a:t>
            </a:r>
            <a:endParaRPr lang="en-US" altLang="zh-CN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3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467544" y="1268760"/>
            <a:ext cx="8032948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华文琥珀" pitchFamily="2" charset="-122"/>
                <a:ea typeface="华文琥珀" pitchFamily="2" charset="-122"/>
              </a:rPr>
              <a:t>举例</a:t>
            </a:r>
            <a:r>
              <a:rPr lang="en-US" altLang="zh-CN" sz="2400">
                <a:solidFill>
                  <a:srgbClr val="002060"/>
                </a:solidFill>
                <a:latin typeface="华文琥珀" pitchFamily="2" charset="-122"/>
                <a:ea typeface="华文琥珀" pitchFamily="2" charset="-122"/>
              </a:rPr>
              <a:t>5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：通货膨胀导致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税收扭曲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ts val="3600"/>
              </a:lnSpc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 元存入银行一年。</a:t>
            </a:r>
            <a:endParaRPr 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ts val="3600"/>
              </a:lnSpc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情况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1：通货膨胀 = 0%，名义利率 =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10%</a:t>
            </a:r>
            <a:endParaRPr 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ts val="3600"/>
              </a:lnSpc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情况 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2：通货膨胀 = 10%，名义利率 =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20%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3600"/>
              </a:lnSpc>
            </a:pP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假设税率为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25%（资本利得税）。</a:t>
            </a:r>
          </a:p>
          <a:p>
            <a:pPr marL="914400" lvl="1" indent="-457200">
              <a:lnSpc>
                <a:spcPts val="3600"/>
              </a:lnSpc>
              <a:buFont typeface="+mj-lt"/>
              <a:buAutoNum type="arabicPeriod" startAt="3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哪种情况下，税后实际利率较高？（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计算税后名义利率，然后减去通货膨胀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，得到税后实际利率）</a:t>
            </a:r>
            <a:endParaRPr lang="en-US" altLang="zh-CN" sz="2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600"/>
              </a:lnSpc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情况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：税后名义利率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10% x (1-25%)= 7.5% </a:t>
            </a:r>
          </a:p>
          <a:p>
            <a:pPr>
              <a:lnSpc>
                <a:spcPts val="3600"/>
              </a:lnSpc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税后实际利率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7.5% – 0% = 7.5%</a:t>
            </a:r>
          </a:p>
          <a:p>
            <a:pPr>
              <a:lnSpc>
                <a:spcPts val="3600"/>
              </a:lnSpc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情况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：税后名义利率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20% x (1-25%)= 15%  </a:t>
            </a:r>
          </a:p>
          <a:p>
            <a:pPr>
              <a:lnSpc>
                <a:spcPts val="3600"/>
              </a:lnSpc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税后实际利率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15% – 10% = 5%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9552" y="548680"/>
            <a:ext cx="677291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通货膨胀的代价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 </a:t>
            </a:r>
            <a:endParaRPr lang="en-US" altLang="zh-CN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3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571500" y="1390015"/>
            <a:ext cx="81769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因此，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通货膨胀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名义利率（费雪效应）但不提高实际利率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增加储蓄者的税收负担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 →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元）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降低税后实际利率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7.5%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→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5%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通货膨胀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降低税后实际利率，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从而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降低了储蓄的动力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而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储蓄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转化为投资，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对未来生产力和生活水平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的提升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至关重要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9552" y="548680"/>
            <a:ext cx="677291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通货膨胀的代价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 </a:t>
            </a:r>
            <a:endParaRPr lang="en-US" altLang="zh-CN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3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467544" y="1271855"/>
            <a:ext cx="8352928" cy="4964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通货膨胀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误解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</a:p>
          <a:p>
            <a:pPr marL="800100" lvl="1" indent="-342900">
              <a:lnSpc>
                <a:spcPts val="38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误解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：大多数人认为通货膨胀侵蚀了实际收入。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>
              <a:lnSpc>
                <a:spcPts val="38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但是通货膨胀税适用于人们持有的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货币（现金）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，而不是他们持有的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实际财富（例如房产）。</a:t>
            </a:r>
            <a:endParaRPr lang="en-US" altLang="zh-CN" sz="2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>
              <a:lnSpc>
                <a:spcPts val="38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通货膨胀是人们购买和出售的商品和服务的价格普遍上涨，包括人们的名义工资，因此实际收入不变。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>
              <a:lnSpc>
                <a:spcPts val="38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从长远来看，实际收入取决于实际变量，而不是通货膨胀率。</a:t>
            </a:r>
          </a:p>
          <a:p>
            <a:pPr marL="800100" lvl="1" indent="-342900">
              <a:lnSpc>
                <a:spcPts val="3800"/>
              </a:lnSpc>
              <a:buFont typeface="Wingdings" panose="05000000000000000000" pitchFamily="2" charset="2"/>
              <a:buChar char="ü"/>
            </a:pPr>
            <a:endParaRPr lang="en-US" altLang="zh-CN" sz="2400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 marL="800100" lvl="1" indent="-342900">
              <a:lnSpc>
                <a:spcPts val="3800"/>
              </a:lnSpc>
              <a:buFont typeface="Wingdings" panose="05000000000000000000" pitchFamily="2" charset="2"/>
              <a:buChar char="ü"/>
            </a:pP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11560" y="548680"/>
            <a:ext cx="677291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通货膨胀的代价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 </a:t>
            </a:r>
            <a:endParaRPr lang="en-US" altLang="zh-CN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85799" y="1102871"/>
          <a:ext cx="7958931" cy="54566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2693193" y="5104410"/>
            <a:ext cx="8882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CPI</a:t>
            </a:r>
            <a:r>
              <a:rPr lang="en-US" sz="2400" i="1" dirty="0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5943600" y="3465455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名义工资</a:t>
            </a:r>
            <a:r>
              <a:rPr lang="en-US" sz="2400" i="1" dirty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</a:p>
        </p:txBody>
      </p:sp>
      <p:sp>
        <p:nvSpPr>
          <p:cNvPr id="132104" name="Text Box 8"/>
          <p:cNvSpPr txBox="1">
            <a:spLocks noChangeArrowheads="1"/>
          </p:cNvSpPr>
          <p:nvPr/>
        </p:nvSpPr>
        <p:spPr bwMode="auto">
          <a:xfrm>
            <a:off x="1600200" y="1447799"/>
            <a:ext cx="5708104" cy="830997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（美国：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1965-2013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从长远来看</a:t>
            </a:r>
            <a:r>
              <a:rPr 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，通货膨胀会导致 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 和名义工资一起上涨</a:t>
            </a:r>
            <a:endParaRPr 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063" name="FlagCount" hidden="1">
            <a:hlinkClick r:id="rId4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" name="TextBox 1"/>
          <p:cNvSpPr txBox="1"/>
          <p:nvPr/>
        </p:nvSpPr>
        <p:spPr>
          <a:xfrm rot="16200000">
            <a:off x="-554896" y="3128521"/>
            <a:ext cx="18762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1965 = 100</a:t>
            </a:r>
          </a:p>
        </p:txBody>
      </p:sp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5" cstate="print"/>
          <a:srcRect t="-37500" b="-37500"/>
          <a:stretch>
            <a:fillRect/>
          </a:stretch>
        </p:blipFill>
        <p:spPr bwMode="auto">
          <a:xfrm flipV="1">
            <a:off x="395536" y="908720"/>
            <a:ext cx="3960000" cy="36000"/>
          </a:xfrm>
          <a:prstGeom prst="rect">
            <a:avLst/>
          </a:prstGeom>
          <a:noFill/>
        </p:spPr>
      </p:pic>
      <p:sp>
        <p:nvSpPr>
          <p:cNvPr id="10" name="矩形 9"/>
          <p:cNvSpPr/>
          <p:nvPr/>
        </p:nvSpPr>
        <p:spPr>
          <a:xfrm>
            <a:off x="611560" y="260648"/>
            <a:ext cx="677291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通货膨胀的代价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 </a:t>
            </a:r>
            <a:endParaRPr lang="en-US" altLang="zh-CN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3" name="FlagCount" hidden="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</a:p>
        </p:txBody>
      </p:sp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4" cstate="print"/>
          <a:srcRect t="-37500" b="-37500"/>
          <a:stretch>
            <a:fillRect/>
          </a:stretch>
        </p:blipFill>
        <p:spPr bwMode="auto">
          <a:xfrm flipV="1">
            <a:off x="434311" y="721261"/>
            <a:ext cx="3960000" cy="36000"/>
          </a:xfrm>
          <a:prstGeom prst="rect">
            <a:avLst/>
          </a:prstGeom>
          <a:noFill/>
        </p:spPr>
      </p:pic>
      <p:graphicFrame>
        <p:nvGraphicFramePr>
          <p:cNvPr id="10" name="图表 9"/>
          <p:cNvGraphicFramePr/>
          <p:nvPr/>
        </p:nvGraphicFramePr>
        <p:xfrm>
          <a:off x="755576" y="950846"/>
          <a:ext cx="7920880" cy="55744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1763688" y="1412776"/>
            <a:ext cx="5760640" cy="830997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（中国：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1978-2020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从长远来看</a:t>
            </a:r>
            <a:r>
              <a:rPr 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，通货膨胀会导致 CPI </a:t>
            </a:r>
            <a:r>
              <a:rPr lang="en-US" sz="2400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和名义工资一起上涨</a:t>
            </a:r>
            <a:endParaRPr 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 rot="10800000">
            <a:off x="201578" y="3018002"/>
            <a:ext cx="553998" cy="144018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400" b="1" dirty="0"/>
              <a:t>1978=100</a:t>
            </a:r>
            <a:endParaRPr lang="zh-CN" altLang="en-US" sz="2400" b="1" dirty="0"/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6012160" y="4725144"/>
            <a:ext cx="21732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名义工资</a:t>
            </a:r>
            <a:endParaRPr lang="en-US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2495661" y="4725144"/>
            <a:ext cx="8882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CPI</a:t>
            </a:r>
            <a:r>
              <a:rPr lang="en-US" sz="2400" i="1" dirty="0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</a:p>
        </p:txBody>
      </p:sp>
      <p:sp>
        <p:nvSpPr>
          <p:cNvPr id="14" name="矩形 13"/>
          <p:cNvSpPr/>
          <p:nvPr/>
        </p:nvSpPr>
        <p:spPr>
          <a:xfrm>
            <a:off x="539552" y="188640"/>
            <a:ext cx="677291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通货膨胀的代价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 </a:t>
            </a:r>
            <a:endParaRPr lang="en-US" altLang="zh-CN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VI系统0709-PPT-2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71" y="-31802"/>
            <a:ext cx="9143129" cy="6858000"/>
          </a:xfrm>
          <a:prstGeom prst="rect">
            <a:avLst/>
          </a:prstGeom>
        </p:spPr>
      </p:pic>
      <p:pic>
        <p:nvPicPr>
          <p:cNvPr id="5" name="图片 4" descr="logo-VI系统0630-PPT-09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2910" y="571480"/>
            <a:ext cx="2714644" cy="523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544" y="5092729"/>
            <a:ext cx="3957391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哈尔滨工业大学（</a:t>
            </a:r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深圳）</a:t>
            </a:r>
            <a:endParaRPr lang="en-US" altLang="zh-CN" sz="24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经济管理</a:t>
            </a:r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学院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544" y="6055687"/>
            <a:ext cx="2736304" cy="4616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altLang="zh-CN" sz="1200" dirty="0">
                <a:solidFill>
                  <a:srgbClr val="9D7B55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THE HITSZ SCHOOL OF ECONOMICS AND MANAGEMENT</a:t>
            </a:r>
            <a:endParaRPr lang="zh-CN" altLang="en-US" sz="1200" dirty="0">
              <a:solidFill>
                <a:srgbClr val="9D7B55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39752" y="1737428"/>
            <a:ext cx="48285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《</a:t>
            </a:r>
            <a:r>
              <a:rPr lang="zh-CN" altLang="en-US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经济学原理</a:t>
            </a:r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B》</a:t>
            </a:r>
            <a:endParaRPr lang="zh-CN" altLang="en-US" sz="48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11560" y="2996952"/>
            <a:ext cx="81369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第</a:t>
            </a:r>
            <a:r>
              <a:rPr lang="en-US" altLang="zh-CN" sz="32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9</a:t>
            </a:r>
            <a:r>
              <a:rPr lang="zh-CN" altLang="en-US" sz="32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章</a:t>
            </a:r>
            <a:r>
              <a:rPr lang="zh-CN" altLang="en-US" sz="3200" b="1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</a:t>
            </a:r>
            <a:r>
              <a:rPr lang="zh-CN" altLang="en-US" sz="32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开放经济的宏观经济学理论：</a:t>
            </a:r>
            <a:endParaRPr lang="en-US" altLang="zh-CN" sz="3200" b="1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pPr algn="ctr"/>
            <a:r>
              <a:rPr lang="zh-CN" altLang="en-US" sz="32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基本</a:t>
            </a:r>
            <a:r>
              <a:rPr lang="zh-CN" altLang="en-US" sz="3200" b="1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概念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5996976c-4480-42c4-9b51-ddbeb9927719}"/>
</p:tagLst>
</file>

<file path=ppt/theme/theme1.xml><?xml version="1.0" encoding="utf-8"?>
<a:theme xmlns:a="http://schemas.openxmlformats.org/drawingml/2006/main" name="Office 主题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2060"/>
      </a:accent1>
      <a:accent2>
        <a:srgbClr val="0070C0"/>
      </a:accent2>
      <a:accent3>
        <a:srgbClr val="00B0F0"/>
      </a:accent3>
      <a:accent4>
        <a:srgbClr val="595959"/>
      </a:accent4>
      <a:accent5>
        <a:srgbClr val="7F7F7F"/>
      </a:accent5>
      <a:accent6>
        <a:srgbClr val="BFBFB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Office 主题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2060"/>
      </a:accent1>
      <a:accent2>
        <a:srgbClr val="0070C0"/>
      </a:accent2>
      <a:accent3>
        <a:srgbClr val="00B0F0"/>
      </a:accent3>
      <a:accent4>
        <a:srgbClr val="595959"/>
      </a:accent4>
      <a:accent5>
        <a:srgbClr val="7F7F7F"/>
      </a:accent5>
      <a:accent6>
        <a:srgbClr val="BFBFB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2560</Words>
  <Application>Microsoft Office PowerPoint</Application>
  <PresentationFormat>全屏显示(4:3)</PresentationFormat>
  <Paragraphs>444</Paragraphs>
  <Slides>46</Slides>
  <Notes>14</Notes>
  <HiddenSlides>19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46</vt:i4>
      </vt:variant>
    </vt:vector>
  </HeadingPairs>
  <TitlesOfParts>
    <vt:vector size="67" baseType="lpstr">
      <vt:lpstr>华光中雅_CNKI</vt:lpstr>
      <vt:lpstr>华文琥珀</vt:lpstr>
      <vt:lpstr>思源黑体 CN Bold</vt:lpstr>
      <vt:lpstr>思源黑体 CN Light</vt:lpstr>
      <vt:lpstr>思源黑体 CN Regular</vt:lpstr>
      <vt:lpstr>宋体</vt:lpstr>
      <vt:lpstr>微软雅黑</vt:lpstr>
      <vt:lpstr>Arial</vt:lpstr>
      <vt:lpstr>Calibri</vt:lpstr>
      <vt:lpstr>Calibri Light</vt:lpstr>
      <vt:lpstr>Tahoma</vt:lpstr>
      <vt:lpstr>Times New Roman</vt:lpstr>
      <vt:lpstr>Verdana</vt:lpstr>
      <vt:lpstr>Wingdings</vt:lpstr>
      <vt:lpstr>Office 主题</vt:lpstr>
      <vt:lpstr>自定义设计方案</vt:lpstr>
      <vt:lpstr>1_Office Theme</vt:lpstr>
      <vt:lpstr>2_Office Theme</vt:lpstr>
      <vt:lpstr>3_Office Theme</vt:lpstr>
      <vt:lpstr>4_Office Theme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ASUS</dc:creator>
  <cp:lastModifiedBy>HITSZ</cp:lastModifiedBy>
  <cp:revision>371</cp:revision>
  <dcterms:created xsi:type="dcterms:W3CDTF">2021-08-07T09:21:00Z</dcterms:created>
  <dcterms:modified xsi:type="dcterms:W3CDTF">2025-12-21T00:19:43Z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62CE2B2D4053437EAE7E0217A40863B3_12</vt:lpwstr>
  </property>
</Properties>
</file>